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1"/>
  </p:sldMasterIdLst>
  <p:notesMasterIdLst>
    <p:notesMasterId r:id="rId61"/>
  </p:notesMasterIdLst>
  <p:handoutMasterIdLst>
    <p:handoutMasterId r:id="rId62"/>
  </p:handoutMasterIdLst>
  <p:sldIdLst>
    <p:sldId id="257" r:id="rId2"/>
    <p:sldId id="2123258675" r:id="rId3"/>
    <p:sldId id="2123258676" r:id="rId4"/>
    <p:sldId id="2147470631" r:id="rId5"/>
    <p:sldId id="2147471262" r:id="rId6"/>
    <p:sldId id="2147483647" r:id="rId7"/>
    <p:sldId id="2147482384" r:id="rId8"/>
    <p:sldId id="2147471256" r:id="rId9"/>
    <p:sldId id="2147483644" r:id="rId10"/>
    <p:sldId id="328" r:id="rId11"/>
    <p:sldId id="303" r:id="rId12"/>
    <p:sldId id="326" r:id="rId13"/>
    <p:sldId id="274" r:id="rId14"/>
    <p:sldId id="2147470135" r:id="rId15"/>
    <p:sldId id="279" r:id="rId16"/>
    <p:sldId id="319" r:id="rId17"/>
    <p:sldId id="324" r:id="rId18"/>
    <p:sldId id="2147483643" r:id="rId19"/>
    <p:sldId id="270" r:id="rId20"/>
    <p:sldId id="2147482388" r:id="rId21"/>
    <p:sldId id="286" r:id="rId22"/>
    <p:sldId id="311" r:id="rId23"/>
    <p:sldId id="2147482382" r:id="rId24"/>
    <p:sldId id="2147482386" r:id="rId25"/>
    <p:sldId id="322" r:id="rId26"/>
    <p:sldId id="264" r:id="rId27"/>
    <p:sldId id="288" r:id="rId28"/>
    <p:sldId id="2147483640" r:id="rId29"/>
    <p:sldId id="320" r:id="rId30"/>
    <p:sldId id="2147482385" r:id="rId31"/>
    <p:sldId id="323" r:id="rId32"/>
    <p:sldId id="256" r:id="rId33"/>
    <p:sldId id="314" r:id="rId34"/>
    <p:sldId id="2147482439" r:id="rId35"/>
    <p:sldId id="2147483641" r:id="rId36"/>
    <p:sldId id="2147482438" r:id="rId37"/>
    <p:sldId id="278" r:id="rId38"/>
    <p:sldId id="2147482387" r:id="rId39"/>
    <p:sldId id="325" r:id="rId40"/>
    <p:sldId id="298" r:id="rId41"/>
    <p:sldId id="316" r:id="rId42"/>
    <p:sldId id="2147482429" r:id="rId43"/>
    <p:sldId id="295" r:id="rId44"/>
    <p:sldId id="294" r:id="rId45"/>
    <p:sldId id="2147480055" r:id="rId46"/>
    <p:sldId id="2076138261" r:id="rId47"/>
    <p:sldId id="258" r:id="rId48"/>
    <p:sldId id="262" r:id="rId49"/>
    <p:sldId id="261" r:id="rId50"/>
    <p:sldId id="2141411065" r:id="rId51"/>
    <p:sldId id="2147478152" r:id="rId52"/>
    <p:sldId id="2147478153" r:id="rId53"/>
    <p:sldId id="260" r:id="rId54"/>
    <p:sldId id="267" r:id="rId55"/>
    <p:sldId id="263" r:id="rId56"/>
    <p:sldId id="2147482383" r:id="rId57"/>
    <p:sldId id="259" r:id="rId58"/>
    <p:sldId id="266" r:id="rId59"/>
    <p:sldId id="265" r:id="rId60"/>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A5B0533-96FA-405B-A914-14DEF9C740C7}">
          <p14:sldIdLst>
            <p14:sldId id="257"/>
            <p14:sldId id="2123258675"/>
          </p14:sldIdLst>
        </p14:section>
        <p14:section name="Introduction Entra Verified ID" id="{F5D1BE71-007F-4457-9FC4-AFF3A8066F24}">
          <p14:sldIdLst>
            <p14:sldId id="2123258676"/>
            <p14:sldId id="2147470631"/>
            <p14:sldId id="2147471262"/>
          </p14:sldIdLst>
        </p14:section>
        <p14:section name="En guise de conclusion" id="{05AD578B-45E8-4E0E-8810-46BB92A250C3}">
          <p14:sldIdLst>
            <p14:sldId id="2147483647"/>
            <p14:sldId id="2147482384"/>
            <p14:sldId id="2147471256"/>
          </p14:sldIdLst>
        </p14:section>
        <p14:section name="Introduction à la vérification d’identité avec Entra Verified ID" id="{38D269B1-F960-43F7-8392-803F22E46135}">
          <p14:sldIdLst>
            <p14:sldId id="2147483644"/>
            <p14:sldId id="328"/>
            <p14:sldId id="303"/>
            <p14:sldId id="326"/>
            <p14:sldId id="274"/>
            <p14:sldId id="2147470135"/>
            <p14:sldId id="279"/>
            <p14:sldId id="319"/>
            <p14:sldId id="324"/>
            <p14:sldId id="2147483643"/>
            <p14:sldId id="270"/>
          </p14:sldIdLst>
        </p14:section>
        <p14:section name="Scénarios clés pour la vérification d'identité" id="{D3BA7D05-8E8A-4FFA-8619-F5F102B27216}">
          <p14:sldIdLst>
            <p14:sldId id="2147482388"/>
            <p14:sldId id="286"/>
            <p14:sldId id="311"/>
            <p14:sldId id="2147482382"/>
          </p14:sldIdLst>
        </p14:section>
        <p14:section name="Intégration de nouveaux utilisateurs" id="{7F89D13E-D592-4857-96FF-18BAB460CC7A}">
          <p14:sldIdLst>
            <p14:sldId id="2147482386"/>
            <p14:sldId id="322"/>
            <p14:sldId id="264"/>
            <p14:sldId id="288"/>
            <p14:sldId id="2147483640"/>
            <p14:sldId id="320"/>
          </p14:sldIdLst>
        </p14:section>
        <p14:section name="Accès sécurisé aux rôles et aux ressources sensibles" id="{9C4416DE-83EE-4670-9BB8-90242EE69139}">
          <p14:sldIdLst>
            <p14:sldId id="2147482385"/>
            <p14:sldId id="323"/>
            <p14:sldId id="256"/>
            <p14:sldId id="314"/>
            <p14:sldId id="2147482439"/>
            <p14:sldId id="2147483641"/>
            <p14:sldId id="2147482438"/>
            <p14:sldId id="278"/>
          </p14:sldIdLst>
        </p14:section>
        <p14:section name="Support technique et récupération de comptes" id="{CE39436F-E527-4E3F-A7A2-86556A6CBAC0}">
          <p14:sldIdLst>
            <p14:sldId id="2147482387"/>
            <p14:sldId id="325"/>
            <p14:sldId id="298"/>
            <p14:sldId id="316"/>
            <p14:sldId id="2147482429"/>
            <p14:sldId id="295"/>
          </p14:sldIdLst>
        </p14:section>
        <p14:section name="Axes de mise en œuvre de la solution" id="{B0F17836-2736-43B1-9C6C-C74E488BE9DD}">
          <p14:sldIdLst>
            <p14:sldId id="294"/>
            <p14:sldId id="2147480055"/>
            <p14:sldId id="2076138261"/>
            <p14:sldId id="258"/>
            <p14:sldId id="262"/>
            <p14:sldId id="261"/>
            <p14:sldId id="2141411065"/>
            <p14:sldId id="2147478152"/>
            <p14:sldId id="2147478153"/>
            <p14:sldId id="260"/>
            <p14:sldId id="267"/>
            <p14:sldId id="263"/>
          </p14:sldIdLst>
        </p14:section>
        <p14:section name=" Annexes (ne pas montrer)" id="{F7C97909-4752-4A21-B9D3-3C429478B9ED}">
          <p14:sldIdLst>
            <p14:sldId id="2147482383"/>
          </p14:sldIdLst>
        </p14:section>
        <p14:section name="Vos scénarios sous forme de &quot;Storyboards&quot;" id="{D2923DC2-9CDB-4910-9544-8C2ECC406604}">
          <p14:sldIdLst>
            <p14:sldId id="259"/>
            <p14:sldId id="266"/>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David Griffith" initials="DG" lastIdx="3" clrIdx="5">
    <p:extLst>
      <p:ext uri="{19B8F6BF-5375-455C-9EA6-DF929625EA0E}">
        <p15:presenceInfo xmlns:p15="http://schemas.microsoft.com/office/powerpoint/2012/main" userId="David Griff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2F2F2"/>
    <a:srgbClr val="5A5A57"/>
    <a:srgbClr val="0078D4"/>
    <a:srgbClr val="FFB900"/>
    <a:srgbClr val="107C10"/>
    <a:srgbClr val="F1F1F1"/>
    <a:srgbClr val="FFFFFF"/>
    <a:srgbClr val="243A5E"/>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A8B008-2BA1-4D95-A21F-4D704427799E}" v="310" dt="2025-05-12T13:49:20.5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24" autoAdjust="0"/>
  </p:normalViewPr>
  <p:slideViewPr>
    <p:cSldViewPr snapToGrid="0">
      <p:cViewPr varScale="1">
        <p:scale>
          <a:sx n="159" d="100"/>
          <a:sy n="159" d="100"/>
        </p:scale>
        <p:origin x="1637" y="336"/>
      </p:cViewPr>
      <p:guideLst/>
    </p:cSldViewPr>
  </p:slideViewPr>
  <p:notesTextViewPr>
    <p:cViewPr>
      <p:scale>
        <a:sx n="1" d="1"/>
        <a:sy n="1" d="1"/>
      </p:scale>
      <p:origin x="0" y="0"/>
    </p:cViewPr>
  </p:notesTextViewPr>
  <p:notesViewPr>
    <p:cSldViewPr snapToGrid="0">
      <p:cViewPr>
        <p:scale>
          <a:sx n="1" d="2"/>
          <a:sy n="1" d="2"/>
        </p:scale>
        <p:origin x="6552" y="21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e Beraud" userId="3b1c6667-7fbc-45cf-ac7c-d346ed9edd62" providerId="ADAL" clId="{49F29F40-D8B0-4651-BBA2-EE9E1D728027}"/>
    <pc:docChg chg="undo custSel addSld delSld modSld delSection modSection">
      <pc:chgData name="Philippe Beraud" userId="3b1c6667-7fbc-45cf-ac7c-d346ed9edd62" providerId="ADAL" clId="{49F29F40-D8B0-4651-BBA2-EE9E1D728027}" dt="2025-03-21T09:44:12.162" v="119" actId="17851"/>
      <pc:docMkLst>
        <pc:docMk/>
      </pc:docMkLst>
      <pc:sldChg chg="add del">
        <pc:chgData name="Philippe Beraud" userId="3b1c6667-7fbc-45cf-ac7c-d346ed9edd62" providerId="ADAL" clId="{49F29F40-D8B0-4651-BBA2-EE9E1D728027}" dt="2025-03-21T09:43:58.611" v="114" actId="47"/>
        <pc:sldMkLst>
          <pc:docMk/>
          <pc:sldMk cId="587190682" sldId="256"/>
        </pc:sldMkLst>
      </pc:sldChg>
      <pc:sldChg chg="modSp mod">
        <pc:chgData name="Philippe Beraud" userId="3b1c6667-7fbc-45cf-ac7c-d346ed9edd62" providerId="ADAL" clId="{49F29F40-D8B0-4651-BBA2-EE9E1D728027}" dt="2025-03-21T09:41:37.362" v="35" actId="20577"/>
        <pc:sldMkLst>
          <pc:docMk/>
          <pc:sldMk cId="186779101" sldId="257"/>
        </pc:sldMkLst>
        <pc:spChg chg="mod">
          <ac:chgData name="Philippe Beraud" userId="3b1c6667-7fbc-45cf-ac7c-d346ed9edd62" providerId="ADAL" clId="{49F29F40-D8B0-4651-BBA2-EE9E1D728027}" dt="2025-03-21T09:41:31.462" v="32" actId="20577"/>
          <ac:spMkLst>
            <pc:docMk/>
            <pc:sldMk cId="186779101" sldId="257"/>
            <ac:spMk id="3" creationId="{6DE0E1A5-D98C-47FE-B441-72F4FEA1794B}"/>
          </ac:spMkLst>
        </pc:spChg>
        <pc:spChg chg="mod">
          <ac:chgData name="Philippe Beraud" userId="3b1c6667-7fbc-45cf-ac7c-d346ed9edd62" providerId="ADAL" clId="{49F29F40-D8B0-4651-BBA2-EE9E1D728027}" dt="2025-03-21T09:41:37.362" v="35" actId="20577"/>
          <ac:spMkLst>
            <pc:docMk/>
            <pc:sldMk cId="186779101" sldId="257"/>
            <ac:spMk id="9" creationId="{B3C90CB1-036D-FD4F-C1B5-F5037E745533}"/>
          </ac:spMkLst>
        </pc:spChg>
      </pc:sldChg>
      <pc:sldChg chg="add del">
        <pc:chgData name="Philippe Beraud" userId="3b1c6667-7fbc-45cf-ac7c-d346ed9edd62" providerId="ADAL" clId="{49F29F40-D8B0-4651-BBA2-EE9E1D728027}" dt="2025-03-21T09:43:58.611" v="114" actId="47"/>
        <pc:sldMkLst>
          <pc:docMk/>
          <pc:sldMk cId="4229097036" sldId="370"/>
        </pc:sldMkLst>
      </pc:sldChg>
      <pc:sldChg chg="add del">
        <pc:chgData name="Philippe Beraud" userId="3b1c6667-7fbc-45cf-ac7c-d346ed9edd62" providerId="ADAL" clId="{49F29F40-D8B0-4651-BBA2-EE9E1D728027}" dt="2025-03-21T09:43:58.611" v="114" actId="47"/>
        <pc:sldMkLst>
          <pc:docMk/>
          <pc:sldMk cId="1680466533" sldId="401"/>
        </pc:sldMkLst>
      </pc:sldChg>
      <pc:sldChg chg="add del">
        <pc:chgData name="Philippe Beraud" userId="3b1c6667-7fbc-45cf-ac7c-d346ed9edd62" providerId="ADAL" clId="{49F29F40-D8B0-4651-BBA2-EE9E1D728027}" dt="2025-03-21T09:43:58.611" v="114" actId="47"/>
        <pc:sldMkLst>
          <pc:docMk/>
          <pc:sldMk cId="3434041231" sldId="402"/>
        </pc:sldMkLst>
      </pc:sldChg>
      <pc:sldChg chg="add del">
        <pc:chgData name="Philippe Beraud" userId="3b1c6667-7fbc-45cf-ac7c-d346ed9edd62" providerId="ADAL" clId="{49F29F40-D8B0-4651-BBA2-EE9E1D728027}" dt="2025-03-21T09:43:58.611" v="114" actId="47"/>
        <pc:sldMkLst>
          <pc:docMk/>
          <pc:sldMk cId="2894238728" sldId="405"/>
        </pc:sldMkLst>
      </pc:sldChg>
      <pc:sldChg chg="add del">
        <pc:chgData name="Philippe Beraud" userId="3b1c6667-7fbc-45cf-ac7c-d346ed9edd62" providerId="ADAL" clId="{49F29F40-D8B0-4651-BBA2-EE9E1D728027}" dt="2025-03-21T09:43:58.611" v="114" actId="47"/>
        <pc:sldMkLst>
          <pc:docMk/>
          <pc:sldMk cId="1457237321" sldId="723"/>
        </pc:sldMkLst>
      </pc:sldChg>
      <pc:sldChg chg="add del">
        <pc:chgData name="Philippe Beraud" userId="3b1c6667-7fbc-45cf-ac7c-d346ed9edd62" providerId="ADAL" clId="{49F29F40-D8B0-4651-BBA2-EE9E1D728027}" dt="2025-03-21T09:43:58.611" v="114" actId="47"/>
        <pc:sldMkLst>
          <pc:docMk/>
          <pc:sldMk cId="512404363" sldId="727"/>
        </pc:sldMkLst>
      </pc:sldChg>
      <pc:sldChg chg="add del">
        <pc:chgData name="Philippe Beraud" userId="3b1c6667-7fbc-45cf-ac7c-d346ed9edd62" providerId="ADAL" clId="{49F29F40-D8B0-4651-BBA2-EE9E1D728027}" dt="2025-03-21T09:43:58.611" v="114" actId="47"/>
        <pc:sldMkLst>
          <pc:docMk/>
          <pc:sldMk cId="3183702718" sldId="728"/>
        </pc:sldMkLst>
      </pc:sldChg>
      <pc:sldChg chg="add del">
        <pc:chgData name="Philippe Beraud" userId="3b1c6667-7fbc-45cf-ac7c-d346ed9edd62" providerId="ADAL" clId="{49F29F40-D8B0-4651-BBA2-EE9E1D728027}" dt="2025-03-21T09:43:58.611" v="114" actId="47"/>
        <pc:sldMkLst>
          <pc:docMk/>
          <pc:sldMk cId="710444592" sldId="731"/>
        </pc:sldMkLst>
      </pc:sldChg>
      <pc:sldChg chg="add del">
        <pc:chgData name="Philippe Beraud" userId="3b1c6667-7fbc-45cf-ac7c-d346ed9edd62" providerId="ADAL" clId="{49F29F40-D8B0-4651-BBA2-EE9E1D728027}" dt="2025-03-21T09:43:58.611" v="114" actId="47"/>
        <pc:sldMkLst>
          <pc:docMk/>
          <pc:sldMk cId="1008113574" sldId="734"/>
        </pc:sldMkLst>
      </pc:sldChg>
      <pc:sldChg chg="add del">
        <pc:chgData name="Philippe Beraud" userId="3b1c6667-7fbc-45cf-ac7c-d346ed9edd62" providerId="ADAL" clId="{49F29F40-D8B0-4651-BBA2-EE9E1D728027}" dt="2025-03-21T09:43:58.611" v="114" actId="47"/>
        <pc:sldMkLst>
          <pc:docMk/>
          <pc:sldMk cId="1852654962" sldId="737"/>
        </pc:sldMkLst>
      </pc:sldChg>
      <pc:sldChg chg="del">
        <pc:chgData name="Philippe Beraud" userId="3b1c6667-7fbc-45cf-ac7c-d346ed9edd62" providerId="ADAL" clId="{49F29F40-D8B0-4651-BBA2-EE9E1D728027}" dt="2025-03-21T09:42:43.936" v="83" actId="47"/>
        <pc:sldMkLst>
          <pc:docMk/>
          <pc:sldMk cId="1731165916" sldId="750"/>
        </pc:sldMkLst>
      </pc:sldChg>
      <pc:sldChg chg="add del">
        <pc:chgData name="Philippe Beraud" userId="3b1c6667-7fbc-45cf-ac7c-d346ed9edd62" providerId="ADAL" clId="{49F29F40-D8B0-4651-BBA2-EE9E1D728027}" dt="2025-03-21T09:43:58.611" v="114" actId="47"/>
        <pc:sldMkLst>
          <pc:docMk/>
          <pc:sldMk cId="3242522775" sldId="752"/>
        </pc:sldMkLst>
      </pc:sldChg>
      <pc:sldChg chg="add del">
        <pc:chgData name="Philippe Beraud" userId="3b1c6667-7fbc-45cf-ac7c-d346ed9edd62" providerId="ADAL" clId="{49F29F40-D8B0-4651-BBA2-EE9E1D728027}" dt="2025-03-21T09:43:58.611" v="114" actId="47"/>
        <pc:sldMkLst>
          <pc:docMk/>
          <pc:sldMk cId="2635578167" sldId="753"/>
        </pc:sldMkLst>
      </pc:sldChg>
      <pc:sldChg chg="add del">
        <pc:chgData name="Philippe Beraud" userId="3b1c6667-7fbc-45cf-ac7c-d346ed9edd62" providerId="ADAL" clId="{49F29F40-D8B0-4651-BBA2-EE9E1D728027}" dt="2025-03-21T09:43:58.611" v="114" actId="47"/>
        <pc:sldMkLst>
          <pc:docMk/>
          <pc:sldMk cId="802305538" sldId="780"/>
        </pc:sldMkLst>
      </pc:sldChg>
      <pc:sldChg chg="add del">
        <pc:chgData name="Philippe Beraud" userId="3b1c6667-7fbc-45cf-ac7c-d346ed9edd62" providerId="ADAL" clId="{49F29F40-D8B0-4651-BBA2-EE9E1D728027}" dt="2025-03-21T09:43:58.611" v="114" actId="47"/>
        <pc:sldMkLst>
          <pc:docMk/>
          <pc:sldMk cId="4189565434" sldId="782"/>
        </pc:sldMkLst>
      </pc:sldChg>
      <pc:sldChg chg="add del">
        <pc:chgData name="Philippe Beraud" userId="3b1c6667-7fbc-45cf-ac7c-d346ed9edd62" providerId="ADAL" clId="{49F29F40-D8B0-4651-BBA2-EE9E1D728027}" dt="2025-03-21T09:43:58.611" v="114" actId="47"/>
        <pc:sldMkLst>
          <pc:docMk/>
          <pc:sldMk cId="3419136596" sldId="783"/>
        </pc:sldMkLst>
      </pc:sldChg>
      <pc:sldChg chg="add del">
        <pc:chgData name="Philippe Beraud" userId="3b1c6667-7fbc-45cf-ac7c-d346ed9edd62" providerId="ADAL" clId="{49F29F40-D8B0-4651-BBA2-EE9E1D728027}" dt="2025-03-21T09:43:58.611" v="114" actId="47"/>
        <pc:sldMkLst>
          <pc:docMk/>
          <pc:sldMk cId="2419783209" sldId="790"/>
        </pc:sldMkLst>
      </pc:sldChg>
      <pc:sldChg chg="add del">
        <pc:chgData name="Philippe Beraud" userId="3b1c6667-7fbc-45cf-ac7c-d346ed9edd62" providerId="ADAL" clId="{49F29F40-D8B0-4651-BBA2-EE9E1D728027}" dt="2025-03-21T09:43:58.611" v="114" actId="47"/>
        <pc:sldMkLst>
          <pc:docMk/>
          <pc:sldMk cId="2427525784" sldId="792"/>
        </pc:sldMkLst>
      </pc:sldChg>
      <pc:sldChg chg="add del">
        <pc:chgData name="Philippe Beraud" userId="3b1c6667-7fbc-45cf-ac7c-d346ed9edd62" providerId="ADAL" clId="{49F29F40-D8B0-4651-BBA2-EE9E1D728027}" dt="2025-03-21T09:43:58.611" v="114" actId="47"/>
        <pc:sldMkLst>
          <pc:docMk/>
          <pc:sldMk cId="2392893078" sldId="793"/>
        </pc:sldMkLst>
      </pc:sldChg>
      <pc:sldChg chg="add del">
        <pc:chgData name="Philippe Beraud" userId="3b1c6667-7fbc-45cf-ac7c-d346ed9edd62" providerId="ADAL" clId="{49F29F40-D8B0-4651-BBA2-EE9E1D728027}" dt="2025-03-21T09:43:58.611" v="114" actId="47"/>
        <pc:sldMkLst>
          <pc:docMk/>
          <pc:sldMk cId="4071148427" sldId="794"/>
        </pc:sldMkLst>
      </pc:sldChg>
      <pc:sldChg chg="add del">
        <pc:chgData name="Philippe Beraud" userId="3b1c6667-7fbc-45cf-ac7c-d346ed9edd62" providerId="ADAL" clId="{49F29F40-D8B0-4651-BBA2-EE9E1D728027}" dt="2025-03-21T09:43:58.611" v="114" actId="47"/>
        <pc:sldMkLst>
          <pc:docMk/>
          <pc:sldMk cId="3127938486" sldId="795"/>
        </pc:sldMkLst>
      </pc:sldChg>
      <pc:sldChg chg="add del">
        <pc:chgData name="Philippe Beraud" userId="3b1c6667-7fbc-45cf-ac7c-d346ed9edd62" providerId="ADAL" clId="{49F29F40-D8B0-4651-BBA2-EE9E1D728027}" dt="2025-03-21T09:43:58.611" v="114" actId="47"/>
        <pc:sldMkLst>
          <pc:docMk/>
          <pc:sldMk cId="1058275143" sldId="797"/>
        </pc:sldMkLst>
      </pc:sldChg>
      <pc:sldChg chg="add del">
        <pc:chgData name="Philippe Beraud" userId="3b1c6667-7fbc-45cf-ac7c-d346ed9edd62" providerId="ADAL" clId="{49F29F40-D8B0-4651-BBA2-EE9E1D728027}" dt="2025-03-21T09:43:58.611" v="114" actId="47"/>
        <pc:sldMkLst>
          <pc:docMk/>
          <pc:sldMk cId="3878600257" sldId="799"/>
        </pc:sldMkLst>
      </pc:sldChg>
      <pc:sldChg chg="add del">
        <pc:chgData name="Philippe Beraud" userId="3b1c6667-7fbc-45cf-ac7c-d346ed9edd62" providerId="ADAL" clId="{49F29F40-D8B0-4651-BBA2-EE9E1D728027}" dt="2025-03-21T09:43:58.611" v="114" actId="47"/>
        <pc:sldMkLst>
          <pc:docMk/>
          <pc:sldMk cId="1405740701" sldId="804"/>
        </pc:sldMkLst>
      </pc:sldChg>
      <pc:sldChg chg="add del">
        <pc:chgData name="Philippe Beraud" userId="3b1c6667-7fbc-45cf-ac7c-d346ed9edd62" providerId="ADAL" clId="{49F29F40-D8B0-4651-BBA2-EE9E1D728027}" dt="2025-03-21T09:43:58.611" v="114" actId="47"/>
        <pc:sldMkLst>
          <pc:docMk/>
          <pc:sldMk cId="59778185" sldId="805"/>
        </pc:sldMkLst>
      </pc:sldChg>
      <pc:sldChg chg="add del">
        <pc:chgData name="Philippe Beraud" userId="3b1c6667-7fbc-45cf-ac7c-d346ed9edd62" providerId="ADAL" clId="{49F29F40-D8B0-4651-BBA2-EE9E1D728027}" dt="2025-03-21T09:43:58.611" v="114" actId="47"/>
        <pc:sldMkLst>
          <pc:docMk/>
          <pc:sldMk cId="957614230" sldId="806"/>
        </pc:sldMkLst>
      </pc:sldChg>
      <pc:sldChg chg="add del">
        <pc:chgData name="Philippe Beraud" userId="3b1c6667-7fbc-45cf-ac7c-d346ed9edd62" providerId="ADAL" clId="{49F29F40-D8B0-4651-BBA2-EE9E1D728027}" dt="2025-03-21T09:43:58.611" v="114" actId="47"/>
        <pc:sldMkLst>
          <pc:docMk/>
          <pc:sldMk cId="1739939618" sldId="807"/>
        </pc:sldMkLst>
      </pc:sldChg>
      <pc:sldChg chg="add del">
        <pc:chgData name="Philippe Beraud" userId="3b1c6667-7fbc-45cf-ac7c-d346ed9edd62" providerId="ADAL" clId="{49F29F40-D8B0-4651-BBA2-EE9E1D728027}" dt="2025-03-21T09:43:58.611" v="114" actId="47"/>
        <pc:sldMkLst>
          <pc:docMk/>
          <pc:sldMk cId="3686508750" sldId="808"/>
        </pc:sldMkLst>
      </pc:sldChg>
      <pc:sldChg chg="add del">
        <pc:chgData name="Philippe Beraud" userId="3b1c6667-7fbc-45cf-ac7c-d346ed9edd62" providerId="ADAL" clId="{49F29F40-D8B0-4651-BBA2-EE9E1D728027}" dt="2025-03-21T09:43:58.611" v="114" actId="47"/>
        <pc:sldMkLst>
          <pc:docMk/>
          <pc:sldMk cId="1368575297" sldId="812"/>
        </pc:sldMkLst>
      </pc:sldChg>
      <pc:sldChg chg="add del">
        <pc:chgData name="Philippe Beraud" userId="3b1c6667-7fbc-45cf-ac7c-d346ed9edd62" providerId="ADAL" clId="{49F29F40-D8B0-4651-BBA2-EE9E1D728027}" dt="2025-03-21T09:43:58.611" v="114" actId="47"/>
        <pc:sldMkLst>
          <pc:docMk/>
          <pc:sldMk cId="3896018892" sldId="814"/>
        </pc:sldMkLst>
      </pc:sldChg>
      <pc:sldChg chg="add del">
        <pc:chgData name="Philippe Beraud" userId="3b1c6667-7fbc-45cf-ac7c-d346ed9edd62" providerId="ADAL" clId="{49F29F40-D8B0-4651-BBA2-EE9E1D728027}" dt="2025-03-21T09:43:58.611" v="114" actId="47"/>
        <pc:sldMkLst>
          <pc:docMk/>
          <pc:sldMk cId="3082950833" sldId="822"/>
        </pc:sldMkLst>
      </pc:sldChg>
      <pc:sldChg chg="add del">
        <pc:chgData name="Philippe Beraud" userId="3b1c6667-7fbc-45cf-ac7c-d346ed9edd62" providerId="ADAL" clId="{49F29F40-D8B0-4651-BBA2-EE9E1D728027}" dt="2025-03-21T09:43:58.611" v="114" actId="47"/>
        <pc:sldMkLst>
          <pc:docMk/>
          <pc:sldMk cId="2864772475" sldId="825"/>
        </pc:sldMkLst>
      </pc:sldChg>
      <pc:sldChg chg="add del">
        <pc:chgData name="Philippe Beraud" userId="3b1c6667-7fbc-45cf-ac7c-d346ed9edd62" providerId="ADAL" clId="{49F29F40-D8B0-4651-BBA2-EE9E1D728027}" dt="2025-03-21T09:43:58.611" v="114" actId="47"/>
        <pc:sldMkLst>
          <pc:docMk/>
          <pc:sldMk cId="4129216089" sldId="826"/>
        </pc:sldMkLst>
      </pc:sldChg>
      <pc:sldChg chg="add del">
        <pc:chgData name="Philippe Beraud" userId="3b1c6667-7fbc-45cf-ac7c-d346ed9edd62" providerId="ADAL" clId="{49F29F40-D8B0-4651-BBA2-EE9E1D728027}" dt="2025-03-21T09:43:58.611" v="114" actId="47"/>
        <pc:sldMkLst>
          <pc:docMk/>
          <pc:sldMk cId="867833935" sldId="4504"/>
        </pc:sldMkLst>
      </pc:sldChg>
      <pc:sldChg chg="add del">
        <pc:chgData name="Philippe Beraud" userId="3b1c6667-7fbc-45cf-ac7c-d346ed9edd62" providerId="ADAL" clId="{49F29F40-D8B0-4651-BBA2-EE9E1D728027}" dt="2025-03-21T09:43:58.611" v="114" actId="47"/>
        <pc:sldMkLst>
          <pc:docMk/>
          <pc:sldMk cId="548617601" sldId="4505"/>
        </pc:sldMkLst>
      </pc:sldChg>
      <pc:sldChg chg="add del">
        <pc:chgData name="Philippe Beraud" userId="3b1c6667-7fbc-45cf-ac7c-d346ed9edd62" providerId="ADAL" clId="{49F29F40-D8B0-4651-BBA2-EE9E1D728027}" dt="2025-03-21T09:43:58.611" v="114" actId="47"/>
        <pc:sldMkLst>
          <pc:docMk/>
          <pc:sldMk cId="3617415643" sldId="4681"/>
        </pc:sldMkLst>
      </pc:sldChg>
      <pc:sldChg chg="add del">
        <pc:chgData name="Philippe Beraud" userId="3b1c6667-7fbc-45cf-ac7c-d346ed9edd62" providerId="ADAL" clId="{49F29F40-D8B0-4651-BBA2-EE9E1D728027}" dt="2025-03-21T09:43:58.611" v="114" actId="47"/>
        <pc:sldMkLst>
          <pc:docMk/>
          <pc:sldMk cId="1526741182" sldId="2076138474"/>
        </pc:sldMkLst>
      </pc:sldChg>
      <pc:sldChg chg="add del">
        <pc:chgData name="Philippe Beraud" userId="3b1c6667-7fbc-45cf-ac7c-d346ed9edd62" providerId="ADAL" clId="{49F29F40-D8B0-4651-BBA2-EE9E1D728027}" dt="2025-03-21T09:43:58.611" v="114" actId="47"/>
        <pc:sldMkLst>
          <pc:docMk/>
          <pc:sldMk cId="2490706194" sldId="2076138475"/>
        </pc:sldMkLst>
      </pc:sldChg>
      <pc:sldChg chg="add del">
        <pc:chgData name="Philippe Beraud" userId="3b1c6667-7fbc-45cf-ac7c-d346ed9edd62" providerId="ADAL" clId="{49F29F40-D8B0-4651-BBA2-EE9E1D728027}" dt="2025-03-21T09:43:58.611" v="114" actId="47"/>
        <pc:sldMkLst>
          <pc:docMk/>
          <pc:sldMk cId="4281295521" sldId="2076138476"/>
        </pc:sldMkLst>
      </pc:sldChg>
      <pc:sldChg chg="add del">
        <pc:chgData name="Philippe Beraud" userId="3b1c6667-7fbc-45cf-ac7c-d346ed9edd62" providerId="ADAL" clId="{49F29F40-D8B0-4651-BBA2-EE9E1D728027}" dt="2025-03-21T09:43:58.611" v="114" actId="47"/>
        <pc:sldMkLst>
          <pc:docMk/>
          <pc:sldMk cId="1339922469" sldId="2076138477"/>
        </pc:sldMkLst>
      </pc:sldChg>
      <pc:sldChg chg="add del">
        <pc:chgData name="Philippe Beraud" userId="3b1c6667-7fbc-45cf-ac7c-d346ed9edd62" providerId="ADAL" clId="{49F29F40-D8B0-4651-BBA2-EE9E1D728027}" dt="2025-03-21T09:43:58.611" v="114" actId="47"/>
        <pc:sldMkLst>
          <pc:docMk/>
          <pc:sldMk cId="1866038931" sldId="2076138479"/>
        </pc:sldMkLst>
      </pc:sldChg>
      <pc:sldChg chg="modSp mod">
        <pc:chgData name="Philippe Beraud" userId="3b1c6667-7fbc-45cf-ac7c-d346ed9edd62" providerId="ADAL" clId="{49F29F40-D8B0-4651-BBA2-EE9E1D728027}" dt="2025-03-21T09:42:16.909" v="82" actId="20577"/>
        <pc:sldMkLst>
          <pc:docMk/>
          <pc:sldMk cId="2378851425" sldId="2123258675"/>
        </pc:sldMkLst>
        <pc:spChg chg="mod">
          <ac:chgData name="Philippe Beraud" userId="3b1c6667-7fbc-45cf-ac7c-d346ed9edd62" providerId="ADAL" clId="{49F29F40-D8B0-4651-BBA2-EE9E1D728027}" dt="2025-03-21T09:42:04.124" v="67" actId="20577"/>
          <ac:spMkLst>
            <pc:docMk/>
            <pc:sldMk cId="2378851425" sldId="2123258675"/>
            <ac:spMk id="2" creationId="{B6C43AA7-C5A5-B85D-5015-BB489240D698}"/>
          </ac:spMkLst>
        </pc:spChg>
        <pc:spChg chg="mod">
          <ac:chgData name="Philippe Beraud" userId="3b1c6667-7fbc-45cf-ac7c-d346ed9edd62" providerId="ADAL" clId="{49F29F40-D8B0-4651-BBA2-EE9E1D728027}" dt="2025-03-21T09:42:16.909" v="82" actId="20577"/>
          <ac:spMkLst>
            <pc:docMk/>
            <pc:sldMk cId="2378851425" sldId="2123258675"/>
            <ac:spMk id="3" creationId="{DFB38DCA-FE53-7BA1-FE71-AD51AF7F1E61}"/>
          </ac:spMkLst>
        </pc:spChg>
      </pc:sldChg>
      <pc:sldChg chg="add del">
        <pc:chgData name="Philippe Beraud" userId="3b1c6667-7fbc-45cf-ac7c-d346ed9edd62" providerId="ADAL" clId="{49F29F40-D8B0-4651-BBA2-EE9E1D728027}" dt="2025-03-21T09:43:58.611" v="114" actId="47"/>
        <pc:sldMkLst>
          <pc:docMk/>
          <pc:sldMk cId="1184250862" sldId="2123259216"/>
        </pc:sldMkLst>
      </pc:sldChg>
      <pc:sldChg chg="add del">
        <pc:chgData name="Philippe Beraud" userId="3b1c6667-7fbc-45cf-ac7c-d346ed9edd62" providerId="ADAL" clId="{49F29F40-D8B0-4651-BBA2-EE9E1D728027}" dt="2025-03-21T09:43:58.611" v="114" actId="47"/>
        <pc:sldMkLst>
          <pc:docMk/>
          <pc:sldMk cId="411057797" sldId="2123259218"/>
        </pc:sldMkLst>
      </pc:sldChg>
      <pc:sldChg chg="add del">
        <pc:chgData name="Philippe Beraud" userId="3b1c6667-7fbc-45cf-ac7c-d346ed9edd62" providerId="ADAL" clId="{49F29F40-D8B0-4651-BBA2-EE9E1D728027}" dt="2025-03-21T09:43:58.611" v="114" actId="47"/>
        <pc:sldMkLst>
          <pc:docMk/>
          <pc:sldMk cId="4098080239" sldId="2123259219"/>
        </pc:sldMkLst>
      </pc:sldChg>
      <pc:sldChg chg="add del">
        <pc:chgData name="Philippe Beraud" userId="3b1c6667-7fbc-45cf-ac7c-d346ed9edd62" providerId="ADAL" clId="{49F29F40-D8B0-4651-BBA2-EE9E1D728027}" dt="2025-03-21T09:43:58.611" v="114" actId="47"/>
        <pc:sldMkLst>
          <pc:docMk/>
          <pc:sldMk cId="2050635845" sldId="2123259222"/>
        </pc:sldMkLst>
      </pc:sldChg>
      <pc:sldChg chg="del">
        <pc:chgData name="Philippe Beraud" userId="3b1c6667-7fbc-45cf-ac7c-d346ed9edd62" providerId="ADAL" clId="{49F29F40-D8B0-4651-BBA2-EE9E1D728027}" dt="2025-03-21T09:42:47.306" v="84" actId="47"/>
        <pc:sldMkLst>
          <pc:docMk/>
          <pc:sldMk cId="2960849163" sldId="2147470631"/>
        </pc:sldMkLst>
      </pc:sldChg>
      <pc:sldChg chg="add del">
        <pc:chgData name="Philippe Beraud" userId="3b1c6667-7fbc-45cf-ac7c-d346ed9edd62" providerId="ADAL" clId="{49F29F40-D8B0-4651-BBA2-EE9E1D728027}" dt="2025-03-21T09:43:58.611" v="114" actId="47"/>
        <pc:sldMkLst>
          <pc:docMk/>
          <pc:sldMk cId="3377992667" sldId="2147471212"/>
        </pc:sldMkLst>
      </pc:sldChg>
      <pc:sldChg chg="del">
        <pc:chgData name="Philippe Beraud" userId="3b1c6667-7fbc-45cf-ac7c-d346ed9edd62" providerId="ADAL" clId="{49F29F40-D8B0-4651-BBA2-EE9E1D728027}" dt="2025-03-21T09:43:03.905" v="86" actId="47"/>
        <pc:sldMkLst>
          <pc:docMk/>
          <pc:sldMk cId="3573416678" sldId="2147471220"/>
        </pc:sldMkLst>
      </pc:sldChg>
      <pc:sldChg chg="del">
        <pc:chgData name="Philippe Beraud" userId="3b1c6667-7fbc-45cf-ac7c-d346ed9edd62" providerId="ADAL" clId="{49F29F40-D8B0-4651-BBA2-EE9E1D728027}" dt="2025-03-21T09:43:03.905" v="86" actId="47"/>
        <pc:sldMkLst>
          <pc:docMk/>
          <pc:sldMk cId="10692111" sldId="2147471222"/>
        </pc:sldMkLst>
      </pc:sldChg>
      <pc:sldChg chg="add del">
        <pc:chgData name="Philippe Beraud" userId="3b1c6667-7fbc-45cf-ac7c-d346ed9edd62" providerId="ADAL" clId="{49F29F40-D8B0-4651-BBA2-EE9E1D728027}" dt="2025-03-21T09:43:58.611" v="114" actId="47"/>
        <pc:sldMkLst>
          <pc:docMk/>
          <pc:sldMk cId="437119859" sldId="2147471227"/>
        </pc:sldMkLst>
      </pc:sldChg>
      <pc:sldChg chg="add del">
        <pc:chgData name="Philippe Beraud" userId="3b1c6667-7fbc-45cf-ac7c-d346ed9edd62" providerId="ADAL" clId="{49F29F40-D8B0-4651-BBA2-EE9E1D728027}" dt="2025-03-21T09:43:58.611" v="114" actId="47"/>
        <pc:sldMkLst>
          <pc:docMk/>
          <pc:sldMk cId="1057587519" sldId="2147471228"/>
        </pc:sldMkLst>
      </pc:sldChg>
      <pc:sldChg chg="add del">
        <pc:chgData name="Philippe Beraud" userId="3b1c6667-7fbc-45cf-ac7c-d346ed9edd62" providerId="ADAL" clId="{49F29F40-D8B0-4651-BBA2-EE9E1D728027}" dt="2025-03-21T09:43:58.611" v="114" actId="47"/>
        <pc:sldMkLst>
          <pc:docMk/>
          <pc:sldMk cId="1622738025" sldId="2147471229"/>
        </pc:sldMkLst>
      </pc:sldChg>
      <pc:sldChg chg="add del">
        <pc:chgData name="Philippe Beraud" userId="3b1c6667-7fbc-45cf-ac7c-d346ed9edd62" providerId="ADAL" clId="{49F29F40-D8B0-4651-BBA2-EE9E1D728027}" dt="2025-03-21T09:43:58.611" v="114" actId="47"/>
        <pc:sldMkLst>
          <pc:docMk/>
          <pc:sldMk cId="2748658988" sldId="2147471230"/>
        </pc:sldMkLst>
      </pc:sldChg>
      <pc:sldChg chg="add del">
        <pc:chgData name="Philippe Beraud" userId="3b1c6667-7fbc-45cf-ac7c-d346ed9edd62" providerId="ADAL" clId="{49F29F40-D8B0-4651-BBA2-EE9E1D728027}" dt="2025-03-21T09:43:58.611" v="114" actId="47"/>
        <pc:sldMkLst>
          <pc:docMk/>
          <pc:sldMk cId="2720673320" sldId="2147471232"/>
        </pc:sldMkLst>
      </pc:sldChg>
      <pc:sldChg chg="del">
        <pc:chgData name="Philippe Beraud" userId="3b1c6667-7fbc-45cf-ac7c-d346ed9edd62" providerId="ADAL" clId="{49F29F40-D8B0-4651-BBA2-EE9E1D728027}" dt="2025-03-21T09:42:43.936" v="83" actId="47"/>
        <pc:sldMkLst>
          <pc:docMk/>
          <pc:sldMk cId="3398491940" sldId="2147471233"/>
        </pc:sldMkLst>
      </pc:sldChg>
      <pc:sldChg chg="add del">
        <pc:chgData name="Philippe Beraud" userId="3b1c6667-7fbc-45cf-ac7c-d346ed9edd62" providerId="ADAL" clId="{49F29F40-D8B0-4651-BBA2-EE9E1D728027}" dt="2025-03-21T09:43:58.611" v="114" actId="47"/>
        <pc:sldMkLst>
          <pc:docMk/>
          <pc:sldMk cId="3250206478" sldId="2147471234"/>
        </pc:sldMkLst>
      </pc:sldChg>
      <pc:sldChg chg="add del">
        <pc:chgData name="Philippe Beraud" userId="3b1c6667-7fbc-45cf-ac7c-d346ed9edd62" providerId="ADAL" clId="{49F29F40-D8B0-4651-BBA2-EE9E1D728027}" dt="2025-03-21T09:43:58.611" v="114" actId="47"/>
        <pc:sldMkLst>
          <pc:docMk/>
          <pc:sldMk cId="798694335" sldId="2147471239"/>
        </pc:sldMkLst>
      </pc:sldChg>
      <pc:sldChg chg="add del">
        <pc:chgData name="Philippe Beraud" userId="3b1c6667-7fbc-45cf-ac7c-d346ed9edd62" providerId="ADAL" clId="{49F29F40-D8B0-4651-BBA2-EE9E1D728027}" dt="2025-03-21T09:43:58.611" v="114" actId="47"/>
        <pc:sldMkLst>
          <pc:docMk/>
          <pc:sldMk cId="2142399026" sldId="2147471240"/>
        </pc:sldMkLst>
      </pc:sldChg>
      <pc:sldChg chg="add del">
        <pc:chgData name="Philippe Beraud" userId="3b1c6667-7fbc-45cf-ac7c-d346ed9edd62" providerId="ADAL" clId="{49F29F40-D8B0-4651-BBA2-EE9E1D728027}" dt="2025-03-21T09:43:58.611" v="114" actId="47"/>
        <pc:sldMkLst>
          <pc:docMk/>
          <pc:sldMk cId="249435372" sldId="2147471241"/>
        </pc:sldMkLst>
      </pc:sldChg>
      <pc:sldChg chg="del">
        <pc:chgData name="Philippe Beraud" userId="3b1c6667-7fbc-45cf-ac7c-d346ed9edd62" providerId="ADAL" clId="{49F29F40-D8B0-4651-BBA2-EE9E1D728027}" dt="2025-03-21T09:42:43.936" v="83" actId="47"/>
        <pc:sldMkLst>
          <pc:docMk/>
          <pc:sldMk cId="3857278450" sldId="2147471244"/>
        </pc:sldMkLst>
      </pc:sldChg>
      <pc:sldChg chg="add del">
        <pc:chgData name="Philippe Beraud" userId="3b1c6667-7fbc-45cf-ac7c-d346ed9edd62" providerId="ADAL" clId="{49F29F40-D8B0-4651-BBA2-EE9E1D728027}" dt="2025-03-21T09:43:58.611" v="114" actId="47"/>
        <pc:sldMkLst>
          <pc:docMk/>
          <pc:sldMk cId="2215497525" sldId="2147471245"/>
        </pc:sldMkLst>
      </pc:sldChg>
      <pc:sldChg chg="add del">
        <pc:chgData name="Philippe Beraud" userId="3b1c6667-7fbc-45cf-ac7c-d346ed9edd62" providerId="ADAL" clId="{49F29F40-D8B0-4651-BBA2-EE9E1D728027}" dt="2025-03-21T09:43:58.611" v="114" actId="47"/>
        <pc:sldMkLst>
          <pc:docMk/>
          <pc:sldMk cId="2324733093" sldId="2147471247"/>
        </pc:sldMkLst>
      </pc:sldChg>
      <pc:sldChg chg="del">
        <pc:chgData name="Philippe Beraud" userId="3b1c6667-7fbc-45cf-ac7c-d346ed9edd62" providerId="ADAL" clId="{49F29F40-D8B0-4651-BBA2-EE9E1D728027}" dt="2025-03-21T09:43:03.905" v="86" actId="47"/>
        <pc:sldMkLst>
          <pc:docMk/>
          <pc:sldMk cId="1259337514" sldId="2147471248"/>
        </pc:sldMkLst>
      </pc:sldChg>
      <pc:sldChg chg="modSp mod">
        <pc:chgData name="Philippe Beraud" userId="3b1c6667-7fbc-45cf-ac7c-d346ed9edd62" providerId="ADAL" clId="{49F29F40-D8B0-4651-BBA2-EE9E1D728027}" dt="2025-03-21T09:43:17.432" v="109" actId="20577"/>
        <pc:sldMkLst>
          <pc:docMk/>
          <pc:sldMk cId="1725151171" sldId="2147471250"/>
        </pc:sldMkLst>
      </pc:sldChg>
      <pc:sldChg chg="del">
        <pc:chgData name="Philippe Beraud" userId="3b1c6667-7fbc-45cf-ac7c-d346ed9edd62" providerId="ADAL" clId="{49F29F40-D8B0-4651-BBA2-EE9E1D728027}" dt="2025-03-21T09:43:03.905" v="86" actId="47"/>
        <pc:sldMkLst>
          <pc:docMk/>
          <pc:sldMk cId="2029481300" sldId="2147471253"/>
        </pc:sldMkLst>
      </pc:sldChg>
      <pc:sldChg chg="del">
        <pc:chgData name="Philippe Beraud" userId="3b1c6667-7fbc-45cf-ac7c-d346ed9edd62" providerId="ADAL" clId="{49F29F40-D8B0-4651-BBA2-EE9E1D728027}" dt="2025-03-21T09:43:03.905" v="86" actId="47"/>
        <pc:sldMkLst>
          <pc:docMk/>
          <pc:sldMk cId="1434968480" sldId="2147471254"/>
        </pc:sldMkLst>
      </pc:sldChg>
      <pc:sldChg chg="del">
        <pc:chgData name="Philippe Beraud" userId="3b1c6667-7fbc-45cf-ac7c-d346ed9edd62" providerId="ADAL" clId="{49F29F40-D8B0-4651-BBA2-EE9E1D728027}" dt="2025-03-21T09:43:03.905" v="86" actId="47"/>
        <pc:sldMkLst>
          <pc:docMk/>
          <pc:sldMk cId="4153093245" sldId="2147471255"/>
        </pc:sldMkLst>
      </pc:sldChg>
      <pc:sldChg chg="add del">
        <pc:chgData name="Philippe Beraud" userId="3b1c6667-7fbc-45cf-ac7c-d346ed9edd62" providerId="ADAL" clId="{49F29F40-D8B0-4651-BBA2-EE9E1D728027}" dt="2025-03-21T09:43:58.611" v="114" actId="47"/>
        <pc:sldMkLst>
          <pc:docMk/>
          <pc:sldMk cId="574643598" sldId="2147471257"/>
        </pc:sldMkLst>
      </pc:sldChg>
      <pc:sldChg chg="add del">
        <pc:chgData name="Philippe Beraud" userId="3b1c6667-7fbc-45cf-ac7c-d346ed9edd62" providerId="ADAL" clId="{49F29F40-D8B0-4651-BBA2-EE9E1D728027}" dt="2025-03-21T09:43:58.611" v="114" actId="47"/>
        <pc:sldMkLst>
          <pc:docMk/>
          <pc:sldMk cId="2645004171" sldId="2147471258"/>
        </pc:sldMkLst>
      </pc:sldChg>
      <pc:sldChg chg="add del">
        <pc:chgData name="Philippe Beraud" userId="3b1c6667-7fbc-45cf-ac7c-d346ed9edd62" providerId="ADAL" clId="{49F29F40-D8B0-4651-BBA2-EE9E1D728027}" dt="2025-03-21T09:43:58.611" v="114" actId="47"/>
        <pc:sldMkLst>
          <pc:docMk/>
          <pc:sldMk cId="4100382665" sldId="2147471259"/>
        </pc:sldMkLst>
      </pc:sldChg>
      <pc:sldChg chg="add del">
        <pc:chgData name="Philippe Beraud" userId="3b1c6667-7fbc-45cf-ac7c-d346ed9edd62" providerId="ADAL" clId="{49F29F40-D8B0-4651-BBA2-EE9E1D728027}" dt="2025-03-21T09:43:58.611" v="114" actId="47"/>
        <pc:sldMkLst>
          <pc:docMk/>
          <pc:sldMk cId="1897650027" sldId="2147471260"/>
        </pc:sldMkLst>
      </pc:sldChg>
      <pc:sldChg chg="add del">
        <pc:chgData name="Philippe Beraud" userId="3b1c6667-7fbc-45cf-ac7c-d346ed9edd62" providerId="ADAL" clId="{49F29F40-D8B0-4651-BBA2-EE9E1D728027}" dt="2025-03-21T09:43:58.611" v="114" actId="47"/>
        <pc:sldMkLst>
          <pc:docMk/>
          <pc:sldMk cId="2752678289" sldId="2147471261"/>
        </pc:sldMkLst>
      </pc:sldChg>
      <pc:sldChg chg="del">
        <pc:chgData name="Philippe Beraud" userId="3b1c6667-7fbc-45cf-ac7c-d346ed9edd62" providerId="ADAL" clId="{49F29F40-D8B0-4651-BBA2-EE9E1D728027}" dt="2025-03-21T09:42:47.306" v="84" actId="47"/>
        <pc:sldMkLst>
          <pc:docMk/>
          <pc:sldMk cId="896375133" sldId="2147471262"/>
        </pc:sldMkLst>
      </pc:sldChg>
      <pc:sldMasterChg chg="delSldLayout">
        <pc:chgData name="Philippe Beraud" userId="3b1c6667-7fbc-45cf-ac7c-d346ed9edd62" providerId="ADAL" clId="{49F29F40-D8B0-4651-BBA2-EE9E1D728027}" dt="2025-03-21T09:42:43.936" v="83" actId="47"/>
        <pc:sldMasterMkLst>
          <pc:docMk/>
          <pc:sldMasterMk cId="3588427678" sldId="2147484229"/>
        </pc:sldMasterMkLst>
        <pc:sldLayoutChg chg="del">
          <pc:chgData name="Philippe Beraud" userId="3b1c6667-7fbc-45cf-ac7c-d346ed9edd62" providerId="ADAL" clId="{49F29F40-D8B0-4651-BBA2-EE9E1D728027}" dt="2025-03-21T09:42:43.936" v="83" actId="47"/>
          <pc:sldLayoutMkLst>
            <pc:docMk/>
            <pc:sldMasterMk cId="3588427678" sldId="2147484229"/>
            <pc:sldLayoutMk cId="4019315914" sldId="2147485218"/>
          </pc:sldLayoutMkLst>
        </pc:sldLayoutChg>
      </pc:sldMasterChg>
    </pc:docChg>
  </pc:docChgLst>
  <pc:docChgLst>
    <pc:chgData name="Philippe Beraud" userId="S::philber@microsoft.com::3b1c6667-7fbc-45cf-ac7c-d346ed9edd62" providerId="AD" clId="Web-{61150E46-46B0-2906-959F-BADF333EFA18}"/>
    <pc:docChg chg="delSection">
      <pc:chgData name="Philippe Beraud" userId="S::philber@microsoft.com::3b1c6667-7fbc-45cf-ac7c-d346ed9edd62" providerId="AD" clId="Web-{61150E46-46B0-2906-959F-BADF333EFA18}" dt="2024-03-04T16:52:55.369" v="0"/>
      <pc:docMkLst>
        <pc:docMk/>
      </pc:docMkLst>
    </pc:docChg>
  </pc:docChgLst>
  <pc:docChgLst>
    <pc:chgData name="Philippe Beraud" userId="3b1c6667-7fbc-45cf-ac7c-d346ed9edd62" providerId="ADAL" clId="{67A8B008-2BA1-4D95-A21F-4D704427799E}"/>
    <pc:docChg chg="undo custSel addSld delSld modSld sldOrd modMainMaster addSection modSection">
      <pc:chgData name="Philippe Beraud" userId="3b1c6667-7fbc-45cf-ac7c-d346ed9edd62" providerId="ADAL" clId="{67A8B008-2BA1-4D95-A21F-4D704427799E}" dt="2025-05-12T13:50:25.426" v="1536" actId="20577"/>
      <pc:docMkLst>
        <pc:docMk/>
      </pc:docMkLst>
      <pc:sldChg chg="modSp mod">
        <pc:chgData name="Philippe Beraud" userId="3b1c6667-7fbc-45cf-ac7c-d346ed9edd62" providerId="ADAL" clId="{67A8B008-2BA1-4D95-A21F-4D704427799E}" dt="2025-05-12T13:50:25.426" v="1536" actId="20577"/>
        <pc:sldMkLst>
          <pc:docMk/>
          <pc:sldMk cId="186779101" sldId="257"/>
        </pc:sldMkLst>
        <pc:spChg chg="mod">
          <ac:chgData name="Philippe Beraud" userId="3b1c6667-7fbc-45cf-ac7c-d346ed9edd62" providerId="ADAL" clId="{67A8B008-2BA1-4D95-A21F-4D704427799E}" dt="2025-05-12T13:50:25.426" v="1536" actId="20577"/>
          <ac:spMkLst>
            <pc:docMk/>
            <pc:sldMk cId="186779101" sldId="257"/>
            <ac:spMk id="9" creationId="{B3C90CB1-036D-FD4F-C1B5-F5037E745533}"/>
          </ac:spMkLst>
        </pc:spChg>
      </pc:sldChg>
      <pc:sldChg chg="modSp mod chgLayout">
        <pc:chgData name="Philippe Beraud" userId="3b1c6667-7fbc-45cf-ac7c-d346ed9edd62" providerId="ADAL" clId="{67A8B008-2BA1-4D95-A21F-4D704427799E}" dt="2025-05-12T13:27:01.044" v="1000" actId="20577"/>
        <pc:sldMkLst>
          <pc:docMk/>
          <pc:sldMk cId="1048038490" sldId="258"/>
        </pc:sldMkLst>
        <pc:spChg chg="mod ord">
          <ac:chgData name="Philippe Beraud" userId="3b1c6667-7fbc-45cf-ac7c-d346ed9edd62" providerId="ADAL" clId="{67A8B008-2BA1-4D95-A21F-4D704427799E}" dt="2025-05-12T13:07:16.754" v="623" actId="790"/>
          <ac:spMkLst>
            <pc:docMk/>
            <pc:sldMk cId="1048038490" sldId="258"/>
            <ac:spMk id="6" creationId="{7AFCA9CD-B709-0312-FC23-0F2F7C93E77C}"/>
          </ac:spMkLst>
        </pc:spChg>
        <pc:spChg chg="mod ord">
          <ac:chgData name="Philippe Beraud" userId="3b1c6667-7fbc-45cf-ac7c-d346ed9edd62" providerId="ADAL" clId="{67A8B008-2BA1-4D95-A21F-4D704427799E}" dt="2025-05-12T13:27:01.044" v="1000" actId="20577"/>
          <ac:spMkLst>
            <pc:docMk/>
            <pc:sldMk cId="1048038490" sldId="258"/>
            <ac:spMk id="17" creationId="{C0C6C551-EBD2-9A99-F8A4-47752CA01CD4}"/>
          </ac:spMkLst>
        </pc:spChg>
      </pc:sldChg>
      <pc:sldChg chg="modSp del mod">
        <pc:chgData name="Philippe Beraud" userId="3b1c6667-7fbc-45cf-ac7c-d346ed9edd62" providerId="ADAL" clId="{67A8B008-2BA1-4D95-A21F-4D704427799E}" dt="2025-05-12T13:21:15.050" v="918" actId="47"/>
        <pc:sldMkLst>
          <pc:docMk/>
          <pc:sldMk cId="2495829419" sldId="259"/>
        </pc:sldMkLst>
        <pc:spChg chg="mod">
          <ac:chgData name="Philippe Beraud" userId="3b1c6667-7fbc-45cf-ac7c-d346ed9edd62" providerId="ADAL" clId="{67A8B008-2BA1-4D95-A21F-4D704427799E}" dt="2025-05-12T12:50:20.405" v="318" actId="948"/>
          <ac:spMkLst>
            <pc:docMk/>
            <pc:sldMk cId="2495829419" sldId="259"/>
            <ac:spMk id="2" creationId="{B68B69CA-6FEB-C838-0EFC-ABE5BB03A8B7}"/>
          </ac:spMkLst>
        </pc:spChg>
        <pc:spChg chg="mod">
          <ac:chgData name="Philippe Beraud" userId="3b1c6667-7fbc-45cf-ac7c-d346ed9edd62" providerId="ADAL" clId="{67A8B008-2BA1-4D95-A21F-4D704427799E}" dt="2025-05-12T12:44:58.753" v="103" actId="313"/>
          <ac:spMkLst>
            <pc:docMk/>
            <pc:sldMk cId="2495829419" sldId="259"/>
            <ac:spMk id="5" creationId="{37A146F8-0DC1-EB29-6F5A-65B8CA19D034}"/>
          </ac:spMkLst>
        </pc:spChg>
      </pc:sldChg>
      <pc:sldChg chg="addSp delSp modSp add mod addAnim delAnim chgLayout">
        <pc:chgData name="Philippe Beraud" userId="3b1c6667-7fbc-45cf-ac7c-d346ed9edd62" providerId="ADAL" clId="{67A8B008-2BA1-4D95-A21F-4D704427799E}" dt="2025-05-12T13:41:58.415" v="1445" actId="1076"/>
        <pc:sldMkLst>
          <pc:docMk/>
          <pc:sldMk cId="3660857863" sldId="259"/>
        </pc:sldMkLst>
        <pc:spChg chg="mod ord">
          <ac:chgData name="Philippe Beraud" userId="3b1c6667-7fbc-45cf-ac7c-d346ed9edd62" providerId="ADAL" clId="{67A8B008-2BA1-4D95-A21F-4D704427799E}" dt="2025-05-12T13:39:53.352" v="1314" actId="1076"/>
          <ac:spMkLst>
            <pc:docMk/>
            <pc:sldMk cId="3660857863" sldId="259"/>
            <ac:spMk id="2" creationId="{D743E618-1246-5D63-3804-46EDF877D5EA}"/>
          </ac:spMkLst>
        </pc:spChg>
        <pc:spChg chg="add del mod">
          <ac:chgData name="Philippe Beraud" userId="3b1c6667-7fbc-45cf-ac7c-d346ed9edd62" providerId="ADAL" clId="{67A8B008-2BA1-4D95-A21F-4D704427799E}" dt="2025-05-12T13:24:34.646" v="954" actId="6264"/>
          <ac:spMkLst>
            <pc:docMk/>
            <pc:sldMk cId="3660857863" sldId="259"/>
            <ac:spMk id="3" creationId="{220D8DA9-CCC8-8E25-2F54-CAB54780FEFB}"/>
          </ac:spMkLst>
        </pc:spChg>
        <pc:spChg chg="add del mod">
          <ac:chgData name="Philippe Beraud" userId="3b1c6667-7fbc-45cf-ac7c-d346ed9edd62" providerId="ADAL" clId="{67A8B008-2BA1-4D95-A21F-4D704427799E}" dt="2025-05-12T13:24:37.585" v="956" actId="478"/>
          <ac:spMkLst>
            <pc:docMk/>
            <pc:sldMk cId="3660857863" sldId="259"/>
            <ac:spMk id="4" creationId="{E03DBA53-C5E6-83AE-F092-D9FB9D1815AC}"/>
          </ac:spMkLst>
        </pc:spChg>
        <pc:spChg chg="del">
          <ac:chgData name="Philippe Beraud" userId="3b1c6667-7fbc-45cf-ac7c-d346ed9edd62" providerId="ADAL" clId="{67A8B008-2BA1-4D95-A21F-4D704427799E}" dt="2025-05-12T13:23:29.058" v="940" actId="478"/>
          <ac:spMkLst>
            <pc:docMk/>
            <pc:sldMk cId="3660857863" sldId="259"/>
            <ac:spMk id="5" creationId="{E15A8C72-C4C9-412C-0701-7DC672EA1FCC}"/>
          </ac:spMkLst>
        </pc:spChg>
        <pc:spChg chg="del">
          <ac:chgData name="Philippe Beraud" userId="3b1c6667-7fbc-45cf-ac7c-d346ed9edd62" providerId="ADAL" clId="{67A8B008-2BA1-4D95-A21F-4D704427799E}" dt="2025-05-12T13:23:29.058" v="940" actId="478"/>
          <ac:spMkLst>
            <pc:docMk/>
            <pc:sldMk cId="3660857863" sldId="259"/>
            <ac:spMk id="6" creationId="{D93FE1A3-A467-07C8-8B59-AF9687FEF457}"/>
          </ac:spMkLst>
        </pc:spChg>
        <pc:spChg chg="add del mod ord">
          <ac:chgData name="Philippe Beraud" userId="3b1c6667-7fbc-45cf-ac7c-d346ed9edd62" providerId="ADAL" clId="{67A8B008-2BA1-4D95-A21F-4D704427799E}" dt="2025-05-12T13:24:36.664" v="955" actId="478"/>
          <ac:spMkLst>
            <pc:docMk/>
            <pc:sldMk cId="3660857863" sldId="259"/>
            <ac:spMk id="8" creationId="{5349C59C-EAFA-8E2E-E5C1-10F4FABE41DA}"/>
          </ac:spMkLst>
        </pc:spChg>
        <pc:spChg chg="add mod">
          <ac:chgData name="Philippe Beraud" userId="3b1c6667-7fbc-45cf-ac7c-d346ed9edd62" providerId="ADAL" clId="{67A8B008-2BA1-4D95-A21F-4D704427799E}" dt="2025-05-12T13:41:58.415" v="1445" actId="1076"/>
          <ac:spMkLst>
            <pc:docMk/>
            <pc:sldMk cId="3660857863" sldId="259"/>
            <ac:spMk id="12" creationId="{820E777A-4C04-67DA-2E3C-680083354435}"/>
          </ac:spMkLst>
        </pc:spChg>
        <pc:picChg chg="add del">
          <ac:chgData name="Philippe Beraud" userId="3b1c6667-7fbc-45cf-ac7c-d346ed9edd62" providerId="ADAL" clId="{67A8B008-2BA1-4D95-A21F-4D704427799E}" dt="2025-05-12T13:23:44.955" v="947" actId="478"/>
          <ac:picMkLst>
            <pc:docMk/>
            <pc:sldMk cId="3660857863" sldId="259"/>
            <ac:picMk id="7" creationId="{977AFF43-CD05-2DFD-8212-661BF64CFB17}"/>
          </ac:picMkLst>
        </pc:picChg>
        <pc:picChg chg="del">
          <ac:chgData name="Philippe Beraud" userId="3b1c6667-7fbc-45cf-ac7c-d346ed9edd62" providerId="ADAL" clId="{67A8B008-2BA1-4D95-A21F-4D704427799E}" dt="2025-05-12T13:23:30.957" v="941" actId="478"/>
          <ac:picMkLst>
            <pc:docMk/>
            <pc:sldMk cId="3660857863" sldId="259"/>
            <ac:picMk id="9" creationId="{4778DAFD-F71D-B1CB-944A-AC5D456584F8}"/>
          </ac:picMkLst>
        </pc:picChg>
        <pc:picChg chg="del">
          <ac:chgData name="Philippe Beraud" userId="3b1c6667-7fbc-45cf-ac7c-d346ed9edd62" providerId="ADAL" clId="{67A8B008-2BA1-4D95-A21F-4D704427799E}" dt="2025-05-12T13:23:30.957" v="941" actId="478"/>
          <ac:picMkLst>
            <pc:docMk/>
            <pc:sldMk cId="3660857863" sldId="259"/>
            <ac:picMk id="11" creationId="{BCFD44DF-4541-9BAB-8D07-F5393BACD07B}"/>
          </ac:picMkLst>
        </pc:picChg>
      </pc:sldChg>
      <pc:sldChg chg="modSp mod">
        <pc:chgData name="Philippe Beraud" userId="3b1c6667-7fbc-45cf-ac7c-d346ed9edd62" providerId="ADAL" clId="{67A8B008-2BA1-4D95-A21F-4D704427799E}" dt="2025-05-12T13:38:46.819" v="1313" actId="1076"/>
        <pc:sldMkLst>
          <pc:docMk/>
          <pc:sldMk cId="3755321273" sldId="260"/>
        </pc:sldMkLst>
        <pc:spChg chg="mod">
          <ac:chgData name="Philippe Beraud" userId="3b1c6667-7fbc-45cf-ac7c-d346ed9edd62" providerId="ADAL" clId="{67A8B008-2BA1-4D95-A21F-4D704427799E}" dt="2025-05-12T12:53:53.855" v="466" actId="20577"/>
          <ac:spMkLst>
            <pc:docMk/>
            <pc:sldMk cId="3755321273" sldId="260"/>
            <ac:spMk id="2" creationId="{09713EBC-8A5E-7356-E0F8-38D6F1AB0122}"/>
          </ac:spMkLst>
        </pc:spChg>
        <pc:graphicFrameChg chg="mod">
          <ac:chgData name="Philippe Beraud" userId="3b1c6667-7fbc-45cf-ac7c-d346ed9edd62" providerId="ADAL" clId="{67A8B008-2BA1-4D95-A21F-4D704427799E}" dt="2025-05-12T13:38:46.819" v="1313" actId="1076"/>
          <ac:graphicFrameMkLst>
            <pc:docMk/>
            <pc:sldMk cId="3755321273" sldId="260"/>
            <ac:graphicFrameMk id="4" creationId="{C46D1681-B8A5-2238-762F-BF6E8AC9ADDA}"/>
          </ac:graphicFrameMkLst>
        </pc:graphicFrameChg>
      </pc:sldChg>
      <pc:sldChg chg="addSp delSp modSp mod chgLayout">
        <pc:chgData name="Philippe Beraud" userId="3b1c6667-7fbc-45cf-ac7c-d346ed9edd62" providerId="ADAL" clId="{67A8B008-2BA1-4D95-A21F-4D704427799E}" dt="2025-05-12T13:12:39.223" v="742" actId="790"/>
        <pc:sldMkLst>
          <pc:docMk/>
          <pc:sldMk cId="3230839582" sldId="261"/>
        </pc:sldMkLst>
        <pc:spChg chg="add mod ord">
          <ac:chgData name="Philippe Beraud" userId="3b1c6667-7fbc-45cf-ac7c-d346ed9edd62" providerId="ADAL" clId="{67A8B008-2BA1-4D95-A21F-4D704427799E}" dt="2025-05-12T13:12:28.185" v="740" actId="1076"/>
          <ac:spMkLst>
            <pc:docMk/>
            <pc:sldMk cId="3230839582" sldId="261"/>
            <ac:spMk id="2" creationId="{3BD18F86-34DC-2187-9BA5-AA66C4628E22}"/>
          </ac:spMkLst>
        </pc:spChg>
        <pc:spChg chg="add mod ord">
          <ac:chgData name="Philippe Beraud" userId="3b1c6667-7fbc-45cf-ac7c-d346ed9edd62" providerId="ADAL" clId="{67A8B008-2BA1-4D95-A21F-4D704427799E}" dt="2025-05-12T13:10:35.877" v="708" actId="20577"/>
          <ac:spMkLst>
            <pc:docMk/>
            <pc:sldMk cId="3230839582" sldId="261"/>
            <ac:spMk id="3" creationId="{942085D8-6F60-FB2E-203C-C4BC061039A7}"/>
          </ac:spMkLst>
        </pc:spChg>
        <pc:spChg chg="mod">
          <ac:chgData name="Philippe Beraud" userId="3b1c6667-7fbc-45cf-ac7c-d346ed9edd62" providerId="ADAL" clId="{67A8B008-2BA1-4D95-A21F-4D704427799E}" dt="2025-05-12T13:12:39.223" v="742" actId="790"/>
          <ac:spMkLst>
            <pc:docMk/>
            <pc:sldMk cId="3230839582" sldId="261"/>
            <ac:spMk id="4" creationId="{E00824C8-22FF-CD25-2905-F6FF38D23472}"/>
          </ac:spMkLst>
        </pc:spChg>
        <pc:spChg chg="add mod">
          <ac:chgData name="Philippe Beraud" userId="3b1c6667-7fbc-45cf-ac7c-d346ed9edd62" providerId="ADAL" clId="{67A8B008-2BA1-4D95-A21F-4D704427799E}" dt="2025-05-12T13:10:42.153" v="711" actId="571"/>
          <ac:spMkLst>
            <pc:docMk/>
            <pc:sldMk cId="3230839582" sldId="261"/>
            <ac:spMk id="5" creationId="{C396560A-A786-0333-E34C-AE5A7940D0CC}"/>
          </ac:spMkLst>
        </pc:spChg>
        <pc:spChg chg="del mod ord">
          <ac:chgData name="Philippe Beraud" userId="3b1c6667-7fbc-45cf-ac7c-d346ed9edd62" providerId="ADAL" clId="{67A8B008-2BA1-4D95-A21F-4D704427799E}" dt="2025-05-12T13:10:39.400" v="709" actId="478"/>
          <ac:spMkLst>
            <pc:docMk/>
            <pc:sldMk cId="3230839582" sldId="261"/>
            <ac:spMk id="17" creationId="{BBEFA7AB-7C57-BF76-E467-27B581B0CDAE}"/>
          </ac:spMkLst>
        </pc:spChg>
      </pc:sldChg>
      <pc:sldChg chg="addSp delSp modSp mod chgLayout">
        <pc:chgData name="Philippe Beraud" userId="3b1c6667-7fbc-45cf-ac7c-d346ed9edd62" providerId="ADAL" clId="{67A8B008-2BA1-4D95-A21F-4D704427799E}" dt="2025-05-12T13:28:09.836" v="1055"/>
        <pc:sldMkLst>
          <pc:docMk/>
          <pc:sldMk cId="3890867444" sldId="262"/>
        </pc:sldMkLst>
        <pc:spChg chg="add del mod">
          <ac:chgData name="Philippe Beraud" userId="3b1c6667-7fbc-45cf-ac7c-d346ed9edd62" providerId="ADAL" clId="{67A8B008-2BA1-4D95-A21F-4D704427799E}" dt="2025-05-12T13:07:51.493" v="644" actId="6264"/>
          <ac:spMkLst>
            <pc:docMk/>
            <pc:sldMk cId="3890867444" sldId="262"/>
            <ac:spMk id="2" creationId="{CA6489AE-F3DC-F4B6-EA49-C7205AD50C3B}"/>
          </ac:spMkLst>
        </pc:spChg>
        <pc:spChg chg="del mod">
          <ac:chgData name="Philippe Beraud" userId="3b1c6667-7fbc-45cf-ac7c-d346ed9edd62" providerId="ADAL" clId="{67A8B008-2BA1-4D95-A21F-4D704427799E}" dt="2025-05-12T13:08:21.185" v="659"/>
          <ac:spMkLst>
            <pc:docMk/>
            <pc:sldMk cId="3890867444" sldId="262"/>
            <ac:spMk id="3" creationId="{5E7646FA-D0F2-CCD9-60C1-6E08A7B40E6E}"/>
          </ac:spMkLst>
        </pc:spChg>
        <pc:spChg chg="add del mod">
          <ac:chgData name="Philippe Beraud" userId="3b1c6667-7fbc-45cf-ac7c-d346ed9edd62" providerId="ADAL" clId="{67A8B008-2BA1-4D95-A21F-4D704427799E}" dt="2025-05-12T13:07:51.493" v="644" actId="6264"/>
          <ac:spMkLst>
            <pc:docMk/>
            <pc:sldMk cId="3890867444" sldId="262"/>
            <ac:spMk id="4" creationId="{300D16E1-1461-5280-42FB-D0A215050344}"/>
          </ac:spMkLst>
        </pc:spChg>
        <pc:spChg chg="del mod">
          <ac:chgData name="Philippe Beraud" userId="3b1c6667-7fbc-45cf-ac7c-d346ed9edd62" providerId="ADAL" clId="{67A8B008-2BA1-4D95-A21F-4D704427799E}" dt="2025-05-12T13:09:48.075" v="674"/>
          <ac:spMkLst>
            <pc:docMk/>
            <pc:sldMk cId="3890867444" sldId="262"/>
            <ac:spMk id="5" creationId="{C904ABE2-6B8A-018E-3DDE-43E4972FA757}"/>
          </ac:spMkLst>
        </pc:spChg>
        <pc:spChg chg="mod ord">
          <ac:chgData name="Philippe Beraud" userId="3b1c6667-7fbc-45cf-ac7c-d346ed9edd62" providerId="ADAL" clId="{67A8B008-2BA1-4D95-A21F-4D704427799E}" dt="2025-05-12T13:10:04.136" v="680" actId="207"/>
          <ac:spMkLst>
            <pc:docMk/>
            <pc:sldMk cId="3890867444" sldId="262"/>
            <ac:spMk id="6" creationId="{B9213149-066D-1FD1-CF89-4F0C13B58E47}"/>
          </ac:spMkLst>
        </pc:spChg>
        <pc:spChg chg="add del mod">
          <ac:chgData name="Philippe Beraud" userId="3b1c6667-7fbc-45cf-ac7c-d346ed9edd62" providerId="ADAL" clId="{67A8B008-2BA1-4D95-A21F-4D704427799E}" dt="2025-05-12T13:07:57.300" v="646" actId="6264"/>
          <ac:spMkLst>
            <pc:docMk/>
            <pc:sldMk cId="3890867444" sldId="262"/>
            <ac:spMk id="7" creationId="{1A638CED-9F4B-5D62-5123-705CE473CFB9}"/>
          </ac:spMkLst>
        </pc:spChg>
        <pc:spChg chg="add del mod">
          <ac:chgData name="Philippe Beraud" userId="3b1c6667-7fbc-45cf-ac7c-d346ed9edd62" providerId="ADAL" clId="{67A8B008-2BA1-4D95-A21F-4D704427799E}" dt="2025-05-12T13:07:57.300" v="646" actId="6264"/>
          <ac:spMkLst>
            <pc:docMk/>
            <pc:sldMk cId="3890867444" sldId="262"/>
            <ac:spMk id="8" creationId="{18988367-145D-7C15-F974-6C2980610A8A}"/>
          </ac:spMkLst>
        </pc:spChg>
        <pc:spChg chg="mod ord">
          <ac:chgData name="Philippe Beraud" userId="3b1c6667-7fbc-45cf-ac7c-d346ed9edd62" providerId="ADAL" clId="{67A8B008-2BA1-4D95-A21F-4D704427799E}" dt="2025-05-12T13:28:09.836" v="1055"/>
          <ac:spMkLst>
            <pc:docMk/>
            <pc:sldMk cId="3890867444" sldId="262"/>
            <ac:spMk id="17" creationId="{B24CF474-F342-FC84-AFC5-5A9BC549EE17}"/>
          </ac:spMkLst>
        </pc:spChg>
      </pc:sldChg>
      <pc:sldChg chg="modSp mod modClrScheme chgLayout">
        <pc:chgData name="Philippe Beraud" userId="3b1c6667-7fbc-45cf-ac7c-d346ed9edd62" providerId="ADAL" clId="{67A8B008-2BA1-4D95-A21F-4D704427799E}" dt="2025-05-12T12:55:29.881" v="515" actId="700"/>
        <pc:sldMkLst>
          <pc:docMk/>
          <pc:sldMk cId="2431002204" sldId="263"/>
        </pc:sldMkLst>
        <pc:spChg chg="mod ord">
          <ac:chgData name="Philippe Beraud" userId="3b1c6667-7fbc-45cf-ac7c-d346ed9edd62" providerId="ADAL" clId="{67A8B008-2BA1-4D95-A21F-4D704427799E}" dt="2025-05-12T12:55:29.881" v="515" actId="700"/>
          <ac:spMkLst>
            <pc:docMk/>
            <pc:sldMk cId="2431002204" sldId="263"/>
            <ac:spMk id="2" creationId="{1DB161BE-A52C-1C59-809F-260AB4E39E69}"/>
          </ac:spMkLst>
        </pc:spChg>
        <pc:spChg chg="mod ord">
          <ac:chgData name="Philippe Beraud" userId="3b1c6667-7fbc-45cf-ac7c-d346ed9edd62" providerId="ADAL" clId="{67A8B008-2BA1-4D95-A21F-4D704427799E}" dt="2025-05-12T12:55:29.881" v="515" actId="700"/>
          <ac:spMkLst>
            <pc:docMk/>
            <pc:sldMk cId="2431002204" sldId="263"/>
            <ac:spMk id="3" creationId="{EE4AE320-B973-B3EC-3039-4CD3BDE985BC}"/>
          </ac:spMkLst>
        </pc:spChg>
        <pc:picChg chg="mod">
          <ac:chgData name="Philippe Beraud" userId="3b1c6667-7fbc-45cf-ac7c-d346ed9edd62" providerId="ADAL" clId="{67A8B008-2BA1-4D95-A21F-4D704427799E}" dt="2025-05-12T12:53:36.134" v="450" actId="1076"/>
          <ac:picMkLst>
            <pc:docMk/>
            <pc:sldMk cId="2431002204" sldId="263"/>
            <ac:picMk id="5" creationId="{F99C9AA9-9BDF-F367-5FC4-D37CEB34FE03}"/>
          </ac:picMkLst>
        </pc:picChg>
      </pc:sldChg>
      <pc:sldChg chg="modSp add mod">
        <pc:chgData name="Philippe Beraud" userId="3b1c6667-7fbc-45cf-ac7c-d346ed9edd62" providerId="ADAL" clId="{67A8B008-2BA1-4D95-A21F-4D704427799E}" dt="2025-05-12T13:17:54.065" v="846" actId="2711"/>
        <pc:sldMkLst>
          <pc:docMk/>
          <pc:sldMk cId="4001549558" sldId="265"/>
        </pc:sldMkLst>
        <pc:spChg chg="mod">
          <ac:chgData name="Philippe Beraud" userId="3b1c6667-7fbc-45cf-ac7c-d346ed9edd62" providerId="ADAL" clId="{67A8B008-2BA1-4D95-A21F-4D704427799E}" dt="2025-05-12T13:17:54.065" v="846" actId="2711"/>
          <ac:spMkLst>
            <pc:docMk/>
            <pc:sldMk cId="4001549558" sldId="265"/>
            <ac:spMk id="2" creationId="{3D310EC3-EC69-E642-A0D7-B56B9CE64DF8}"/>
          </ac:spMkLst>
        </pc:spChg>
      </pc:sldChg>
      <pc:sldChg chg="modSp add mod">
        <pc:chgData name="Philippe Beraud" userId="3b1c6667-7fbc-45cf-ac7c-d346ed9edd62" providerId="ADAL" clId="{67A8B008-2BA1-4D95-A21F-4D704427799E}" dt="2025-05-12T13:17:37.986" v="845" actId="2711"/>
        <pc:sldMkLst>
          <pc:docMk/>
          <pc:sldMk cId="3389128251" sldId="266"/>
        </pc:sldMkLst>
        <pc:spChg chg="mod">
          <ac:chgData name="Philippe Beraud" userId="3b1c6667-7fbc-45cf-ac7c-d346ed9edd62" providerId="ADAL" clId="{67A8B008-2BA1-4D95-A21F-4D704427799E}" dt="2025-05-12T13:17:37.986" v="845" actId="2711"/>
          <ac:spMkLst>
            <pc:docMk/>
            <pc:sldMk cId="3389128251" sldId="266"/>
            <ac:spMk id="2" creationId="{3D310EC3-EC69-E642-A0D7-B56B9CE64DF8}"/>
          </ac:spMkLst>
        </pc:spChg>
      </pc:sldChg>
      <pc:sldChg chg="addSp delSp modSp new del mod ord chgLayout">
        <pc:chgData name="Philippe Beraud" userId="3b1c6667-7fbc-45cf-ac7c-d346ed9edd62" providerId="ADAL" clId="{67A8B008-2BA1-4D95-A21F-4D704427799E}" dt="2025-05-12T13:24:31.366" v="953" actId="47"/>
        <pc:sldMkLst>
          <pc:docMk/>
          <pc:sldMk cId="3512424987" sldId="268"/>
        </pc:sldMkLst>
        <pc:spChg chg="del mod ord">
          <ac:chgData name="Philippe Beraud" userId="3b1c6667-7fbc-45cf-ac7c-d346ed9edd62" providerId="ADAL" clId="{67A8B008-2BA1-4D95-A21F-4D704427799E}" dt="2025-05-12T13:19:50.802" v="902" actId="700"/>
          <ac:spMkLst>
            <pc:docMk/>
            <pc:sldMk cId="3512424987" sldId="268"/>
            <ac:spMk id="2" creationId="{96CE4E38-79A1-D749-137D-D9B7CF81B236}"/>
          </ac:spMkLst>
        </pc:spChg>
        <pc:spChg chg="del mod ord">
          <ac:chgData name="Philippe Beraud" userId="3b1c6667-7fbc-45cf-ac7c-d346ed9edd62" providerId="ADAL" clId="{67A8B008-2BA1-4D95-A21F-4D704427799E}" dt="2025-05-12T13:19:50.802" v="902" actId="700"/>
          <ac:spMkLst>
            <pc:docMk/>
            <pc:sldMk cId="3512424987" sldId="268"/>
            <ac:spMk id="3" creationId="{D9541783-A9BC-67EA-5CC0-617C26EAA41D}"/>
          </ac:spMkLst>
        </pc:spChg>
        <pc:spChg chg="del">
          <ac:chgData name="Philippe Beraud" userId="3b1c6667-7fbc-45cf-ac7c-d346ed9edd62" providerId="ADAL" clId="{67A8B008-2BA1-4D95-A21F-4D704427799E}" dt="2025-05-12T13:19:50.802" v="902" actId="700"/>
          <ac:spMkLst>
            <pc:docMk/>
            <pc:sldMk cId="3512424987" sldId="268"/>
            <ac:spMk id="4" creationId="{393B3DFD-CEA1-2CF8-C756-CB1A0EDB5E03}"/>
          </ac:spMkLst>
        </pc:spChg>
        <pc:spChg chg="del">
          <ac:chgData name="Philippe Beraud" userId="3b1c6667-7fbc-45cf-ac7c-d346ed9edd62" providerId="ADAL" clId="{67A8B008-2BA1-4D95-A21F-4D704427799E}" dt="2025-05-12T13:19:50.802" v="902" actId="700"/>
          <ac:spMkLst>
            <pc:docMk/>
            <pc:sldMk cId="3512424987" sldId="268"/>
            <ac:spMk id="5" creationId="{3F13ED15-9DC2-50CA-6632-10AABAFD7DD6}"/>
          </ac:spMkLst>
        </pc:spChg>
        <pc:spChg chg="del">
          <ac:chgData name="Philippe Beraud" userId="3b1c6667-7fbc-45cf-ac7c-d346ed9edd62" providerId="ADAL" clId="{67A8B008-2BA1-4D95-A21F-4D704427799E}" dt="2025-05-12T13:19:50.802" v="902" actId="700"/>
          <ac:spMkLst>
            <pc:docMk/>
            <pc:sldMk cId="3512424987" sldId="268"/>
            <ac:spMk id="6" creationId="{BF240FC3-863D-54C8-3A91-A57A65BBFD89}"/>
          </ac:spMkLst>
        </pc:spChg>
        <pc:spChg chg="del">
          <ac:chgData name="Philippe Beraud" userId="3b1c6667-7fbc-45cf-ac7c-d346ed9edd62" providerId="ADAL" clId="{67A8B008-2BA1-4D95-A21F-4D704427799E}" dt="2025-05-12T13:19:50.802" v="902" actId="700"/>
          <ac:spMkLst>
            <pc:docMk/>
            <pc:sldMk cId="3512424987" sldId="268"/>
            <ac:spMk id="7" creationId="{ADFDE558-5787-B88D-28F4-36F31049FB95}"/>
          </ac:spMkLst>
        </pc:spChg>
        <pc:spChg chg="del">
          <ac:chgData name="Philippe Beraud" userId="3b1c6667-7fbc-45cf-ac7c-d346ed9edd62" providerId="ADAL" clId="{67A8B008-2BA1-4D95-A21F-4D704427799E}" dt="2025-05-12T13:19:50.802" v="902" actId="700"/>
          <ac:spMkLst>
            <pc:docMk/>
            <pc:sldMk cId="3512424987" sldId="268"/>
            <ac:spMk id="8" creationId="{B3C2037B-25A4-C3BC-2CEE-6F718E804E85}"/>
          </ac:spMkLst>
        </pc:spChg>
        <pc:spChg chg="add del mod ord">
          <ac:chgData name="Philippe Beraud" userId="3b1c6667-7fbc-45cf-ac7c-d346ed9edd62" providerId="ADAL" clId="{67A8B008-2BA1-4D95-A21F-4D704427799E}" dt="2025-05-12T13:19:56.791" v="903" actId="700"/>
          <ac:spMkLst>
            <pc:docMk/>
            <pc:sldMk cId="3512424987" sldId="268"/>
            <ac:spMk id="9" creationId="{C0CDA506-A5F6-A64D-7D56-E48F186366C0}"/>
          </ac:spMkLst>
        </pc:spChg>
        <pc:spChg chg="add del mod ord">
          <ac:chgData name="Philippe Beraud" userId="3b1c6667-7fbc-45cf-ac7c-d346ed9edd62" providerId="ADAL" clId="{67A8B008-2BA1-4D95-A21F-4D704427799E}" dt="2025-05-12T13:19:56.791" v="903" actId="700"/>
          <ac:spMkLst>
            <pc:docMk/>
            <pc:sldMk cId="3512424987" sldId="268"/>
            <ac:spMk id="10" creationId="{E17BB6B7-7D12-7716-C604-3354A3321FCD}"/>
          </ac:spMkLst>
        </pc:spChg>
        <pc:spChg chg="add mod ord">
          <ac:chgData name="Philippe Beraud" userId="3b1c6667-7fbc-45cf-ac7c-d346ed9edd62" providerId="ADAL" clId="{67A8B008-2BA1-4D95-A21F-4D704427799E}" dt="2025-05-12T13:20:18.229" v="912" actId="20577"/>
          <ac:spMkLst>
            <pc:docMk/>
            <pc:sldMk cId="3512424987" sldId="268"/>
            <ac:spMk id="11" creationId="{15D3E0F4-C318-F97A-AB18-681A49606315}"/>
          </ac:spMkLst>
        </pc:spChg>
      </pc:sldChg>
      <pc:sldChg chg="addSp delSp modSp new del mod chgLayout">
        <pc:chgData name="Philippe Beraud" userId="3b1c6667-7fbc-45cf-ac7c-d346ed9edd62" providerId="ADAL" clId="{67A8B008-2BA1-4D95-A21F-4D704427799E}" dt="2025-05-12T13:21:15.014" v="917" actId="47"/>
        <pc:sldMkLst>
          <pc:docMk/>
          <pc:sldMk cId="2461653149" sldId="269"/>
        </pc:sldMkLst>
        <pc:spChg chg="del mod ord">
          <ac:chgData name="Philippe Beraud" userId="3b1c6667-7fbc-45cf-ac7c-d346ed9edd62" providerId="ADAL" clId="{67A8B008-2BA1-4D95-A21F-4D704427799E}" dt="2025-05-12T13:21:04.988" v="914" actId="700"/>
          <ac:spMkLst>
            <pc:docMk/>
            <pc:sldMk cId="2461653149" sldId="269"/>
            <ac:spMk id="2" creationId="{A3385514-242B-E34F-DEFD-2E048CA184E3}"/>
          </ac:spMkLst>
        </pc:spChg>
        <pc:spChg chg="del">
          <ac:chgData name="Philippe Beraud" userId="3b1c6667-7fbc-45cf-ac7c-d346ed9edd62" providerId="ADAL" clId="{67A8B008-2BA1-4D95-A21F-4D704427799E}" dt="2025-05-12T13:21:04.988" v="914" actId="700"/>
          <ac:spMkLst>
            <pc:docMk/>
            <pc:sldMk cId="2461653149" sldId="269"/>
            <ac:spMk id="3" creationId="{1D36DC35-BEC0-693F-58E5-1B33ED47F6BC}"/>
          </ac:spMkLst>
        </pc:spChg>
        <pc:spChg chg="del">
          <ac:chgData name="Philippe Beraud" userId="3b1c6667-7fbc-45cf-ac7c-d346ed9edd62" providerId="ADAL" clId="{67A8B008-2BA1-4D95-A21F-4D704427799E}" dt="2025-05-12T13:21:04.988" v="914" actId="700"/>
          <ac:spMkLst>
            <pc:docMk/>
            <pc:sldMk cId="2461653149" sldId="269"/>
            <ac:spMk id="4" creationId="{3F37EE3E-656F-8EE2-C34F-A3361833CDA1}"/>
          </ac:spMkLst>
        </pc:spChg>
        <pc:spChg chg="del">
          <ac:chgData name="Philippe Beraud" userId="3b1c6667-7fbc-45cf-ac7c-d346ed9edd62" providerId="ADAL" clId="{67A8B008-2BA1-4D95-A21F-4D704427799E}" dt="2025-05-12T13:21:04.988" v="914" actId="700"/>
          <ac:spMkLst>
            <pc:docMk/>
            <pc:sldMk cId="2461653149" sldId="269"/>
            <ac:spMk id="5" creationId="{95E627E2-A6CF-85A4-C27C-51B9D836DB15}"/>
          </ac:spMkLst>
        </pc:spChg>
        <pc:spChg chg="del">
          <ac:chgData name="Philippe Beraud" userId="3b1c6667-7fbc-45cf-ac7c-d346ed9edd62" providerId="ADAL" clId="{67A8B008-2BA1-4D95-A21F-4D704427799E}" dt="2025-05-12T13:21:04.988" v="914" actId="700"/>
          <ac:spMkLst>
            <pc:docMk/>
            <pc:sldMk cId="2461653149" sldId="269"/>
            <ac:spMk id="6" creationId="{15C82CDA-5C7C-4C30-A0A7-BEF05AA5F882}"/>
          </ac:spMkLst>
        </pc:spChg>
        <pc:spChg chg="del">
          <ac:chgData name="Philippe Beraud" userId="3b1c6667-7fbc-45cf-ac7c-d346ed9edd62" providerId="ADAL" clId="{67A8B008-2BA1-4D95-A21F-4D704427799E}" dt="2025-05-12T13:21:04.988" v="914" actId="700"/>
          <ac:spMkLst>
            <pc:docMk/>
            <pc:sldMk cId="2461653149" sldId="269"/>
            <ac:spMk id="7" creationId="{322A80A3-305A-58FB-E680-B9B3CE2F3A8F}"/>
          </ac:spMkLst>
        </pc:spChg>
        <pc:spChg chg="del">
          <ac:chgData name="Philippe Beraud" userId="3b1c6667-7fbc-45cf-ac7c-d346ed9edd62" providerId="ADAL" clId="{67A8B008-2BA1-4D95-A21F-4D704427799E}" dt="2025-05-12T13:21:04.988" v="914" actId="700"/>
          <ac:spMkLst>
            <pc:docMk/>
            <pc:sldMk cId="2461653149" sldId="269"/>
            <ac:spMk id="8" creationId="{4582998E-4AC1-BF63-0686-2C3589D52BC8}"/>
          </ac:spMkLst>
        </pc:spChg>
        <pc:spChg chg="add del mod ord">
          <ac:chgData name="Philippe Beraud" userId="3b1c6667-7fbc-45cf-ac7c-d346ed9edd62" providerId="ADAL" clId="{67A8B008-2BA1-4D95-A21F-4D704427799E}" dt="2025-05-12T13:21:09.855" v="915" actId="478"/>
          <ac:spMkLst>
            <pc:docMk/>
            <pc:sldMk cId="2461653149" sldId="269"/>
            <ac:spMk id="9" creationId="{F1EA2270-1B1D-E939-D39B-39813F4E70D3}"/>
          </ac:spMkLst>
        </pc:spChg>
        <pc:spChg chg="add mod">
          <ac:chgData name="Philippe Beraud" userId="3b1c6667-7fbc-45cf-ac7c-d346ed9edd62" providerId="ADAL" clId="{67A8B008-2BA1-4D95-A21F-4D704427799E}" dt="2025-05-12T13:21:10.649" v="916"/>
          <ac:spMkLst>
            <pc:docMk/>
            <pc:sldMk cId="2461653149" sldId="269"/>
            <ac:spMk id="10" creationId="{FEFC40A8-E874-F947-FFFF-6486F0C8028B}"/>
          </ac:spMkLst>
        </pc:spChg>
        <pc:spChg chg="add mod">
          <ac:chgData name="Philippe Beraud" userId="3b1c6667-7fbc-45cf-ac7c-d346ed9edd62" providerId="ADAL" clId="{67A8B008-2BA1-4D95-A21F-4D704427799E}" dt="2025-05-12T13:21:10.649" v="916"/>
          <ac:spMkLst>
            <pc:docMk/>
            <pc:sldMk cId="2461653149" sldId="269"/>
            <ac:spMk id="11" creationId="{E5151537-5306-EFEB-CF8A-A57DC7159D28}"/>
          </ac:spMkLst>
        </pc:spChg>
        <pc:spChg chg="mod">
          <ac:chgData name="Philippe Beraud" userId="3b1c6667-7fbc-45cf-ac7c-d346ed9edd62" providerId="ADAL" clId="{67A8B008-2BA1-4D95-A21F-4D704427799E}" dt="2025-05-12T13:21:10.649" v="916"/>
          <ac:spMkLst>
            <pc:docMk/>
            <pc:sldMk cId="2461653149" sldId="269"/>
            <ac:spMk id="13" creationId="{051E8801-77F5-889C-068E-2153CFAFDB55}"/>
          </ac:spMkLst>
        </pc:spChg>
        <pc:spChg chg="mod">
          <ac:chgData name="Philippe Beraud" userId="3b1c6667-7fbc-45cf-ac7c-d346ed9edd62" providerId="ADAL" clId="{67A8B008-2BA1-4D95-A21F-4D704427799E}" dt="2025-05-12T13:21:10.649" v="916"/>
          <ac:spMkLst>
            <pc:docMk/>
            <pc:sldMk cId="2461653149" sldId="269"/>
            <ac:spMk id="14" creationId="{8D600BF4-052D-9000-CEFF-BFE0198F8098}"/>
          </ac:spMkLst>
        </pc:spChg>
        <pc:grpChg chg="add mod">
          <ac:chgData name="Philippe Beraud" userId="3b1c6667-7fbc-45cf-ac7c-d346ed9edd62" providerId="ADAL" clId="{67A8B008-2BA1-4D95-A21F-4D704427799E}" dt="2025-05-12T13:21:10.649" v="916"/>
          <ac:grpSpMkLst>
            <pc:docMk/>
            <pc:sldMk cId="2461653149" sldId="269"/>
            <ac:grpSpMk id="12" creationId="{D2445253-39F0-39C5-E36E-EFD2617AC05E}"/>
          </ac:grpSpMkLst>
        </pc:grpChg>
      </pc:sldChg>
      <pc:sldChg chg="del">
        <pc:chgData name="Philippe Beraud" userId="3b1c6667-7fbc-45cf-ac7c-d346ed9edd62" providerId="ADAL" clId="{67A8B008-2BA1-4D95-A21F-4D704427799E}" dt="2025-05-12T13:04:29.624" v="564" actId="47"/>
        <pc:sldMkLst>
          <pc:docMk/>
          <pc:sldMk cId="2455693027" sldId="297"/>
        </pc:sldMkLst>
      </pc:sldChg>
      <pc:sldChg chg="modSp mod">
        <pc:chgData name="Philippe Beraud" userId="3b1c6667-7fbc-45cf-ac7c-d346ed9edd62" providerId="ADAL" clId="{67A8B008-2BA1-4D95-A21F-4D704427799E}" dt="2025-05-12T13:37:21.446" v="1312" actId="14100"/>
        <pc:sldMkLst>
          <pc:docMk/>
          <pc:sldMk cId="567822201" sldId="303"/>
        </pc:sldMkLst>
        <pc:spChg chg="mod">
          <ac:chgData name="Philippe Beraud" userId="3b1c6667-7fbc-45cf-ac7c-d346ed9edd62" providerId="ADAL" clId="{67A8B008-2BA1-4D95-A21F-4D704427799E}" dt="2025-05-12T13:37:21.446" v="1312" actId="14100"/>
          <ac:spMkLst>
            <pc:docMk/>
            <pc:sldMk cId="567822201" sldId="303"/>
            <ac:spMk id="2" creationId="{FE2E67D5-70C3-E1BF-13C6-304571BD8286}"/>
          </ac:spMkLst>
        </pc:spChg>
      </pc:sldChg>
      <pc:sldChg chg="modSp mod">
        <pc:chgData name="Philippe Beraud" userId="3b1c6667-7fbc-45cf-ac7c-d346ed9edd62" providerId="ADAL" clId="{67A8B008-2BA1-4D95-A21F-4D704427799E}" dt="2025-05-12T12:42:03.942" v="63" actId="1076"/>
        <pc:sldMkLst>
          <pc:docMk/>
          <pc:sldMk cId="2149259446" sldId="311"/>
        </pc:sldMkLst>
        <pc:spChg chg="mod">
          <ac:chgData name="Philippe Beraud" userId="3b1c6667-7fbc-45cf-ac7c-d346ed9edd62" providerId="ADAL" clId="{67A8B008-2BA1-4D95-A21F-4D704427799E}" dt="2025-05-12T12:42:03.942" v="63" actId="1076"/>
          <ac:spMkLst>
            <pc:docMk/>
            <pc:sldMk cId="2149259446" sldId="311"/>
            <ac:spMk id="14" creationId="{3F775F9B-0C66-77D0-67C9-0EA6DB8C3D91}"/>
          </ac:spMkLst>
        </pc:spChg>
      </pc:sldChg>
      <pc:sldChg chg="modSp mod modAnim">
        <pc:chgData name="Philippe Beraud" userId="3b1c6667-7fbc-45cf-ac7c-d346ed9edd62" providerId="ADAL" clId="{67A8B008-2BA1-4D95-A21F-4D704427799E}" dt="2025-05-12T13:36:58.920" v="1309" actId="20577"/>
        <pc:sldMkLst>
          <pc:docMk/>
          <pc:sldMk cId="2795132225" sldId="328"/>
        </pc:sldMkLst>
        <pc:spChg chg="mod">
          <ac:chgData name="Philippe Beraud" userId="3b1c6667-7fbc-45cf-ac7c-d346ed9edd62" providerId="ADAL" clId="{67A8B008-2BA1-4D95-A21F-4D704427799E}" dt="2025-05-12T13:30:03.875" v="1073" actId="1076"/>
          <ac:spMkLst>
            <pc:docMk/>
            <pc:sldMk cId="2795132225" sldId="328"/>
            <ac:spMk id="2" creationId="{73DD1549-CDFE-A160-F9FB-C9865AB7A0D3}"/>
          </ac:spMkLst>
        </pc:spChg>
        <pc:spChg chg="mod">
          <ac:chgData name="Philippe Beraud" userId="3b1c6667-7fbc-45cf-ac7c-d346ed9edd62" providerId="ADAL" clId="{67A8B008-2BA1-4D95-A21F-4D704427799E}" dt="2025-05-12T13:36:58.920" v="1309" actId="20577"/>
          <ac:spMkLst>
            <pc:docMk/>
            <pc:sldMk cId="2795132225" sldId="328"/>
            <ac:spMk id="3" creationId="{4BFB91CB-CFA4-A482-1EC6-32A70E4C1DEC}"/>
          </ac:spMkLst>
        </pc:spChg>
        <pc:spChg chg="mod">
          <ac:chgData name="Philippe Beraud" userId="3b1c6667-7fbc-45cf-ac7c-d346ed9edd62" providerId="ADAL" clId="{67A8B008-2BA1-4D95-A21F-4D704427799E}" dt="2025-05-12T13:36:57.979" v="1308" actId="20577"/>
          <ac:spMkLst>
            <pc:docMk/>
            <pc:sldMk cId="2795132225" sldId="328"/>
            <ac:spMk id="6" creationId="{BC198A0A-7064-49FD-6449-4808E67C4209}"/>
          </ac:spMkLst>
        </pc:spChg>
        <pc:spChg chg="mod">
          <ac:chgData name="Philippe Beraud" userId="3b1c6667-7fbc-45cf-ac7c-d346ed9edd62" providerId="ADAL" clId="{67A8B008-2BA1-4D95-A21F-4D704427799E}" dt="2025-05-12T13:36:55.542" v="1307" actId="20577"/>
          <ac:spMkLst>
            <pc:docMk/>
            <pc:sldMk cId="2795132225" sldId="328"/>
            <ac:spMk id="7" creationId="{07C0FD7F-470A-6C3B-C409-70FC0803530C}"/>
          </ac:spMkLst>
        </pc:spChg>
        <pc:spChg chg="mod">
          <ac:chgData name="Philippe Beraud" userId="3b1c6667-7fbc-45cf-ac7c-d346ed9edd62" providerId="ADAL" clId="{67A8B008-2BA1-4D95-A21F-4D704427799E}" dt="2025-05-12T13:31:26.574" v="1119" actId="790"/>
          <ac:spMkLst>
            <pc:docMk/>
            <pc:sldMk cId="2795132225" sldId="328"/>
            <ac:spMk id="11" creationId="{F60F2A68-BA09-E433-F22C-75859CA8A403}"/>
          </ac:spMkLst>
        </pc:spChg>
        <pc:spChg chg="mod">
          <ac:chgData name="Philippe Beraud" userId="3b1c6667-7fbc-45cf-ac7c-d346ed9edd62" providerId="ADAL" clId="{67A8B008-2BA1-4D95-A21F-4D704427799E}" dt="2025-05-12T13:31:31.984" v="1121" actId="790"/>
          <ac:spMkLst>
            <pc:docMk/>
            <pc:sldMk cId="2795132225" sldId="328"/>
            <ac:spMk id="13" creationId="{8CA49366-8446-5F04-6A1B-23EAEAFA5674}"/>
          </ac:spMkLst>
        </pc:spChg>
        <pc:spChg chg="mod">
          <ac:chgData name="Philippe Beraud" userId="3b1c6667-7fbc-45cf-ac7c-d346ed9edd62" providerId="ADAL" clId="{67A8B008-2BA1-4D95-A21F-4D704427799E}" dt="2025-05-12T13:31:30.557" v="1120" actId="790"/>
          <ac:spMkLst>
            <pc:docMk/>
            <pc:sldMk cId="2795132225" sldId="328"/>
            <ac:spMk id="14" creationId="{DEDCC3E0-4CAE-792B-F61C-18A83C131354}"/>
          </ac:spMkLst>
        </pc:spChg>
        <pc:spChg chg="mod">
          <ac:chgData name="Philippe Beraud" userId="3b1c6667-7fbc-45cf-ac7c-d346ed9edd62" providerId="ADAL" clId="{67A8B008-2BA1-4D95-A21F-4D704427799E}" dt="2025-05-12T13:33:45.210" v="1192" actId="1076"/>
          <ac:spMkLst>
            <pc:docMk/>
            <pc:sldMk cId="2795132225" sldId="328"/>
            <ac:spMk id="25" creationId="{4B54B89B-ECEA-D5C3-CE82-30C8414E9C74}"/>
          </ac:spMkLst>
        </pc:spChg>
        <pc:spChg chg="mod">
          <ac:chgData name="Philippe Beraud" userId="3b1c6667-7fbc-45cf-ac7c-d346ed9edd62" providerId="ADAL" clId="{67A8B008-2BA1-4D95-A21F-4D704427799E}" dt="2025-05-12T13:33:42.336" v="1191" actId="1076"/>
          <ac:spMkLst>
            <pc:docMk/>
            <pc:sldMk cId="2795132225" sldId="328"/>
            <ac:spMk id="29" creationId="{EB930C41-A646-F41A-7B42-9ED9D42AE9EA}"/>
          </ac:spMkLst>
        </pc:spChg>
        <pc:spChg chg="mod">
          <ac:chgData name="Philippe Beraud" userId="3b1c6667-7fbc-45cf-ac7c-d346ed9edd62" providerId="ADAL" clId="{67A8B008-2BA1-4D95-A21F-4D704427799E}" dt="2025-05-12T13:34:20.951" v="1207" actId="20577"/>
          <ac:spMkLst>
            <pc:docMk/>
            <pc:sldMk cId="2795132225" sldId="328"/>
            <ac:spMk id="30" creationId="{7E617297-8E6B-3C76-A15F-43356AAC5EB9}"/>
          </ac:spMkLst>
        </pc:spChg>
        <pc:spChg chg="mod">
          <ac:chgData name="Philippe Beraud" userId="3b1c6667-7fbc-45cf-ac7c-d346ed9edd62" providerId="ADAL" clId="{67A8B008-2BA1-4D95-A21F-4D704427799E}" dt="2025-05-12T13:34:15.045" v="1196" actId="790"/>
          <ac:spMkLst>
            <pc:docMk/>
            <pc:sldMk cId="2795132225" sldId="328"/>
            <ac:spMk id="31" creationId="{A3BF8F8B-8CD1-147B-CF26-1FF971439DA2}"/>
          </ac:spMkLst>
        </pc:spChg>
      </pc:sldChg>
      <pc:sldChg chg="addSp delSp modSp mod chgLayout">
        <pc:chgData name="Philippe Beraud" userId="3b1c6667-7fbc-45cf-ac7c-d346ed9edd62" providerId="ADAL" clId="{67A8B008-2BA1-4D95-A21F-4D704427799E}" dt="2025-05-12T13:26:41.840" v="987"/>
        <pc:sldMkLst>
          <pc:docMk/>
          <pc:sldMk cId="674835035" sldId="2076138261"/>
        </pc:sldMkLst>
        <pc:spChg chg="add del mod">
          <ac:chgData name="Philippe Beraud" userId="3b1c6667-7fbc-45cf-ac7c-d346ed9edd62" providerId="ADAL" clId="{67A8B008-2BA1-4D95-A21F-4D704427799E}" dt="2025-05-12T13:05:26.939" v="586" actId="6264"/>
          <ac:spMkLst>
            <pc:docMk/>
            <pc:sldMk cId="674835035" sldId="2076138261"/>
            <ac:spMk id="2" creationId="{AB6A166A-1AB1-70B8-AAB8-68768F3A8C5D}"/>
          </ac:spMkLst>
        </pc:spChg>
        <pc:spChg chg="add del mod">
          <ac:chgData name="Philippe Beraud" userId="3b1c6667-7fbc-45cf-ac7c-d346ed9edd62" providerId="ADAL" clId="{67A8B008-2BA1-4D95-A21F-4D704427799E}" dt="2025-05-12T13:05:26.939" v="586" actId="6264"/>
          <ac:spMkLst>
            <pc:docMk/>
            <pc:sldMk cId="674835035" sldId="2076138261"/>
            <ac:spMk id="3" creationId="{77614773-4C9E-0EA1-248A-901BCF9CD784}"/>
          </ac:spMkLst>
        </pc:spChg>
        <pc:spChg chg="mod ord">
          <ac:chgData name="Philippe Beraud" userId="3b1c6667-7fbc-45cf-ac7c-d346ed9edd62" providerId="ADAL" clId="{67A8B008-2BA1-4D95-A21F-4D704427799E}" dt="2025-05-12T13:05:47.912" v="592" actId="14100"/>
          <ac:spMkLst>
            <pc:docMk/>
            <pc:sldMk cId="674835035" sldId="2076138261"/>
            <ac:spMk id="6" creationId="{35E06571-304B-3C74-5AB0-A74E504E7215}"/>
          </ac:spMkLst>
        </pc:spChg>
        <pc:spChg chg="mod ord">
          <ac:chgData name="Philippe Beraud" userId="3b1c6667-7fbc-45cf-ac7c-d346ed9edd62" providerId="ADAL" clId="{67A8B008-2BA1-4D95-A21F-4D704427799E}" dt="2025-05-12T13:26:41.840" v="987"/>
          <ac:spMkLst>
            <pc:docMk/>
            <pc:sldMk cId="674835035" sldId="2076138261"/>
            <ac:spMk id="17" creationId="{411E3FD1-E5B2-780D-4BE3-98ABF750CDE1}"/>
          </ac:spMkLst>
        </pc:spChg>
      </pc:sldChg>
      <pc:sldChg chg="addSp delSp modSp mod">
        <pc:chgData name="Philippe Beraud" userId="3b1c6667-7fbc-45cf-ac7c-d346ed9edd62" providerId="ADAL" clId="{67A8B008-2BA1-4D95-A21F-4D704427799E}" dt="2025-05-12T13:25:47.892" v="972" actId="1076"/>
        <pc:sldMkLst>
          <pc:docMk/>
          <pc:sldMk cId="2378851425" sldId="2123258675"/>
        </pc:sldMkLst>
        <pc:spChg chg="mod">
          <ac:chgData name="Philippe Beraud" userId="3b1c6667-7fbc-45cf-ac7c-d346ed9edd62" providerId="ADAL" clId="{67A8B008-2BA1-4D95-A21F-4D704427799E}" dt="2025-05-12T12:38:01.148" v="49" actId="207"/>
          <ac:spMkLst>
            <pc:docMk/>
            <pc:sldMk cId="2378851425" sldId="2123258675"/>
            <ac:spMk id="2" creationId="{B6C43AA7-C5A5-B85D-5015-BB489240D698}"/>
          </ac:spMkLst>
        </pc:spChg>
        <pc:spChg chg="mod">
          <ac:chgData name="Philippe Beraud" userId="3b1c6667-7fbc-45cf-ac7c-d346ed9edd62" providerId="ADAL" clId="{67A8B008-2BA1-4D95-A21F-4D704427799E}" dt="2025-05-12T13:22:09.628" v="929" actId="21"/>
          <ac:spMkLst>
            <pc:docMk/>
            <pc:sldMk cId="2378851425" sldId="2123258675"/>
            <ac:spMk id="3" creationId="{DFB38DCA-FE53-7BA1-FE71-AD51AF7F1E61}"/>
          </ac:spMkLst>
        </pc:spChg>
        <pc:spChg chg="mod">
          <ac:chgData name="Philippe Beraud" userId="3b1c6667-7fbc-45cf-ac7c-d346ed9edd62" providerId="ADAL" clId="{67A8B008-2BA1-4D95-A21F-4D704427799E}" dt="2025-05-12T13:25:47.892" v="972" actId="1076"/>
          <ac:spMkLst>
            <pc:docMk/>
            <pc:sldMk cId="2378851425" sldId="2123258675"/>
            <ac:spMk id="7" creationId="{D154F844-3F5B-B38B-2B8A-881E431362E9}"/>
          </ac:spMkLst>
        </pc:spChg>
        <pc:spChg chg="add del mod">
          <ac:chgData name="Philippe Beraud" userId="3b1c6667-7fbc-45cf-ac7c-d346ed9edd62" providerId="ADAL" clId="{67A8B008-2BA1-4D95-A21F-4D704427799E}" dt="2025-05-12T12:38:01.375" v="51"/>
          <ac:spMkLst>
            <pc:docMk/>
            <pc:sldMk cId="2378851425" sldId="2123258675"/>
            <ac:spMk id="8" creationId="{A951EA06-4862-AFDB-EBDB-10198B045E51}"/>
          </ac:spMkLst>
        </pc:spChg>
        <pc:spChg chg="add mod">
          <ac:chgData name="Philippe Beraud" userId="3b1c6667-7fbc-45cf-ac7c-d346ed9edd62" providerId="ADAL" clId="{67A8B008-2BA1-4D95-A21F-4D704427799E}" dt="2025-05-12T13:25:33.444" v="967" actId="14100"/>
          <ac:spMkLst>
            <pc:docMk/>
            <pc:sldMk cId="2378851425" sldId="2123258675"/>
            <ac:spMk id="9" creationId="{51788C07-94C8-595B-FD62-448555984379}"/>
          </ac:spMkLst>
        </pc:spChg>
        <pc:graphicFrameChg chg="add del mod modGraphic">
          <ac:chgData name="Philippe Beraud" userId="3b1c6667-7fbc-45cf-ac7c-d346ed9edd62" providerId="ADAL" clId="{67A8B008-2BA1-4D95-A21F-4D704427799E}" dt="2025-05-12T13:24:57.085" v="959" actId="478"/>
          <ac:graphicFrameMkLst>
            <pc:docMk/>
            <pc:sldMk cId="2378851425" sldId="2123258675"/>
            <ac:graphicFrameMk id="6" creationId="{531BEEC1-3C14-CFE8-A8E5-9AC54BE20147}"/>
          </ac:graphicFrameMkLst>
        </pc:graphicFrameChg>
        <pc:graphicFrameChg chg="add del mod">
          <ac:chgData name="Philippe Beraud" userId="3b1c6667-7fbc-45cf-ac7c-d346ed9edd62" providerId="ADAL" clId="{67A8B008-2BA1-4D95-A21F-4D704427799E}" dt="2025-05-12T13:24:50.529" v="958" actId="478"/>
          <ac:graphicFrameMkLst>
            <pc:docMk/>
            <pc:sldMk cId="2378851425" sldId="2123258675"/>
            <ac:graphicFrameMk id="10" creationId="{CB5089A7-B19B-FA2F-49F7-66A27D982130}"/>
          </ac:graphicFrameMkLst>
        </pc:graphicFrameChg>
        <pc:graphicFrameChg chg="add mod modGraphic">
          <ac:chgData name="Philippe Beraud" userId="3b1c6667-7fbc-45cf-ac7c-d346ed9edd62" providerId="ADAL" clId="{67A8B008-2BA1-4D95-A21F-4D704427799E}" dt="2025-05-12T13:25:37.596" v="970" actId="1076"/>
          <ac:graphicFrameMkLst>
            <pc:docMk/>
            <pc:sldMk cId="2378851425" sldId="2123258675"/>
            <ac:graphicFrameMk id="12" creationId="{DAD86AA2-94E0-6550-DEBF-C6B308EC061E}"/>
          </ac:graphicFrameMkLst>
        </pc:graphicFrameChg>
        <pc:picChg chg="add mod">
          <ac:chgData name="Philippe Beraud" userId="3b1c6667-7fbc-45cf-ac7c-d346ed9edd62" providerId="ADAL" clId="{67A8B008-2BA1-4D95-A21F-4D704427799E}" dt="2025-05-12T13:25:44.324" v="971" actId="1076"/>
          <ac:picMkLst>
            <pc:docMk/>
            <pc:sldMk cId="2378851425" sldId="2123258675"/>
            <ac:picMk id="5" creationId="{91D7763D-4EE9-5462-424B-EC613F1C45C8}"/>
          </ac:picMkLst>
        </pc:picChg>
        <pc:picChg chg="del">
          <ac:chgData name="Philippe Beraud" userId="3b1c6667-7fbc-45cf-ac7c-d346ed9edd62" providerId="ADAL" clId="{67A8B008-2BA1-4D95-A21F-4D704427799E}" dt="2025-05-12T12:37:18.570" v="8" actId="478"/>
          <ac:picMkLst>
            <pc:docMk/>
            <pc:sldMk cId="2378851425" sldId="2123258675"/>
            <ac:picMk id="6" creationId="{E9104E1D-979B-8DAD-2C8A-5135CFFABFEC}"/>
          </ac:picMkLst>
        </pc:picChg>
      </pc:sldChg>
      <pc:sldChg chg="addSp delSp modSp mod modClrScheme chgLayout">
        <pc:chgData name="Philippe Beraud" userId="3b1c6667-7fbc-45cf-ac7c-d346ed9edd62" providerId="ADAL" clId="{67A8B008-2BA1-4D95-A21F-4D704427799E}" dt="2025-05-12T13:28:41.019" v="1069" actId="20577"/>
        <pc:sldMkLst>
          <pc:docMk/>
          <pc:sldMk cId="2931500522" sldId="2141411065"/>
        </pc:sldMkLst>
        <pc:spChg chg="add del mod ord">
          <ac:chgData name="Philippe Beraud" userId="3b1c6667-7fbc-45cf-ac7c-d346ed9edd62" providerId="ADAL" clId="{67A8B008-2BA1-4D95-A21F-4D704427799E}" dt="2025-05-12T13:13:30.408" v="795" actId="700"/>
          <ac:spMkLst>
            <pc:docMk/>
            <pc:sldMk cId="2931500522" sldId="2141411065"/>
            <ac:spMk id="2" creationId="{114C56A9-CE61-AF68-F7D8-B65CCD903130}"/>
          </ac:spMkLst>
        </pc:spChg>
        <pc:spChg chg="add mod ord">
          <ac:chgData name="Philippe Beraud" userId="3b1c6667-7fbc-45cf-ac7c-d346ed9edd62" providerId="ADAL" clId="{67A8B008-2BA1-4D95-A21F-4D704427799E}" dt="2025-05-12T13:15:11.251" v="841" actId="1076"/>
          <ac:spMkLst>
            <pc:docMk/>
            <pc:sldMk cId="2931500522" sldId="2141411065"/>
            <ac:spMk id="3" creationId="{E0BEE8F2-C411-4690-4082-D70CE0E45978}"/>
          </ac:spMkLst>
        </pc:spChg>
        <pc:spChg chg="mod ord">
          <ac:chgData name="Philippe Beraud" userId="3b1c6667-7fbc-45cf-ac7c-d346ed9edd62" providerId="ADAL" clId="{67A8B008-2BA1-4D95-A21F-4D704427799E}" dt="2025-05-12T13:28:41.019" v="1069" actId="20577"/>
          <ac:spMkLst>
            <pc:docMk/>
            <pc:sldMk cId="2931500522" sldId="2141411065"/>
            <ac:spMk id="5" creationId="{5DF245F6-5BB0-28FA-BF9B-5E98FAC79E9C}"/>
          </ac:spMkLst>
        </pc:spChg>
        <pc:spChg chg="mod">
          <ac:chgData name="Philippe Beraud" userId="3b1c6667-7fbc-45cf-ac7c-d346ed9edd62" providerId="ADAL" clId="{67A8B008-2BA1-4D95-A21F-4D704427799E}" dt="2025-05-12T13:13:43.740" v="799" actId="27636"/>
          <ac:spMkLst>
            <pc:docMk/>
            <pc:sldMk cId="2931500522" sldId="2141411065"/>
            <ac:spMk id="7" creationId="{3F101F69-25FC-1396-A11E-FA549523237C}"/>
          </ac:spMkLst>
        </pc:spChg>
        <pc:picChg chg="mod">
          <ac:chgData name="Philippe Beraud" userId="3b1c6667-7fbc-45cf-ac7c-d346ed9edd62" providerId="ADAL" clId="{67A8B008-2BA1-4D95-A21F-4D704427799E}" dt="2025-05-12T13:14:00.887" v="806" actId="1076"/>
          <ac:picMkLst>
            <pc:docMk/>
            <pc:sldMk cId="2931500522" sldId="2141411065"/>
            <ac:picMk id="4" creationId="{5A1E0141-CBCA-FECC-E445-F7DB08EEA625}"/>
          </ac:picMkLst>
        </pc:picChg>
      </pc:sldChg>
      <pc:sldChg chg="modSp mod">
        <pc:chgData name="Philippe Beraud" userId="3b1c6667-7fbc-45cf-ac7c-d346ed9edd62" providerId="ADAL" clId="{67A8B008-2BA1-4D95-A21F-4D704427799E}" dt="2025-05-12T12:51:57.798" v="385" actId="1076"/>
        <pc:sldMkLst>
          <pc:docMk/>
          <pc:sldMk cId="1260286237" sldId="2147470632"/>
        </pc:sldMkLst>
        <pc:spChg chg="mod">
          <ac:chgData name="Philippe Beraud" userId="3b1c6667-7fbc-45cf-ac7c-d346ed9edd62" providerId="ADAL" clId="{67A8B008-2BA1-4D95-A21F-4D704427799E}" dt="2025-05-12T12:51:57.798" v="385" actId="1076"/>
          <ac:spMkLst>
            <pc:docMk/>
            <pc:sldMk cId="1260286237" sldId="2147470632"/>
            <ac:spMk id="5" creationId="{99326FA3-3035-4860-8543-AD222A41DD04}"/>
          </ac:spMkLst>
        </pc:spChg>
      </pc:sldChg>
      <pc:sldChg chg="addSp delSp modSp mod modClrScheme chgLayout">
        <pc:chgData name="Philippe Beraud" userId="3b1c6667-7fbc-45cf-ac7c-d346ed9edd62" providerId="ADAL" clId="{67A8B008-2BA1-4D95-A21F-4D704427799E}" dt="2025-05-12T13:15:01.369" v="840"/>
        <pc:sldMkLst>
          <pc:docMk/>
          <pc:sldMk cId="3276462913" sldId="2147478152"/>
        </pc:sldMkLst>
        <pc:spChg chg="add del mod ord">
          <ac:chgData name="Philippe Beraud" userId="3b1c6667-7fbc-45cf-ac7c-d346ed9edd62" providerId="ADAL" clId="{67A8B008-2BA1-4D95-A21F-4D704427799E}" dt="2025-05-12T13:14:17.186" v="808" actId="6264"/>
          <ac:spMkLst>
            <pc:docMk/>
            <pc:sldMk cId="3276462913" sldId="2147478152"/>
            <ac:spMk id="3" creationId="{4755748E-17C8-2665-B5C6-D1310D7C93E0}"/>
          </ac:spMkLst>
        </pc:spChg>
        <pc:spChg chg="add del mod">
          <ac:chgData name="Philippe Beraud" userId="3b1c6667-7fbc-45cf-ac7c-d346ed9edd62" providerId="ADAL" clId="{67A8B008-2BA1-4D95-A21F-4D704427799E}" dt="2025-05-12T13:14:17.186" v="808" actId="6264"/>
          <ac:spMkLst>
            <pc:docMk/>
            <pc:sldMk cId="3276462913" sldId="2147478152"/>
            <ac:spMk id="4" creationId="{ECBBA3ED-6D8D-F9E7-48AA-FBA5402A80BF}"/>
          </ac:spMkLst>
        </pc:spChg>
        <pc:spChg chg="mod ord">
          <ac:chgData name="Philippe Beraud" userId="3b1c6667-7fbc-45cf-ac7c-d346ed9edd62" providerId="ADAL" clId="{67A8B008-2BA1-4D95-A21F-4D704427799E}" dt="2025-05-12T13:14:44.686" v="829" actId="14100"/>
          <ac:spMkLst>
            <pc:docMk/>
            <pc:sldMk cId="3276462913" sldId="2147478152"/>
            <ac:spMk id="5" creationId="{5DF245F6-5BB0-28FA-BF9B-5E98FAC79E9C}"/>
          </ac:spMkLst>
        </pc:spChg>
        <pc:spChg chg="del mod">
          <ac:chgData name="Philippe Beraud" userId="3b1c6667-7fbc-45cf-ac7c-d346ed9edd62" providerId="ADAL" clId="{67A8B008-2BA1-4D95-A21F-4D704427799E}" dt="2025-05-12T13:15:01.369" v="840"/>
          <ac:spMkLst>
            <pc:docMk/>
            <pc:sldMk cId="3276462913" sldId="2147478152"/>
            <ac:spMk id="7" creationId="{3F101F69-25FC-1396-A11E-FA549523237C}"/>
          </ac:spMkLst>
        </pc:spChg>
        <pc:spChg chg="add mod ord">
          <ac:chgData name="Philippe Beraud" userId="3b1c6667-7fbc-45cf-ac7c-d346ed9edd62" providerId="ADAL" clId="{67A8B008-2BA1-4D95-A21F-4D704427799E}" dt="2025-05-12T13:15:01.042" v="838" actId="14100"/>
          <ac:spMkLst>
            <pc:docMk/>
            <pc:sldMk cId="3276462913" sldId="2147478152"/>
            <ac:spMk id="8" creationId="{519565ED-C958-3449-F3AD-D799DA8B00CB}"/>
          </ac:spMkLst>
        </pc:spChg>
        <pc:picChg chg="mod">
          <ac:chgData name="Philippe Beraud" userId="3b1c6667-7fbc-45cf-ac7c-d346ed9edd62" providerId="ADAL" clId="{67A8B008-2BA1-4D95-A21F-4D704427799E}" dt="2025-05-12T13:14:49.352" v="831" actId="14100"/>
          <ac:picMkLst>
            <pc:docMk/>
            <pc:sldMk cId="3276462913" sldId="2147478152"/>
            <ac:picMk id="2" creationId="{BF8FCE92-D9BD-1D35-94F1-57152752496E}"/>
          </ac:picMkLst>
        </pc:picChg>
      </pc:sldChg>
      <pc:sldChg chg="addSp delSp modSp mod modClrScheme chgLayout">
        <pc:chgData name="Philippe Beraud" userId="3b1c6667-7fbc-45cf-ac7c-d346ed9edd62" providerId="ADAL" clId="{67A8B008-2BA1-4D95-A21F-4D704427799E}" dt="2025-05-12T13:29:19.647" v="1071" actId="20577"/>
        <pc:sldMkLst>
          <pc:docMk/>
          <pc:sldMk cId="2342958233" sldId="2147478153"/>
        </pc:sldMkLst>
        <pc:spChg chg="del mod">
          <ac:chgData name="Philippe Beraud" userId="3b1c6667-7fbc-45cf-ac7c-d346ed9edd62" providerId="ADAL" clId="{67A8B008-2BA1-4D95-A21F-4D704427799E}" dt="2025-05-12T12:55:20.779" v="514"/>
          <ac:spMkLst>
            <pc:docMk/>
            <pc:sldMk cId="2342958233" sldId="2147478153"/>
            <ac:spMk id="2" creationId="{FA721C0E-A837-574E-B821-2896684F316F}"/>
          </ac:spMkLst>
        </pc:spChg>
        <pc:spChg chg="add mod ord">
          <ac:chgData name="Philippe Beraud" userId="3b1c6667-7fbc-45cf-ac7c-d346ed9edd62" providerId="ADAL" clId="{67A8B008-2BA1-4D95-A21F-4D704427799E}" dt="2025-05-12T13:29:19.647" v="1071" actId="20577"/>
          <ac:spMkLst>
            <pc:docMk/>
            <pc:sldMk cId="2342958233" sldId="2147478153"/>
            <ac:spMk id="4" creationId="{6D442636-03ED-2BC7-4BE4-4DF00DE1BBBB}"/>
          </ac:spMkLst>
        </pc:spChg>
        <pc:spChg chg="mod ord">
          <ac:chgData name="Philippe Beraud" userId="3b1c6667-7fbc-45cf-ac7c-d346ed9edd62" providerId="ADAL" clId="{67A8B008-2BA1-4D95-A21F-4D704427799E}" dt="2025-05-12T12:55:02.458" v="504" actId="700"/>
          <ac:spMkLst>
            <pc:docMk/>
            <pc:sldMk cId="2342958233" sldId="2147478153"/>
            <ac:spMk id="5" creationId="{5DF245F6-5BB0-28FA-BF9B-5E98FAC79E9C}"/>
          </ac:spMkLst>
        </pc:spChg>
        <pc:picChg chg="mod">
          <ac:chgData name="Philippe Beraud" userId="3b1c6667-7fbc-45cf-ac7c-d346ed9edd62" providerId="ADAL" clId="{67A8B008-2BA1-4D95-A21F-4D704427799E}" dt="2025-05-12T12:55:41.178" v="518" actId="1076"/>
          <ac:picMkLst>
            <pc:docMk/>
            <pc:sldMk cId="2342958233" sldId="2147478153"/>
            <ac:picMk id="3" creationId="{F509EF35-1ECA-C8C8-0984-25810A6835E0}"/>
          </ac:picMkLst>
        </pc:picChg>
      </pc:sldChg>
      <pc:sldChg chg="add del">
        <pc:chgData name="Philippe Beraud" userId="3b1c6667-7fbc-45cf-ac7c-d346ed9edd62" providerId="ADAL" clId="{67A8B008-2BA1-4D95-A21F-4D704427799E}" dt="2025-05-12T13:49:16.457" v="1512"/>
        <pc:sldMkLst>
          <pc:docMk/>
          <pc:sldMk cId="730626289" sldId="2147480055"/>
        </pc:sldMkLst>
      </pc:sldChg>
      <pc:sldChg chg="addSp delSp modSp add del mod chgLayout">
        <pc:chgData name="Philippe Beraud" userId="3b1c6667-7fbc-45cf-ac7c-d346ed9edd62" providerId="ADAL" clId="{67A8B008-2BA1-4D95-A21F-4D704427799E}" dt="2025-05-12T13:49:16.724" v="1513" actId="2696"/>
        <pc:sldMkLst>
          <pc:docMk/>
          <pc:sldMk cId="3201788588" sldId="2147480055"/>
        </pc:sldMkLst>
        <pc:spChg chg="add del mod ord">
          <ac:chgData name="Philippe Beraud" userId="3b1c6667-7fbc-45cf-ac7c-d346ed9edd62" providerId="ADAL" clId="{67A8B008-2BA1-4D95-A21F-4D704427799E}" dt="2025-05-12T13:02:00.842" v="531" actId="700"/>
          <ac:spMkLst>
            <pc:docMk/>
            <pc:sldMk cId="3201788588" sldId="2147480055"/>
            <ac:spMk id="2" creationId="{6C9A2D12-4EE6-70BA-2EE6-AC5BBF2E4281}"/>
          </ac:spMkLst>
        </pc:spChg>
        <pc:spChg chg="del">
          <ac:chgData name="Philippe Beraud" userId="3b1c6667-7fbc-45cf-ac7c-d346ed9edd62" providerId="ADAL" clId="{67A8B008-2BA1-4D95-A21F-4D704427799E}" dt="2025-05-12T13:03:04.981" v="543" actId="478"/>
          <ac:spMkLst>
            <pc:docMk/>
            <pc:sldMk cId="3201788588" sldId="2147480055"/>
            <ac:spMk id="4" creationId="{B78E02B4-DA77-6878-B77D-1684991EA9C7}"/>
          </ac:spMkLst>
        </pc:spChg>
        <pc:spChg chg="add del mod ord">
          <ac:chgData name="Philippe Beraud" userId="3b1c6667-7fbc-45cf-ac7c-d346ed9edd62" providerId="ADAL" clId="{67A8B008-2BA1-4D95-A21F-4D704427799E}" dt="2025-05-12T13:02:00.842" v="531" actId="700"/>
          <ac:spMkLst>
            <pc:docMk/>
            <pc:sldMk cId="3201788588" sldId="2147480055"/>
            <ac:spMk id="5" creationId="{2B19370F-AFB1-A29E-13DD-F3F9513442F1}"/>
          </ac:spMkLst>
        </pc:spChg>
        <pc:spChg chg="add del mod ord">
          <ac:chgData name="Philippe Beraud" userId="3b1c6667-7fbc-45cf-ac7c-d346ed9edd62" providerId="ADAL" clId="{67A8B008-2BA1-4D95-A21F-4D704427799E}" dt="2025-05-12T13:02:00.842" v="531" actId="700"/>
          <ac:spMkLst>
            <pc:docMk/>
            <pc:sldMk cId="3201788588" sldId="2147480055"/>
            <ac:spMk id="6" creationId="{47F540F8-46F9-9521-4CA7-49E9A8CDC83B}"/>
          </ac:spMkLst>
        </pc:spChg>
        <pc:spChg chg="mod">
          <ac:chgData name="Philippe Beraud" userId="3b1c6667-7fbc-45cf-ac7c-d346ed9edd62" providerId="ADAL" clId="{67A8B008-2BA1-4D95-A21F-4D704427799E}" dt="2025-05-12T13:02:26.611" v="538" actId="21"/>
          <ac:spMkLst>
            <pc:docMk/>
            <pc:sldMk cId="3201788588" sldId="2147480055"/>
            <ac:spMk id="7" creationId="{5900A72D-46C6-A5BA-E83A-9089B034B45E}"/>
          </ac:spMkLst>
        </pc:spChg>
        <pc:spChg chg="del">
          <ac:chgData name="Philippe Beraud" userId="3b1c6667-7fbc-45cf-ac7c-d346ed9edd62" providerId="ADAL" clId="{67A8B008-2BA1-4D95-A21F-4D704427799E}" dt="2025-05-12T13:01:05.948" v="526" actId="478"/>
          <ac:spMkLst>
            <pc:docMk/>
            <pc:sldMk cId="3201788588" sldId="2147480055"/>
            <ac:spMk id="8" creationId="{8B18E383-260B-F99E-DB10-691D09951716}"/>
          </ac:spMkLst>
        </pc:spChg>
        <pc:spChg chg="del mod">
          <ac:chgData name="Philippe Beraud" userId="3b1c6667-7fbc-45cf-ac7c-d346ed9edd62" providerId="ADAL" clId="{67A8B008-2BA1-4D95-A21F-4D704427799E}" dt="2025-05-12T13:02:21.609" v="537" actId="478"/>
          <ac:spMkLst>
            <pc:docMk/>
            <pc:sldMk cId="3201788588" sldId="2147480055"/>
            <ac:spMk id="9" creationId="{689975BF-2E0B-67DE-AB35-987178782F8E}"/>
          </ac:spMkLst>
        </pc:spChg>
        <pc:spChg chg="add mod ord">
          <ac:chgData name="Philippe Beraud" userId="3b1c6667-7fbc-45cf-ac7c-d346ed9edd62" providerId="ADAL" clId="{67A8B008-2BA1-4D95-A21F-4D704427799E}" dt="2025-05-12T13:02:19.723" v="536" actId="20577"/>
          <ac:spMkLst>
            <pc:docMk/>
            <pc:sldMk cId="3201788588" sldId="2147480055"/>
            <ac:spMk id="10" creationId="{4BA5D9C5-5553-BA5E-F8B2-9E54DA8DF4C8}"/>
          </ac:spMkLst>
        </pc:spChg>
        <pc:spChg chg="add mod ord">
          <ac:chgData name="Philippe Beraud" userId="3b1c6667-7fbc-45cf-ac7c-d346ed9edd62" providerId="ADAL" clId="{67A8B008-2BA1-4D95-A21F-4D704427799E}" dt="2025-05-12T13:04:12.888" v="563" actId="404"/>
          <ac:spMkLst>
            <pc:docMk/>
            <pc:sldMk cId="3201788588" sldId="2147480055"/>
            <ac:spMk id="11" creationId="{4C642FAA-24FF-A7EE-3482-C35752B4AC6B}"/>
          </ac:spMkLst>
        </pc:spChg>
        <pc:spChg chg="add mod">
          <ac:chgData name="Philippe Beraud" userId="3b1c6667-7fbc-45cf-ac7c-d346ed9edd62" providerId="ADAL" clId="{67A8B008-2BA1-4D95-A21F-4D704427799E}" dt="2025-05-12T13:03:42.676" v="556" actId="20577"/>
          <ac:spMkLst>
            <pc:docMk/>
            <pc:sldMk cId="3201788588" sldId="2147480055"/>
            <ac:spMk id="12" creationId="{EB09B84A-05C8-D813-240A-37FA2097D6FD}"/>
          </ac:spMkLst>
        </pc:spChg>
      </pc:sldChg>
      <pc:sldChg chg="addSp delSp modSp del mod ord delAnim">
        <pc:chgData name="Philippe Beraud" userId="3b1c6667-7fbc-45cf-ac7c-d346ed9edd62" providerId="ADAL" clId="{67A8B008-2BA1-4D95-A21F-4D704427799E}" dt="2025-05-12T13:49:42.083" v="1524" actId="47"/>
        <pc:sldMkLst>
          <pc:docMk/>
          <pc:sldMk cId="1333662186" sldId="2147480065"/>
        </pc:sldMkLst>
        <pc:spChg chg="add mod">
          <ac:chgData name="Philippe Beraud" userId="3b1c6667-7fbc-45cf-ac7c-d346ed9edd62" providerId="ADAL" clId="{67A8B008-2BA1-4D95-A21F-4D704427799E}" dt="2025-05-12T13:48:25.979" v="1497" actId="1076"/>
          <ac:spMkLst>
            <pc:docMk/>
            <pc:sldMk cId="1333662186" sldId="2147480065"/>
            <ac:spMk id="2" creationId="{3AACDB8C-5DE3-3C1A-E9E9-7617AB902734}"/>
          </ac:spMkLst>
        </pc:spChg>
        <pc:spChg chg="mod">
          <ac:chgData name="Philippe Beraud" userId="3b1c6667-7fbc-45cf-ac7c-d346ed9edd62" providerId="ADAL" clId="{67A8B008-2BA1-4D95-A21F-4D704427799E}" dt="2025-05-12T13:26:33.219" v="986" actId="20577"/>
          <ac:spMkLst>
            <pc:docMk/>
            <pc:sldMk cId="1333662186" sldId="2147480065"/>
            <ac:spMk id="4" creationId="{E73E7F74-6064-5B62-B474-3D9CA161ABB0}"/>
          </ac:spMkLst>
        </pc:spChg>
        <pc:spChg chg="add mod">
          <ac:chgData name="Philippe Beraud" userId="3b1c6667-7fbc-45cf-ac7c-d346ed9edd62" providerId="ADAL" clId="{67A8B008-2BA1-4D95-A21F-4D704427799E}" dt="2025-05-12T13:49:20.597" v="1520" actId="1076"/>
          <ac:spMkLst>
            <pc:docMk/>
            <pc:sldMk cId="1333662186" sldId="2147480065"/>
            <ac:spMk id="6" creationId="{D8DCA985-BF68-6964-1543-9FD45F618245}"/>
          </ac:spMkLst>
        </pc:spChg>
        <pc:spChg chg="add mod">
          <ac:chgData name="Philippe Beraud" userId="3b1c6667-7fbc-45cf-ac7c-d346ed9edd62" providerId="ADAL" clId="{67A8B008-2BA1-4D95-A21F-4D704427799E}" dt="2025-05-12T13:49:20.597" v="1520" actId="1076"/>
          <ac:spMkLst>
            <pc:docMk/>
            <pc:sldMk cId="1333662186" sldId="2147480065"/>
            <ac:spMk id="7" creationId="{1D587F39-248D-9459-7D09-B0FBF11A0ED9}"/>
          </ac:spMkLst>
        </pc:spChg>
        <pc:spChg chg="add mod">
          <ac:chgData name="Philippe Beraud" userId="3b1c6667-7fbc-45cf-ac7c-d346ed9edd62" providerId="ADAL" clId="{67A8B008-2BA1-4D95-A21F-4D704427799E}" dt="2025-05-12T13:49:20.597" v="1520" actId="1076"/>
          <ac:spMkLst>
            <pc:docMk/>
            <pc:sldMk cId="1333662186" sldId="2147480065"/>
            <ac:spMk id="8" creationId="{A70292E0-F6D3-5C24-D9F5-A2376BD7C2B9}"/>
          </ac:spMkLst>
        </pc:spChg>
        <pc:spChg chg="add mod">
          <ac:chgData name="Philippe Beraud" userId="3b1c6667-7fbc-45cf-ac7c-d346ed9edd62" providerId="ADAL" clId="{67A8B008-2BA1-4D95-A21F-4D704427799E}" dt="2025-05-12T13:49:20.597" v="1520" actId="1076"/>
          <ac:spMkLst>
            <pc:docMk/>
            <pc:sldMk cId="1333662186" sldId="2147480065"/>
            <ac:spMk id="11" creationId="{9DC32704-CB51-2A76-BB7F-A960398D2036}"/>
          </ac:spMkLst>
        </pc:spChg>
        <pc:spChg chg="add mod">
          <ac:chgData name="Philippe Beraud" userId="3b1c6667-7fbc-45cf-ac7c-d346ed9edd62" providerId="ADAL" clId="{67A8B008-2BA1-4D95-A21F-4D704427799E}" dt="2025-05-12T13:49:20.597" v="1520" actId="1076"/>
          <ac:spMkLst>
            <pc:docMk/>
            <pc:sldMk cId="1333662186" sldId="2147480065"/>
            <ac:spMk id="12" creationId="{85A08C29-2B0A-73E2-3246-83395D139A33}"/>
          </ac:spMkLst>
        </pc:spChg>
        <pc:spChg chg="add mod">
          <ac:chgData name="Philippe Beraud" userId="3b1c6667-7fbc-45cf-ac7c-d346ed9edd62" providerId="ADAL" clId="{67A8B008-2BA1-4D95-A21F-4D704427799E}" dt="2025-05-12T13:49:20.597" v="1520" actId="1076"/>
          <ac:spMkLst>
            <pc:docMk/>
            <pc:sldMk cId="1333662186" sldId="2147480065"/>
            <ac:spMk id="13" creationId="{EE38F5DF-DFCC-1E78-DB66-C75EE2A0B833}"/>
          </ac:spMkLst>
        </pc:spChg>
        <pc:spChg chg="add mod">
          <ac:chgData name="Philippe Beraud" userId="3b1c6667-7fbc-45cf-ac7c-d346ed9edd62" providerId="ADAL" clId="{67A8B008-2BA1-4D95-A21F-4D704427799E}" dt="2025-05-12T13:44:34.597" v="1456" actId="14100"/>
          <ac:spMkLst>
            <pc:docMk/>
            <pc:sldMk cId="1333662186" sldId="2147480065"/>
            <ac:spMk id="14" creationId="{C38F2C44-0129-AA67-2DC7-CAB7CF522561}"/>
          </ac:spMkLst>
        </pc:spChg>
        <pc:spChg chg="add mod">
          <ac:chgData name="Philippe Beraud" userId="3b1c6667-7fbc-45cf-ac7c-d346ed9edd62" providerId="ADAL" clId="{67A8B008-2BA1-4D95-A21F-4D704427799E}" dt="2025-05-12T13:49:20.597" v="1520" actId="1076"/>
          <ac:spMkLst>
            <pc:docMk/>
            <pc:sldMk cId="1333662186" sldId="2147480065"/>
            <ac:spMk id="15" creationId="{F4D79651-D279-C2E0-CF5C-000BE2527833}"/>
          </ac:spMkLst>
        </pc:spChg>
        <pc:spChg chg="add mod">
          <ac:chgData name="Philippe Beraud" userId="3b1c6667-7fbc-45cf-ac7c-d346ed9edd62" providerId="ADAL" clId="{67A8B008-2BA1-4D95-A21F-4D704427799E}" dt="2025-05-12T13:49:20.597" v="1520" actId="1076"/>
          <ac:spMkLst>
            <pc:docMk/>
            <pc:sldMk cId="1333662186" sldId="2147480065"/>
            <ac:spMk id="16" creationId="{24B56108-5635-4280-839D-7E213F3133B8}"/>
          </ac:spMkLst>
        </pc:spChg>
        <pc:spChg chg="mod">
          <ac:chgData name="Philippe Beraud" userId="3b1c6667-7fbc-45cf-ac7c-d346ed9edd62" providerId="ADAL" clId="{67A8B008-2BA1-4D95-A21F-4D704427799E}" dt="2025-05-12T13:49:20.869" v="1521" actId="554"/>
          <ac:spMkLst>
            <pc:docMk/>
            <pc:sldMk cId="1333662186" sldId="2147480065"/>
            <ac:spMk id="32" creationId="{86AE899A-8DB2-7C0F-C373-EA1D3E944168}"/>
          </ac:spMkLst>
        </pc:spChg>
        <pc:spChg chg="mod">
          <ac:chgData name="Philippe Beraud" userId="3b1c6667-7fbc-45cf-ac7c-d346ed9edd62" providerId="ADAL" clId="{67A8B008-2BA1-4D95-A21F-4D704427799E}" dt="2025-05-12T13:49:20.869" v="1521" actId="554"/>
          <ac:spMkLst>
            <pc:docMk/>
            <pc:sldMk cId="1333662186" sldId="2147480065"/>
            <ac:spMk id="33" creationId="{5AD17600-7833-B89A-27F9-055E19755CE6}"/>
          </ac:spMkLst>
        </pc:spChg>
        <pc:spChg chg="mod">
          <ac:chgData name="Philippe Beraud" userId="3b1c6667-7fbc-45cf-ac7c-d346ed9edd62" providerId="ADAL" clId="{67A8B008-2BA1-4D95-A21F-4D704427799E}" dt="2025-05-12T13:49:20.869" v="1521" actId="554"/>
          <ac:spMkLst>
            <pc:docMk/>
            <pc:sldMk cId="1333662186" sldId="2147480065"/>
            <ac:spMk id="34" creationId="{08D0C7F9-9D78-1D60-4BBF-7C53421D6324}"/>
          </ac:spMkLst>
        </pc:spChg>
        <pc:spChg chg="del">
          <ac:chgData name="Philippe Beraud" userId="3b1c6667-7fbc-45cf-ac7c-d346ed9edd62" providerId="ADAL" clId="{67A8B008-2BA1-4D95-A21F-4D704427799E}" dt="2025-05-12T13:43:43.168" v="1448" actId="478"/>
          <ac:spMkLst>
            <pc:docMk/>
            <pc:sldMk cId="1333662186" sldId="2147480065"/>
            <ac:spMk id="36" creationId="{1583685F-39E3-E58A-F5BE-FAF8DDC203F2}"/>
          </ac:spMkLst>
        </pc:spChg>
        <pc:spChg chg="del">
          <ac:chgData name="Philippe Beraud" userId="3b1c6667-7fbc-45cf-ac7c-d346ed9edd62" providerId="ADAL" clId="{67A8B008-2BA1-4D95-A21F-4D704427799E}" dt="2025-05-12T13:43:43.168" v="1448" actId="478"/>
          <ac:spMkLst>
            <pc:docMk/>
            <pc:sldMk cId="1333662186" sldId="2147480065"/>
            <ac:spMk id="40" creationId="{AC3E040B-15E5-822A-3B5B-69226290F12B}"/>
          </ac:spMkLst>
        </pc:spChg>
        <pc:spChg chg="del">
          <ac:chgData name="Philippe Beraud" userId="3b1c6667-7fbc-45cf-ac7c-d346ed9edd62" providerId="ADAL" clId="{67A8B008-2BA1-4D95-A21F-4D704427799E}" dt="2025-05-12T13:43:43.168" v="1448" actId="478"/>
          <ac:spMkLst>
            <pc:docMk/>
            <pc:sldMk cId="1333662186" sldId="2147480065"/>
            <ac:spMk id="41" creationId="{B55C8054-9685-2CCD-D312-D03650E8E3F7}"/>
          </ac:spMkLst>
        </pc:spChg>
        <pc:picChg chg="del">
          <ac:chgData name="Philippe Beraud" userId="3b1c6667-7fbc-45cf-ac7c-d346ed9edd62" providerId="ADAL" clId="{67A8B008-2BA1-4D95-A21F-4D704427799E}" dt="2025-05-12T13:43:43.168" v="1448" actId="478"/>
          <ac:picMkLst>
            <pc:docMk/>
            <pc:sldMk cId="1333662186" sldId="2147480065"/>
            <ac:picMk id="3" creationId="{8D3F4426-C50A-955F-2445-F42DC7608250}"/>
          </ac:picMkLst>
        </pc:picChg>
        <pc:picChg chg="del">
          <ac:chgData name="Philippe Beraud" userId="3b1c6667-7fbc-45cf-ac7c-d346ed9edd62" providerId="ADAL" clId="{67A8B008-2BA1-4D95-A21F-4D704427799E}" dt="2025-05-12T13:43:43.168" v="1448" actId="478"/>
          <ac:picMkLst>
            <pc:docMk/>
            <pc:sldMk cId="1333662186" sldId="2147480065"/>
            <ac:picMk id="5" creationId="{CCFFA391-AB47-7101-1307-00FA7CFE82CC}"/>
          </ac:picMkLst>
        </pc:picChg>
        <pc:picChg chg="del">
          <ac:chgData name="Philippe Beraud" userId="3b1c6667-7fbc-45cf-ac7c-d346ed9edd62" providerId="ADAL" clId="{67A8B008-2BA1-4D95-A21F-4D704427799E}" dt="2025-05-12T13:43:43.168" v="1448" actId="478"/>
          <ac:picMkLst>
            <pc:docMk/>
            <pc:sldMk cId="1333662186" sldId="2147480065"/>
            <ac:picMk id="31" creationId="{0D4A43FC-BBC5-59EB-F18C-65E6523755EB}"/>
          </ac:picMkLst>
        </pc:picChg>
      </pc:sldChg>
      <pc:sldChg chg="modSp mod">
        <pc:chgData name="Philippe Beraud" userId="3b1c6667-7fbc-45cf-ac7c-d346ed9edd62" providerId="ADAL" clId="{67A8B008-2BA1-4D95-A21F-4D704427799E}" dt="2025-05-12T12:51:06.130" v="337" actId="20577"/>
        <pc:sldMkLst>
          <pc:docMk/>
          <pc:sldMk cId="471038693" sldId="2147480068"/>
        </pc:sldMkLst>
        <pc:spChg chg="mod">
          <ac:chgData name="Philippe Beraud" userId="3b1c6667-7fbc-45cf-ac7c-d346ed9edd62" providerId="ADAL" clId="{67A8B008-2BA1-4D95-A21F-4D704427799E}" dt="2025-05-12T12:51:06.130" v="337" actId="20577"/>
          <ac:spMkLst>
            <pc:docMk/>
            <pc:sldMk cId="471038693" sldId="2147480068"/>
            <ac:spMk id="3" creationId="{FE21D1A3-7808-5223-2D48-85D3840AC98E}"/>
          </ac:spMkLst>
        </pc:spChg>
      </pc:sldChg>
      <pc:sldChg chg="modSp mod">
        <pc:chgData name="Philippe Beraud" userId="3b1c6667-7fbc-45cf-ac7c-d346ed9edd62" providerId="ADAL" clId="{67A8B008-2BA1-4D95-A21F-4D704427799E}" dt="2025-05-12T12:53:02.254" v="443" actId="1076"/>
        <pc:sldMkLst>
          <pc:docMk/>
          <pc:sldMk cId="19507440" sldId="2147480074"/>
        </pc:sldMkLst>
        <pc:spChg chg="mod">
          <ac:chgData name="Philippe Beraud" userId="3b1c6667-7fbc-45cf-ac7c-d346ed9edd62" providerId="ADAL" clId="{67A8B008-2BA1-4D95-A21F-4D704427799E}" dt="2025-05-12T12:53:02.254" v="443" actId="1076"/>
          <ac:spMkLst>
            <pc:docMk/>
            <pc:sldMk cId="19507440" sldId="2147480074"/>
            <ac:spMk id="3" creationId="{31CCAA1E-34FF-49B9-6E80-F9CCF24E3066}"/>
          </ac:spMkLst>
        </pc:spChg>
      </pc:sldChg>
      <pc:sldChg chg="modSp mod">
        <pc:chgData name="Philippe Beraud" userId="3b1c6667-7fbc-45cf-ac7c-d346ed9edd62" providerId="ADAL" clId="{67A8B008-2BA1-4D95-A21F-4D704427799E}" dt="2025-05-12T12:59:17.170" v="519" actId="790"/>
        <pc:sldMkLst>
          <pc:docMk/>
          <pc:sldMk cId="3426337332" sldId="2147482429"/>
        </pc:sldMkLst>
        <pc:spChg chg="mod">
          <ac:chgData name="Philippe Beraud" userId="3b1c6667-7fbc-45cf-ac7c-d346ed9edd62" providerId="ADAL" clId="{67A8B008-2BA1-4D95-A21F-4D704427799E}" dt="2025-05-12T12:59:17.170" v="519" actId="790"/>
          <ac:spMkLst>
            <pc:docMk/>
            <pc:sldMk cId="3426337332" sldId="2147482429"/>
            <ac:spMk id="2" creationId="{72FC50CB-03F8-1831-ED00-EC243900EC4A}"/>
          </ac:spMkLst>
        </pc:spChg>
      </pc:sldChg>
      <pc:sldMasterChg chg="delSldLayout modSldLayout">
        <pc:chgData name="Philippe Beraud" userId="3b1c6667-7fbc-45cf-ac7c-d346ed9edd62" providerId="ADAL" clId="{67A8B008-2BA1-4D95-A21F-4D704427799E}" dt="2025-05-12T13:49:42.083" v="1524" actId="47"/>
        <pc:sldMasterMkLst>
          <pc:docMk/>
          <pc:sldMasterMk cId="3588427678" sldId="2147484229"/>
        </pc:sldMasterMkLst>
        <pc:sldLayoutChg chg="addSp delSp mod">
          <pc:chgData name="Philippe Beraud" userId="3b1c6667-7fbc-45cf-ac7c-d346ed9edd62" providerId="ADAL" clId="{67A8B008-2BA1-4D95-A21F-4D704427799E}" dt="2025-05-12T13:01:55.867" v="530" actId="478"/>
          <pc:sldLayoutMkLst>
            <pc:docMk/>
            <pc:sldMasterMk cId="3588427678" sldId="2147484229"/>
            <pc:sldLayoutMk cId="112604250" sldId="2147485229"/>
          </pc:sldLayoutMkLst>
          <pc:grpChg chg="add del">
            <ac:chgData name="Philippe Beraud" userId="3b1c6667-7fbc-45cf-ac7c-d346ed9edd62" providerId="ADAL" clId="{67A8B008-2BA1-4D95-A21F-4D704427799E}" dt="2025-05-12T13:01:55.867" v="530" actId="478"/>
            <ac:grpSpMkLst>
              <pc:docMk/>
              <pc:sldMasterMk cId="3588427678" sldId="2147484229"/>
              <pc:sldLayoutMk cId="112604250" sldId="2147485229"/>
              <ac:grpSpMk id="3" creationId="{14A59F3A-0957-69A6-0C6D-8595D5C00E1A}"/>
            </ac:grpSpMkLst>
          </pc:grpChg>
        </pc:sldLayoutChg>
        <pc:sldLayoutChg chg="del">
          <pc:chgData name="Philippe Beraud" userId="3b1c6667-7fbc-45cf-ac7c-d346ed9edd62" providerId="ADAL" clId="{67A8B008-2BA1-4D95-A21F-4D704427799E}" dt="2025-05-12T13:49:42.083" v="1524" actId="47"/>
          <pc:sldLayoutMkLst>
            <pc:docMk/>
            <pc:sldMasterMk cId="3588427678" sldId="2147484229"/>
            <pc:sldLayoutMk cId="2612006153" sldId="2147485230"/>
          </pc:sldLayoutMkLst>
        </pc:sldLayoutChg>
      </pc:sldMasterChg>
    </pc:docChg>
  </pc:docChgLst>
  <pc:docChgLst>
    <pc:chgData name="Philippe Beraud" userId="3b1c6667-7fbc-45cf-ac7c-d346ed9edd62" providerId="ADAL" clId="{93948A27-F404-451D-97A3-8AFB0DC69543}"/>
    <pc:docChg chg="undo custSel addSld delSld modSld sldOrd modMainMaster addSection modSection">
      <pc:chgData name="Philippe Beraud" userId="3b1c6667-7fbc-45cf-ac7c-d346ed9edd62" providerId="ADAL" clId="{93948A27-F404-451D-97A3-8AFB0DC69543}" dt="2024-05-22T09:57:19.520" v="737" actId="3626"/>
      <pc:docMkLst>
        <pc:docMk/>
      </pc:docMkLst>
      <pc:sldChg chg="add">
        <pc:chgData name="Philippe Beraud" userId="3b1c6667-7fbc-45cf-ac7c-d346ed9edd62" providerId="ADAL" clId="{93948A27-F404-451D-97A3-8AFB0DC69543}" dt="2024-05-22T08:48:03.177" v="415"/>
        <pc:sldMkLst>
          <pc:docMk/>
          <pc:sldMk cId="587190682" sldId="256"/>
        </pc:sldMkLst>
      </pc:sldChg>
      <pc:sldChg chg="delSp modSp mod">
        <pc:chgData name="Philippe Beraud" userId="3b1c6667-7fbc-45cf-ac7c-d346ed9edd62" providerId="ADAL" clId="{93948A27-F404-451D-97A3-8AFB0DC69543}" dt="2024-05-22T08:26:51.293" v="346" actId="1076"/>
        <pc:sldMkLst>
          <pc:docMk/>
          <pc:sldMk cId="186779101" sldId="257"/>
        </pc:sldMkLst>
      </pc:sldChg>
      <pc:sldChg chg="modSp add mod">
        <pc:chgData name="Philippe Beraud" userId="3b1c6667-7fbc-45cf-ac7c-d346ed9edd62" providerId="ADAL" clId="{93948A27-F404-451D-97A3-8AFB0DC69543}" dt="2024-05-22T08:46:53.620" v="401" actId="207"/>
        <pc:sldMkLst>
          <pc:docMk/>
          <pc:sldMk cId="4229097036" sldId="370"/>
        </pc:sldMkLst>
      </pc:sldChg>
      <pc:sldChg chg="add">
        <pc:chgData name="Philippe Beraud" userId="3b1c6667-7fbc-45cf-ac7c-d346ed9edd62" providerId="ADAL" clId="{93948A27-F404-451D-97A3-8AFB0DC69543}" dt="2024-05-22T08:44:34.475" v="371"/>
        <pc:sldMkLst>
          <pc:docMk/>
          <pc:sldMk cId="1680466533" sldId="401"/>
        </pc:sldMkLst>
      </pc:sldChg>
      <pc:sldChg chg="add">
        <pc:chgData name="Philippe Beraud" userId="3b1c6667-7fbc-45cf-ac7c-d346ed9edd62" providerId="ADAL" clId="{93948A27-F404-451D-97A3-8AFB0DC69543}" dt="2024-05-22T08:44:34.475" v="371"/>
        <pc:sldMkLst>
          <pc:docMk/>
          <pc:sldMk cId="3434041231" sldId="402"/>
        </pc:sldMkLst>
      </pc:sldChg>
      <pc:sldChg chg="add">
        <pc:chgData name="Philippe Beraud" userId="3b1c6667-7fbc-45cf-ac7c-d346ed9edd62" providerId="ADAL" clId="{93948A27-F404-451D-97A3-8AFB0DC69543}" dt="2024-05-22T08:44:34.475" v="371"/>
        <pc:sldMkLst>
          <pc:docMk/>
          <pc:sldMk cId="2894238728" sldId="405"/>
        </pc:sldMkLst>
      </pc:sldChg>
      <pc:sldChg chg="modSp add mod">
        <pc:chgData name="Philippe Beraud" userId="3b1c6667-7fbc-45cf-ac7c-d346ed9edd62" providerId="ADAL" clId="{93948A27-F404-451D-97A3-8AFB0DC69543}" dt="2024-05-22T08:49:20.473" v="425" actId="207"/>
        <pc:sldMkLst>
          <pc:docMk/>
          <pc:sldMk cId="1457237321" sldId="723"/>
        </pc:sldMkLst>
      </pc:sldChg>
      <pc:sldChg chg="add">
        <pc:chgData name="Philippe Beraud" userId="3b1c6667-7fbc-45cf-ac7c-d346ed9edd62" providerId="ADAL" clId="{93948A27-F404-451D-97A3-8AFB0DC69543}" dt="2024-05-22T08:44:34.475" v="371"/>
        <pc:sldMkLst>
          <pc:docMk/>
          <pc:sldMk cId="512404363" sldId="727"/>
        </pc:sldMkLst>
      </pc:sldChg>
      <pc:sldChg chg="add">
        <pc:chgData name="Philippe Beraud" userId="3b1c6667-7fbc-45cf-ac7c-d346ed9edd62" providerId="ADAL" clId="{93948A27-F404-451D-97A3-8AFB0DC69543}" dt="2024-05-22T08:44:34.475" v="371"/>
        <pc:sldMkLst>
          <pc:docMk/>
          <pc:sldMk cId="3183702718" sldId="728"/>
        </pc:sldMkLst>
      </pc:sldChg>
      <pc:sldChg chg="modSp add mod">
        <pc:chgData name="Philippe Beraud" userId="3b1c6667-7fbc-45cf-ac7c-d346ed9edd62" providerId="ADAL" clId="{93948A27-F404-451D-97A3-8AFB0DC69543}" dt="2024-05-22T08:50:35.640" v="443" actId="207"/>
        <pc:sldMkLst>
          <pc:docMk/>
          <pc:sldMk cId="710444592" sldId="731"/>
        </pc:sldMkLst>
      </pc:sldChg>
      <pc:sldChg chg="modSp add mod">
        <pc:chgData name="Philippe Beraud" userId="3b1c6667-7fbc-45cf-ac7c-d346ed9edd62" providerId="ADAL" clId="{93948A27-F404-451D-97A3-8AFB0DC69543}" dt="2024-05-22T08:50:02.917" v="436" actId="207"/>
        <pc:sldMkLst>
          <pc:docMk/>
          <pc:sldMk cId="1008113574" sldId="734"/>
        </pc:sldMkLst>
      </pc:sldChg>
      <pc:sldChg chg="modSp add mod">
        <pc:chgData name="Philippe Beraud" userId="3b1c6667-7fbc-45cf-ac7c-d346ed9edd62" providerId="ADAL" clId="{93948A27-F404-451D-97A3-8AFB0DC69543}" dt="2024-05-22T08:49:40.277" v="429" actId="207"/>
        <pc:sldMkLst>
          <pc:docMk/>
          <pc:sldMk cId="1852654962" sldId="737"/>
        </pc:sldMkLst>
      </pc:sldChg>
      <pc:sldChg chg="modSp">
        <pc:chgData name="Philippe Beraud" userId="3b1c6667-7fbc-45cf-ac7c-d346ed9edd62" providerId="ADAL" clId="{93948A27-F404-451D-97A3-8AFB0DC69543}" dt="2024-05-22T09:56:00.467" v="719" actId="1076"/>
        <pc:sldMkLst>
          <pc:docMk/>
          <pc:sldMk cId="1731165916" sldId="750"/>
        </pc:sldMkLst>
      </pc:sldChg>
      <pc:sldChg chg="add">
        <pc:chgData name="Philippe Beraud" userId="3b1c6667-7fbc-45cf-ac7c-d346ed9edd62" providerId="ADAL" clId="{93948A27-F404-451D-97A3-8AFB0DC69543}" dt="2024-05-22T08:44:34.475" v="371"/>
        <pc:sldMkLst>
          <pc:docMk/>
          <pc:sldMk cId="3242522775" sldId="752"/>
        </pc:sldMkLst>
      </pc:sldChg>
      <pc:sldChg chg="add">
        <pc:chgData name="Philippe Beraud" userId="3b1c6667-7fbc-45cf-ac7c-d346ed9edd62" providerId="ADAL" clId="{93948A27-F404-451D-97A3-8AFB0DC69543}" dt="2024-05-22T08:44:34.475" v="371"/>
        <pc:sldMkLst>
          <pc:docMk/>
          <pc:sldMk cId="2635578167" sldId="753"/>
        </pc:sldMkLst>
      </pc:sldChg>
      <pc:sldChg chg="add">
        <pc:chgData name="Philippe Beraud" userId="3b1c6667-7fbc-45cf-ac7c-d346ed9edd62" providerId="ADAL" clId="{93948A27-F404-451D-97A3-8AFB0DC69543}" dt="2024-05-22T08:49:06.544" v="423"/>
        <pc:sldMkLst>
          <pc:docMk/>
          <pc:sldMk cId="802305538" sldId="780"/>
        </pc:sldMkLst>
      </pc:sldChg>
      <pc:sldChg chg="modSp add mod">
        <pc:chgData name="Philippe Beraud" userId="3b1c6667-7fbc-45cf-ac7c-d346ed9edd62" providerId="ADAL" clId="{93948A27-F404-451D-97A3-8AFB0DC69543}" dt="2024-05-22T08:44:46.257" v="372" actId="207"/>
        <pc:sldMkLst>
          <pc:docMk/>
          <pc:sldMk cId="4189565434" sldId="782"/>
        </pc:sldMkLst>
      </pc:sldChg>
      <pc:sldChg chg="add">
        <pc:chgData name="Philippe Beraud" userId="3b1c6667-7fbc-45cf-ac7c-d346ed9edd62" providerId="ADAL" clId="{93948A27-F404-451D-97A3-8AFB0DC69543}" dt="2024-05-22T08:44:34.475" v="371"/>
        <pc:sldMkLst>
          <pc:docMk/>
          <pc:sldMk cId="3419136596" sldId="783"/>
        </pc:sldMkLst>
      </pc:sldChg>
      <pc:sldChg chg="add">
        <pc:chgData name="Philippe Beraud" userId="3b1c6667-7fbc-45cf-ac7c-d346ed9edd62" providerId="ADAL" clId="{93948A27-F404-451D-97A3-8AFB0DC69543}" dt="2024-05-22T08:44:34.475" v="371"/>
        <pc:sldMkLst>
          <pc:docMk/>
          <pc:sldMk cId="2419783209" sldId="790"/>
        </pc:sldMkLst>
      </pc:sldChg>
      <pc:sldChg chg="modSp add mod">
        <pc:chgData name="Philippe Beraud" userId="3b1c6667-7fbc-45cf-ac7c-d346ed9edd62" providerId="ADAL" clId="{93948A27-F404-451D-97A3-8AFB0DC69543}" dt="2024-05-22T08:45:46.713" v="384" actId="207"/>
        <pc:sldMkLst>
          <pc:docMk/>
          <pc:sldMk cId="2427525784" sldId="792"/>
        </pc:sldMkLst>
      </pc:sldChg>
      <pc:sldChg chg="modSp add mod">
        <pc:chgData name="Philippe Beraud" userId="3b1c6667-7fbc-45cf-ac7c-d346ed9edd62" providerId="ADAL" clId="{93948A27-F404-451D-97A3-8AFB0DC69543}" dt="2024-05-22T08:45:26.823" v="383" actId="207"/>
        <pc:sldMkLst>
          <pc:docMk/>
          <pc:sldMk cId="2392893078" sldId="793"/>
        </pc:sldMkLst>
      </pc:sldChg>
      <pc:sldChg chg="add">
        <pc:chgData name="Philippe Beraud" userId="3b1c6667-7fbc-45cf-ac7c-d346ed9edd62" providerId="ADAL" clId="{93948A27-F404-451D-97A3-8AFB0DC69543}" dt="2024-05-22T08:44:34.475" v="371"/>
        <pc:sldMkLst>
          <pc:docMk/>
          <pc:sldMk cId="4071148427" sldId="794"/>
        </pc:sldMkLst>
      </pc:sldChg>
      <pc:sldChg chg="modSp add mod">
        <pc:chgData name="Philippe Beraud" userId="3b1c6667-7fbc-45cf-ac7c-d346ed9edd62" providerId="ADAL" clId="{93948A27-F404-451D-97A3-8AFB0DC69543}" dt="2024-05-22T08:46:45.250" v="398" actId="207"/>
        <pc:sldMkLst>
          <pc:docMk/>
          <pc:sldMk cId="3127938486" sldId="795"/>
        </pc:sldMkLst>
      </pc:sldChg>
      <pc:sldChg chg="modSp add mod">
        <pc:chgData name="Philippe Beraud" userId="3b1c6667-7fbc-45cf-ac7c-d346ed9edd62" providerId="ADAL" clId="{93948A27-F404-451D-97A3-8AFB0DC69543}" dt="2024-05-22T08:48:15.120" v="417" actId="207"/>
        <pc:sldMkLst>
          <pc:docMk/>
          <pc:sldMk cId="1058275143" sldId="797"/>
        </pc:sldMkLst>
      </pc:sldChg>
      <pc:sldChg chg="modSp add mod">
        <pc:chgData name="Philippe Beraud" userId="3b1c6667-7fbc-45cf-ac7c-d346ed9edd62" providerId="ADAL" clId="{93948A27-F404-451D-97A3-8AFB0DC69543}" dt="2024-05-22T08:45:50.558" v="385" actId="207"/>
        <pc:sldMkLst>
          <pc:docMk/>
          <pc:sldMk cId="3878600257" sldId="799"/>
        </pc:sldMkLst>
      </pc:sldChg>
      <pc:sldChg chg="modSp add mod">
        <pc:chgData name="Philippe Beraud" userId="3b1c6667-7fbc-45cf-ac7c-d346ed9edd62" providerId="ADAL" clId="{93948A27-F404-451D-97A3-8AFB0DC69543}" dt="2024-05-22T08:50:14.417" v="438" actId="207"/>
        <pc:sldMkLst>
          <pc:docMk/>
          <pc:sldMk cId="1405740701" sldId="804"/>
        </pc:sldMkLst>
      </pc:sldChg>
      <pc:sldChg chg="modSp add mod">
        <pc:chgData name="Philippe Beraud" userId="3b1c6667-7fbc-45cf-ac7c-d346ed9edd62" providerId="ADAL" clId="{93948A27-F404-451D-97A3-8AFB0DC69543}" dt="2024-05-22T08:49:24.977" v="426" actId="207"/>
        <pc:sldMkLst>
          <pc:docMk/>
          <pc:sldMk cId="59778185" sldId="805"/>
        </pc:sldMkLst>
      </pc:sldChg>
      <pc:sldChg chg="modSp add mod">
        <pc:chgData name="Philippe Beraud" userId="3b1c6667-7fbc-45cf-ac7c-d346ed9edd62" providerId="ADAL" clId="{93948A27-F404-451D-97A3-8AFB0DC69543}" dt="2024-05-22T08:50:41.835" v="445" actId="207"/>
        <pc:sldMkLst>
          <pc:docMk/>
          <pc:sldMk cId="957614230" sldId="806"/>
        </pc:sldMkLst>
      </pc:sldChg>
      <pc:sldChg chg="modSp add mod">
        <pc:chgData name="Philippe Beraud" userId="3b1c6667-7fbc-45cf-ac7c-d346ed9edd62" providerId="ADAL" clId="{93948A27-F404-451D-97A3-8AFB0DC69543}" dt="2024-05-22T08:49:31.704" v="428" actId="207"/>
        <pc:sldMkLst>
          <pc:docMk/>
          <pc:sldMk cId="1739939618" sldId="807"/>
        </pc:sldMkLst>
      </pc:sldChg>
      <pc:sldChg chg="modSp add mod">
        <pc:chgData name="Philippe Beraud" userId="3b1c6667-7fbc-45cf-ac7c-d346ed9edd62" providerId="ADAL" clId="{93948A27-F404-451D-97A3-8AFB0DC69543}" dt="2024-05-22T08:50:45.563" v="446" actId="207"/>
        <pc:sldMkLst>
          <pc:docMk/>
          <pc:sldMk cId="3686508750" sldId="808"/>
        </pc:sldMkLst>
      </pc:sldChg>
      <pc:sldChg chg="modSp add mod">
        <pc:chgData name="Philippe Beraud" userId="3b1c6667-7fbc-45cf-ac7c-d346ed9edd62" providerId="ADAL" clId="{93948A27-F404-451D-97A3-8AFB0DC69543}" dt="2024-05-22T08:50:08.372" v="437" actId="207"/>
        <pc:sldMkLst>
          <pc:docMk/>
          <pc:sldMk cId="1368575297" sldId="812"/>
        </pc:sldMkLst>
      </pc:sldChg>
      <pc:sldChg chg="modSp add mod">
        <pc:chgData name="Philippe Beraud" userId="3b1c6667-7fbc-45cf-ac7c-d346ed9edd62" providerId="ADAL" clId="{93948A27-F404-451D-97A3-8AFB0DC69543}" dt="2024-05-22T08:45:58.490" v="387" actId="207"/>
        <pc:sldMkLst>
          <pc:docMk/>
          <pc:sldMk cId="3896018892" sldId="814"/>
        </pc:sldMkLst>
      </pc:sldChg>
      <pc:sldChg chg="modSp add mod">
        <pc:chgData name="Philippe Beraud" userId="3b1c6667-7fbc-45cf-ac7c-d346ed9edd62" providerId="ADAL" clId="{93948A27-F404-451D-97A3-8AFB0DC69543}" dt="2024-05-22T08:44:56.176" v="375" actId="207"/>
        <pc:sldMkLst>
          <pc:docMk/>
          <pc:sldMk cId="3082950833" sldId="822"/>
        </pc:sldMkLst>
      </pc:sldChg>
      <pc:sldChg chg="add">
        <pc:chgData name="Philippe Beraud" userId="3b1c6667-7fbc-45cf-ac7c-d346ed9edd62" providerId="ADAL" clId="{93948A27-F404-451D-97A3-8AFB0DC69543}" dt="2024-05-22T08:44:34.475" v="371"/>
        <pc:sldMkLst>
          <pc:docMk/>
          <pc:sldMk cId="2864772475" sldId="825"/>
        </pc:sldMkLst>
      </pc:sldChg>
      <pc:sldChg chg="modSp add mod">
        <pc:chgData name="Philippe Beraud" userId="3b1c6667-7fbc-45cf-ac7c-d346ed9edd62" providerId="ADAL" clId="{93948A27-F404-451D-97A3-8AFB0DC69543}" dt="2024-05-22T08:45:22.337" v="382" actId="207"/>
        <pc:sldMkLst>
          <pc:docMk/>
          <pc:sldMk cId="4129216089" sldId="826"/>
        </pc:sldMkLst>
      </pc:sldChg>
      <pc:sldChg chg="modSp add mod">
        <pc:chgData name="Philippe Beraud" userId="3b1c6667-7fbc-45cf-ac7c-d346ed9edd62" providerId="ADAL" clId="{93948A27-F404-451D-97A3-8AFB0DC69543}" dt="2024-05-22T08:47:21.956" v="407" actId="207"/>
        <pc:sldMkLst>
          <pc:docMk/>
          <pc:sldMk cId="867833935" sldId="4504"/>
        </pc:sldMkLst>
      </pc:sldChg>
      <pc:sldChg chg="modSp add mod">
        <pc:chgData name="Philippe Beraud" userId="3b1c6667-7fbc-45cf-ac7c-d346ed9edd62" providerId="ADAL" clId="{93948A27-F404-451D-97A3-8AFB0DC69543}" dt="2024-05-22T08:47:35.560" v="411" actId="207"/>
        <pc:sldMkLst>
          <pc:docMk/>
          <pc:sldMk cId="548617601" sldId="4505"/>
        </pc:sldMkLst>
      </pc:sldChg>
      <pc:sldChg chg="modSp add mod">
        <pc:chgData name="Philippe Beraud" userId="3b1c6667-7fbc-45cf-ac7c-d346ed9edd62" providerId="ADAL" clId="{93948A27-F404-451D-97A3-8AFB0DC69543}" dt="2024-05-22T08:46:11.723" v="389" actId="207"/>
        <pc:sldMkLst>
          <pc:docMk/>
          <pc:sldMk cId="3617415643" sldId="4681"/>
        </pc:sldMkLst>
      </pc:sldChg>
      <pc:sldChg chg="add">
        <pc:chgData name="Philippe Beraud" userId="3b1c6667-7fbc-45cf-ac7c-d346ed9edd62" providerId="ADAL" clId="{93948A27-F404-451D-97A3-8AFB0DC69543}" dt="2024-05-22T08:44:34.475" v="371"/>
        <pc:sldMkLst>
          <pc:docMk/>
          <pc:sldMk cId="1526741182" sldId="2076138474"/>
        </pc:sldMkLst>
      </pc:sldChg>
      <pc:sldChg chg="modSp add mod">
        <pc:chgData name="Philippe Beraud" userId="3b1c6667-7fbc-45cf-ac7c-d346ed9edd62" providerId="ADAL" clId="{93948A27-F404-451D-97A3-8AFB0DC69543}" dt="2024-05-22T08:49:59.423" v="435" actId="207"/>
        <pc:sldMkLst>
          <pc:docMk/>
          <pc:sldMk cId="2490706194" sldId="2076138475"/>
        </pc:sldMkLst>
      </pc:sldChg>
      <pc:sldChg chg="add">
        <pc:chgData name="Philippe Beraud" userId="3b1c6667-7fbc-45cf-ac7c-d346ed9edd62" providerId="ADAL" clId="{93948A27-F404-451D-97A3-8AFB0DC69543}" dt="2024-05-22T08:44:34.475" v="371"/>
        <pc:sldMkLst>
          <pc:docMk/>
          <pc:sldMk cId="4281295521" sldId="2076138476"/>
        </pc:sldMkLst>
      </pc:sldChg>
      <pc:sldChg chg="add">
        <pc:chgData name="Philippe Beraud" userId="3b1c6667-7fbc-45cf-ac7c-d346ed9edd62" providerId="ADAL" clId="{93948A27-F404-451D-97A3-8AFB0DC69543}" dt="2024-05-22T08:44:34.475" v="371"/>
        <pc:sldMkLst>
          <pc:docMk/>
          <pc:sldMk cId="1339922469" sldId="2076138477"/>
        </pc:sldMkLst>
      </pc:sldChg>
      <pc:sldChg chg="modSp add mod">
        <pc:chgData name="Philippe Beraud" userId="3b1c6667-7fbc-45cf-ac7c-d346ed9edd62" providerId="ADAL" clId="{93948A27-F404-451D-97A3-8AFB0DC69543}" dt="2024-05-22T08:50:30.228" v="442" actId="207"/>
        <pc:sldMkLst>
          <pc:docMk/>
          <pc:sldMk cId="1866038931" sldId="2076138479"/>
        </pc:sldMkLst>
      </pc:sldChg>
      <pc:sldChg chg="addSp delSp modSp del mod chgLayout">
        <pc:chgData name="Philippe Beraud" userId="3b1c6667-7fbc-45cf-ac7c-d346ed9edd62" providerId="ADAL" clId="{93948A27-F404-451D-97A3-8AFB0DC69543}" dt="2024-05-22T08:25:40.043" v="238" actId="47"/>
        <pc:sldMkLst>
          <pc:docMk/>
          <pc:sldMk cId="3034642384" sldId="2086046232"/>
        </pc:sldMkLst>
      </pc:sldChg>
      <pc:sldChg chg="addSp delSp modSp mod modShow">
        <pc:chgData name="Philippe Beraud" userId="3b1c6667-7fbc-45cf-ac7c-d346ed9edd62" providerId="ADAL" clId="{93948A27-F404-451D-97A3-8AFB0DC69543}" dt="2024-05-22T08:29:23.741" v="349" actId="1076"/>
        <pc:sldMkLst>
          <pc:docMk/>
          <pc:sldMk cId="2378851425" sldId="2123258675"/>
        </pc:sldMkLst>
      </pc:sldChg>
      <pc:sldChg chg="modSp mod">
        <pc:chgData name="Philippe Beraud" userId="3b1c6667-7fbc-45cf-ac7c-d346ed9edd62" providerId="ADAL" clId="{93948A27-F404-451D-97A3-8AFB0DC69543}" dt="2024-05-22T08:40:57.660" v="354" actId="20577"/>
        <pc:sldMkLst>
          <pc:docMk/>
          <pc:sldMk cId="3441082925" sldId="2123258676"/>
        </pc:sldMkLst>
      </pc:sldChg>
      <pc:sldChg chg="modSp add mod">
        <pc:chgData name="Philippe Beraud" userId="3b1c6667-7fbc-45cf-ac7c-d346ed9edd62" providerId="ADAL" clId="{93948A27-F404-451D-97A3-8AFB0DC69543}" dt="2024-05-22T08:46:16.829" v="390" actId="207"/>
        <pc:sldMkLst>
          <pc:docMk/>
          <pc:sldMk cId="1184250862" sldId="2123259216"/>
        </pc:sldMkLst>
      </pc:sldChg>
      <pc:sldChg chg="modSp add mod">
        <pc:chgData name="Philippe Beraud" userId="3b1c6667-7fbc-45cf-ac7c-d346ed9edd62" providerId="ADAL" clId="{93948A27-F404-451D-97A3-8AFB0DC69543}" dt="2024-05-22T08:46:20.055" v="391" actId="207"/>
        <pc:sldMkLst>
          <pc:docMk/>
          <pc:sldMk cId="411057797" sldId="2123259218"/>
        </pc:sldMkLst>
      </pc:sldChg>
      <pc:sldChg chg="modSp add mod">
        <pc:chgData name="Philippe Beraud" userId="3b1c6667-7fbc-45cf-ac7c-d346ed9edd62" providerId="ADAL" clId="{93948A27-F404-451D-97A3-8AFB0DC69543}" dt="2024-05-22T08:46:23.472" v="392" actId="207"/>
        <pc:sldMkLst>
          <pc:docMk/>
          <pc:sldMk cId="4098080239" sldId="2123259219"/>
        </pc:sldMkLst>
      </pc:sldChg>
      <pc:sldChg chg="modSp add mod">
        <pc:chgData name="Philippe Beraud" userId="3b1c6667-7fbc-45cf-ac7c-d346ed9edd62" providerId="ADAL" clId="{93948A27-F404-451D-97A3-8AFB0DC69543}" dt="2024-05-22T08:50:22.569" v="440" actId="207"/>
        <pc:sldMkLst>
          <pc:docMk/>
          <pc:sldMk cId="2050635845" sldId="2123259222"/>
        </pc:sldMkLst>
      </pc:sldChg>
      <pc:sldChg chg="addSp delSp modSp mod delAnim modAnim">
        <pc:chgData name="Philippe Beraud" userId="3b1c6667-7fbc-45cf-ac7c-d346ed9edd62" providerId="ADAL" clId="{93948A27-F404-451D-97A3-8AFB0DC69543}" dt="2024-05-22T09:57:11.153" v="734" actId="3626"/>
        <pc:sldMkLst>
          <pc:docMk/>
          <pc:sldMk cId="2960849163" sldId="2147470631"/>
        </pc:sldMkLst>
      </pc:sldChg>
      <pc:sldChg chg="modSp add mod">
        <pc:chgData name="Philippe Beraud" userId="3b1c6667-7fbc-45cf-ac7c-d346ed9edd62" providerId="ADAL" clId="{93948A27-F404-451D-97A3-8AFB0DC69543}" dt="2024-05-22T08:50:26.327" v="441" actId="207"/>
        <pc:sldMkLst>
          <pc:docMk/>
          <pc:sldMk cId="3377992667" sldId="2147471212"/>
        </pc:sldMkLst>
      </pc:sldChg>
      <pc:sldChg chg="modSp mod ord">
        <pc:chgData name="Philippe Beraud" userId="3b1c6667-7fbc-45cf-ac7c-d346ed9edd62" providerId="ADAL" clId="{93948A27-F404-451D-97A3-8AFB0DC69543}" dt="2024-05-22T09:49:04.965" v="557"/>
        <pc:sldMkLst>
          <pc:docMk/>
          <pc:sldMk cId="3573416678" sldId="2147471220"/>
        </pc:sldMkLst>
      </pc:sldChg>
      <pc:sldChg chg="ord">
        <pc:chgData name="Philippe Beraud" userId="3b1c6667-7fbc-45cf-ac7c-d346ed9edd62" providerId="ADAL" clId="{93948A27-F404-451D-97A3-8AFB0DC69543}" dt="2024-05-22T09:49:04.965" v="557"/>
        <pc:sldMkLst>
          <pc:docMk/>
          <pc:sldMk cId="10692111" sldId="2147471222"/>
        </pc:sldMkLst>
      </pc:sldChg>
      <pc:sldChg chg="add">
        <pc:chgData name="Philippe Beraud" userId="3b1c6667-7fbc-45cf-ac7c-d346ed9edd62" providerId="ADAL" clId="{93948A27-F404-451D-97A3-8AFB0DC69543}" dt="2024-05-22T08:44:34.475" v="371"/>
        <pc:sldMkLst>
          <pc:docMk/>
          <pc:sldMk cId="437119859" sldId="2147471227"/>
        </pc:sldMkLst>
      </pc:sldChg>
      <pc:sldChg chg="add">
        <pc:chgData name="Philippe Beraud" userId="3b1c6667-7fbc-45cf-ac7c-d346ed9edd62" providerId="ADAL" clId="{93948A27-F404-451D-97A3-8AFB0DC69543}" dt="2024-05-22T08:44:34.475" v="371"/>
        <pc:sldMkLst>
          <pc:docMk/>
          <pc:sldMk cId="1057587519" sldId="2147471228"/>
        </pc:sldMkLst>
      </pc:sldChg>
      <pc:sldChg chg="add">
        <pc:chgData name="Philippe Beraud" userId="3b1c6667-7fbc-45cf-ac7c-d346ed9edd62" providerId="ADAL" clId="{93948A27-F404-451D-97A3-8AFB0DC69543}" dt="2024-05-22T08:44:34.475" v="371"/>
        <pc:sldMkLst>
          <pc:docMk/>
          <pc:sldMk cId="1622738025" sldId="2147471229"/>
        </pc:sldMkLst>
      </pc:sldChg>
      <pc:sldChg chg="modSp add mod">
        <pc:chgData name="Philippe Beraud" userId="3b1c6667-7fbc-45cf-ac7c-d346ed9edd62" providerId="ADAL" clId="{93948A27-F404-451D-97A3-8AFB0DC69543}" dt="2024-05-22T08:46:37.454" v="395" actId="207"/>
        <pc:sldMkLst>
          <pc:docMk/>
          <pc:sldMk cId="2748658988" sldId="2147471230"/>
        </pc:sldMkLst>
      </pc:sldChg>
      <pc:sldChg chg="modSp add mod">
        <pc:chgData name="Philippe Beraud" userId="3b1c6667-7fbc-45cf-ac7c-d346ed9edd62" providerId="ADAL" clId="{93948A27-F404-451D-97A3-8AFB0DC69543}" dt="2024-05-22T08:50:18.243" v="439" actId="207"/>
        <pc:sldMkLst>
          <pc:docMk/>
          <pc:sldMk cId="2720673320" sldId="2147471232"/>
        </pc:sldMkLst>
      </pc:sldChg>
      <pc:sldChg chg="add">
        <pc:chgData name="Philippe Beraud" userId="3b1c6667-7fbc-45cf-ac7c-d346ed9edd62" providerId="ADAL" clId="{93948A27-F404-451D-97A3-8AFB0DC69543}" dt="2024-05-22T08:44:34.475" v="371"/>
        <pc:sldMkLst>
          <pc:docMk/>
          <pc:sldMk cId="3250206478" sldId="2147471234"/>
        </pc:sldMkLst>
      </pc:sldChg>
      <pc:sldChg chg="modSp add mod">
        <pc:chgData name="Philippe Beraud" userId="3b1c6667-7fbc-45cf-ac7c-d346ed9edd62" providerId="ADAL" clId="{93948A27-F404-451D-97A3-8AFB0DC69543}" dt="2024-05-22T08:47:49.863" v="413" actId="207"/>
        <pc:sldMkLst>
          <pc:docMk/>
          <pc:sldMk cId="798694335" sldId="2147471239"/>
        </pc:sldMkLst>
      </pc:sldChg>
      <pc:sldChg chg="modSp add mod">
        <pc:chgData name="Philippe Beraud" userId="3b1c6667-7fbc-45cf-ac7c-d346ed9edd62" providerId="ADAL" clId="{93948A27-F404-451D-97A3-8AFB0DC69543}" dt="2024-05-22T08:47:53.657" v="414" actId="207"/>
        <pc:sldMkLst>
          <pc:docMk/>
          <pc:sldMk cId="2142399026" sldId="2147471240"/>
        </pc:sldMkLst>
      </pc:sldChg>
      <pc:sldChg chg="add">
        <pc:chgData name="Philippe Beraud" userId="3b1c6667-7fbc-45cf-ac7c-d346ed9edd62" providerId="ADAL" clId="{93948A27-F404-451D-97A3-8AFB0DC69543}" dt="2024-05-22T08:47:46.727" v="412"/>
        <pc:sldMkLst>
          <pc:docMk/>
          <pc:sldMk cId="249435372" sldId="2147471241"/>
        </pc:sldMkLst>
      </pc:sldChg>
      <pc:sldChg chg="del">
        <pc:chgData name="Philippe Beraud" userId="3b1c6667-7fbc-45cf-ac7c-d346ed9edd62" providerId="ADAL" clId="{93948A27-F404-451D-97A3-8AFB0DC69543}" dt="2024-05-22T08:27:00.376" v="347" actId="47"/>
        <pc:sldMkLst>
          <pc:docMk/>
          <pc:sldMk cId="2590749482" sldId="2147471242"/>
        </pc:sldMkLst>
      </pc:sldChg>
      <pc:sldChg chg="modSp add mod">
        <pc:chgData name="Philippe Beraud" userId="3b1c6667-7fbc-45cf-ac7c-d346ed9edd62" providerId="ADAL" clId="{93948A27-F404-451D-97A3-8AFB0DC69543}" dt="2024-05-22T08:48:11.498" v="416" actId="207"/>
        <pc:sldMkLst>
          <pc:docMk/>
          <pc:sldMk cId="2215497525" sldId="2147471245"/>
        </pc:sldMkLst>
      </pc:sldChg>
      <pc:sldChg chg="modSp add mod">
        <pc:chgData name="Philippe Beraud" userId="3b1c6667-7fbc-45cf-ac7c-d346ed9edd62" providerId="ADAL" clId="{93948A27-F404-451D-97A3-8AFB0DC69543}" dt="2024-05-22T08:48:27.190" v="419" actId="207"/>
        <pc:sldMkLst>
          <pc:docMk/>
          <pc:sldMk cId="2324733093" sldId="2147471247"/>
        </pc:sldMkLst>
      </pc:sldChg>
      <pc:sldChg chg="ord">
        <pc:chgData name="Philippe Beraud" userId="3b1c6667-7fbc-45cf-ac7c-d346ed9edd62" providerId="ADAL" clId="{93948A27-F404-451D-97A3-8AFB0DC69543}" dt="2024-05-22T09:49:04.965" v="557"/>
        <pc:sldMkLst>
          <pc:docMk/>
          <pc:sldMk cId="1259337514" sldId="2147471248"/>
        </pc:sldMkLst>
      </pc:sldChg>
      <pc:sldChg chg="modSp mod ord">
        <pc:chgData name="Philippe Beraud" userId="3b1c6667-7fbc-45cf-ac7c-d346ed9edd62" providerId="ADAL" clId="{93948A27-F404-451D-97A3-8AFB0DC69543}" dt="2024-05-22T09:49:04.965" v="557"/>
        <pc:sldMkLst>
          <pc:docMk/>
          <pc:sldMk cId="1725151171" sldId="2147471250"/>
        </pc:sldMkLst>
      </pc:sldChg>
      <pc:sldChg chg="del">
        <pc:chgData name="Philippe Beraud" userId="3b1c6667-7fbc-45cf-ac7c-d346ed9edd62" providerId="ADAL" clId="{93948A27-F404-451D-97A3-8AFB0DC69543}" dt="2024-05-22T08:25:11.105" v="226" actId="47"/>
        <pc:sldMkLst>
          <pc:docMk/>
          <pc:sldMk cId="138598463" sldId="2147471251"/>
        </pc:sldMkLst>
      </pc:sldChg>
      <pc:sldChg chg="addSp modSp del mod modAnim">
        <pc:chgData name="Philippe Beraud" userId="3b1c6667-7fbc-45cf-ac7c-d346ed9edd62" providerId="ADAL" clId="{93948A27-F404-451D-97A3-8AFB0DC69543}" dt="2024-05-22T09:55:39.629" v="718" actId="47"/>
        <pc:sldMkLst>
          <pc:docMk/>
          <pc:sldMk cId="2136764923" sldId="2147471252"/>
        </pc:sldMkLst>
      </pc:sldChg>
      <pc:sldChg chg="ord">
        <pc:chgData name="Philippe Beraud" userId="3b1c6667-7fbc-45cf-ac7c-d346ed9edd62" providerId="ADAL" clId="{93948A27-F404-451D-97A3-8AFB0DC69543}" dt="2024-05-22T09:49:04.965" v="557"/>
        <pc:sldMkLst>
          <pc:docMk/>
          <pc:sldMk cId="2029481300" sldId="2147471253"/>
        </pc:sldMkLst>
      </pc:sldChg>
      <pc:sldChg chg="ord">
        <pc:chgData name="Philippe Beraud" userId="3b1c6667-7fbc-45cf-ac7c-d346ed9edd62" providerId="ADAL" clId="{93948A27-F404-451D-97A3-8AFB0DC69543}" dt="2024-05-22T09:49:04.965" v="557"/>
        <pc:sldMkLst>
          <pc:docMk/>
          <pc:sldMk cId="1434968480" sldId="2147471254"/>
        </pc:sldMkLst>
      </pc:sldChg>
      <pc:sldChg chg="ord">
        <pc:chgData name="Philippe Beraud" userId="3b1c6667-7fbc-45cf-ac7c-d346ed9edd62" providerId="ADAL" clId="{93948A27-F404-451D-97A3-8AFB0DC69543}" dt="2024-05-22T09:49:04.965" v="557"/>
        <pc:sldMkLst>
          <pc:docMk/>
          <pc:sldMk cId="4153093245" sldId="2147471255"/>
        </pc:sldMkLst>
      </pc:sldChg>
      <pc:sldChg chg="delSp new mod ord modClrScheme chgLayout">
        <pc:chgData name="Philippe Beraud" userId="3b1c6667-7fbc-45cf-ac7c-d346ed9edd62" providerId="ADAL" clId="{93948A27-F404-451D-97A3-8AFB0DC69543}" dt="2024-05-22T09:49:14.353" v="559"/>
        <pc:sldMkLst>
          <pc:docMk/>
          <pc:sldMk cId="2028827844" sldId="2147471256"/>
        </pc:sldMkLst>
      </pc:sldChg>
      <pc:sldChg chg="modSp add mod">
        <pc:chgData name="Philippe Beraud" userId="3b1c6667-7fbc-45cf-ac7c-d346ed9edd62" providerId="ADAL" clId="{93948A27-F404-451D-97A3-8AFB0DC69543}" dt="2024-05-22T08:46:05.574" v="388" actId="207"/>
        <pc:sldMkLst>
          <pc:docMk/>
          <pc:sldMk cId="574643598" sldId="2147471257"/>
        </pc:sldMkLst>
      </pc:sldChg>
      <pc:sldChg chg="modSp add mod">
        <pc:chgData name="Philippe Beraud" userId="3b1c6667-7fbc-45cf-ac7c-d346ed9edd62" providerId="ADAL" clId="{93948A27-F404-451D-97A3-8AFB0DC69543}" dt="2024-05-22T08:46:27.473" v="393" actId="207"/>
        <pc:sldMkLst>
          <pc:docMk/>
          <pc:sldMk cId="2645004171" sldId="2147471258"/>
        </pc:sldMkLst>
      </pc:sldChg>
      <pc:sldChg chg="modSp add mod">
        <pc:chgData name="Philippe Beraud" userId="3b1c6667-7fbc-45cf-ac7c-d346ed9edd62" providerId="ADAL" clId="{93948A27-F404-451D-97A3-8AFB0DC69543}" dt="2024-05-22T08:47:14.573" v="403" actId="207"/>
        <pc:sldMkLst>
          <pc:docMk/>
          <pc:sldMk cId="4100382665" sldId="2147471259"/>
        </pc:sldMkLst>
      </pc:sldChg>
      <pc:sldChg chg="modSp add mod">
        <pc:chgData name="Philippe Beraud" userId="3b1c6667-7fbc-45cf-ac7c-d346ed9edd62" providerId="ADAL" clId="{93948A27-F404-451D-97A3-8AFB0DC69543}" dt="2024-05-22T08:48:35.439" v="420" actId="207"/>
        <pc:sldMkLst>
          <pc:docMk/>
          <pc:sldMk cId="1897650027" sldId="2147471260"/>
        </pc:sldMkLst>
      </pc:sldChg>
      <pc:sldChg chg="add">
        <pc:chgData name="Philippe Beraud" userId="3b1c6667-7fbc-45cf-ac7c-d346ed9edd62" providerId="ADAL" clId="{93948A27-F404-451D-97A3-8AFB0DC69543}" dt="2024-05-22T08:49:06.544" v="423"/>
        <pc:sldMkLst>
          <pc:docMk/>
          <pc:sldMk cId="2752678289" sldId="2147471261"/>
        </pc:sldMkLst>
      </pc:sldChg>
      <pc:sldChg chg="addSp delSp modSp add mod delAnim modAnim">
        <pc:chgData name="Philippe Beraud" userId="3b1c6667-7fbc-45cf-ac7c-d346ed9edd62" providerId="ADAL" clId="{93948A27-F404-451D-97A3-8AFB0DC69543}" dt="2024-05-22T09:57:19.520" v="737" actId="3626"/>
        <pc:sldMkLst>
          <pc:docMk/>
          <pc:sldMk cId="896375133" sldId="2147471262"/>
        </pc:sldMkLst>
      </pc:sldChg>
      <pc:sldMasterChg chg="modSp delSldLayout modSldLayout sldLayoutOrd">
        <pc:chgData name="Philippe Beraud" userId="3b1c6667-7fbc-45cf-ac7c-d346ed9edd62" providerId="ADAL" clId="{93948A27-F404-451D-97A3-8AFB0DC69543}" dt="2024-05-22T08:23:35.950" v="217" actId="1076"/>
        <pc:sldMasterMkLst>
          <pc:docMk/>
          <pc:sldMasterMk cId="3588427678" sldId="2147484229"/>
        </pc:sldMasterMkLst>
        <pc:sldLayoutChg chg="setBg">
          <pc:chgData name="Philippe Beraud" userId="3b1c6667-7fbc-45cf-ac7c-d346ed9edd62" providerId="ADAL" clId="{93948A27-F404-451D-97A3-8AFB0DC69543}" dt="2024-05-22T08:21:46.355" v="193"/>
          <pc:sldLayoutMkLst>
            <pc:docMk/>
            <pc:sldMasterMk cId="3588427678" sldId="2147484229"/>
            <pc:sldLayoutMk cId="3897602530" sldId="2147484249"/>
          </pc:sldLayoutMkLst>
        </pc:sldLayoutChg>
        <pc:sldLayoutChg chg="del">
          <pc:chgData name="Philippe Beraud" userId="3b1c6667-7fbc-45cf-ac7c-d346ed9edd62" providerId="ADAL" clId="{93948A27-F404-451D-97A3-8AFB0DC69543}" dt="2024-05-22T08:03:21.938" v="127" actId="2696"/>
          <pc:sldLayoutMkLst>
            <pc:docMk/>
            <pc:sldMasterMk cId="3588427678" sldId="2147484229"/>
            <pc:sldLayoutMk cId="427829922" sldId="2147484583"/>
          </pc:sldLayoutMkLst>
        </pc:sldLayoutChg>
        <pc:sldLayoutChg chg="setBg">
          <pc:chgData name="Philippe Beraud" userId="3b1c6667-7fbc-45cf-ac7c-d346ed9edd62" providerId="ADAL" clId="{93948A27-F404-451D-97A3-8AFB0DC69543}" dt="2024-05-22T08:21:50.407" v="194"/>
          <pc:sldLayoutMkLst>
            <pc:docMk/>
            <pc:sldMasterMk cId="3588427678" sldId="2147484229"/>
            <pc:sldLayoutMk cId="3650358238" sldId="2147484584"/>
          </pc:sldLayoutMkLst>
        </pc:sldLayoutChg>
        <pc:sldLayoutChg chg="del">
          <pc:chgData name="Philippe Beraud" userId="3b1c6667-7fbc-45cf-ac7c-d346ed9edd62" providerId="ADAL" clId="{93948A27-F404-451D-97A3-8AFB0DC69543}" dt="2024-05-22T08:03:03.715" v="118" actId="2696"/>
          <pc:sldLayoutMkLst>
            <pc:docMk/>
            <pc:sldMasterMk cId="3588427678" sldId="2147484229"/>
            <pc:sldLayoutMk cId="1849598128" sldId="2147484610"/>
          </pc:sldLayoutMkLst>
        </pc:sldLayoutChg>
        <pc:sldLayoutChg chg="del">
          <pc:chgData name="Philippe Beraud" userId="3b1c6667-7fbc-45cf-ac7c-d346ed9edd62" providerId="ADAL" clId="{93948A27-F404-451D-97A3-8AFB0DC69543}" dt="2024-05-22T08:03:21.954" v="130" actId="2696"/>
          <pc:sldLayoutMkLst>
            <pc:docMk/>
            <pc:sldMasterMk cId="3588427678" sldId="2147484229"/>
            <pc:sldLayoutMk cId="774405555" sldId="2147484640"/>
          </pc:sldLayoutMkLst>
        </pc:sldLayoutChg>
        <pc:sldLayoutChg chg="addSp modSp mod ord setBg">
          <pc:chgData name="Philippe Beraud" userId="3b1c6667-7fbc-45cf-ac7c-d346ed9edd62" providerId="ADAL" clId="{93948A27-F404-451D-97A3-8AFB0DC69543}" dt="2024-05-22T08:21:40.830" v="192"/>
          <pc:sldLayoutMkLst>
            <pc:docMk/>
            <pc:sldMasterMk cId="3588427678" sldId="2147484229"/>
            <pc:sldLayoutMk cId="2648787845" sldId="2147484673"/>
          </pc:sldLayoutMkLst>
        </pc:sldLayoutChg>
        <pc:sldLayoutChg chg="modSp">
          <pc:chgData name="Philippe Beraud" userId="3b1c6667-7fbc-45cf-ac7c-d346ed9edd62" providerId="ADAL" clId="{93948A27-F404-451D-97A3-8AFB0DC69543}" dt="2024-05-22T08:22:47.584" v="203" actId="403"/>
          <pc:sldLayoutMkLst>
            <pc:docMk/>
            <pc:sldMasterMk cId="3588427678" sldId="2147484229"/>
            <pc:sldLayoutMk cId="3232991965" sldId="2147484710"/>
          </pc:sldLayoutMkLst>
        </pc:sldLayoutChg>
        <pc:sldLayoutChg chg="modSp">
          <pc:chgData name="Philippe Beraud" userId="3b1c6667-7fbc-45cf-ac7c-d346ed9edd62" providerId="ADAL" clId="{93948A27-F404-451D-97A3-8AFB0DC69543}" dt="2024-05-22T08:22:57.749" v="205" actId="404"/>
          <pc:sldLayoutMkLst>
            <pc:docMk/>
            <pc:sldMasterMk cId="3588427678" sldId="2147484229"/>
            <pc:sldLayoutMk cId="533679714" sldId="2147484911"/>
          </pc:sldLayoutMkLst>
        </pc:sldLayoutChg>
        <pc:sldLayoutChg chg="modSp mod">
          <pc:chgData name="Philippe Beraud" userId="3b1c6667-7fbc-45cf-ac7c-d346ed9edd62" providerId="ADAL" clId="{93948A27-F404-451D-97A3-8AFB0DC69543}" dt="2024-05-22T08:23:20.866" v="212" actId="1076"/>
          <pc:sldLayoutMkLst>
            <pc:docMk/>
            <pc:sldMasterMk cId="3588427678" sldId="2147484229"/>
            <pc:sldLayoutMk cId="3288570195" sldId="2147485050"/>
          </pc:sldLayoutMkLst>
        </pc:sldLayoutChg>
        <pc:sldLayoutChg chg="modSp mod">
          <pc:chgData name="Philippe Beraud" userId="3b1c6667-7fbc-45cf-ac7c-d346ed9edd62" providerId="ADAL" clId="{93948A27-F404-451D-97A3-8AFB0DC69543}" dt="2024-05-22T08:23:35.950" v="217" actId="1076"/>
          <pc:sldLayoutMkLst>
            <pc:docMk/>
            <pc:sldMasterMk cId="3588427678" sldId="2147484229"/>
            <pc:sldLayoutMk cId="1010708830" sldId="2147485165"/>
          </pc:sldLayoutMkLst>
        </pc:sldLayoutChg>
        <pc:sldLayoutChg chg="addSp delSp modSp mod setBg">
          <pc:chgData name="Philippe Beraud" userId="3b1c6667-7fbc-45cf-ac7c-d346ed9edd62" providerId="ADAL" clId="{93948A27-F404-451D-97A3-8AFB0DC69543}" dt="2024-05-22T08:21:22.723" v="189"/>
          <pc:sldLayoutMkLst>
            <pc:docMk/>
            <pc:sldMasterMk cId="3588427678" sldId="2147484229"/>
            <pc:sldLayoutMk cId="2484971770" sldId="2147485189"/>
          </pc:sldLayoutMkLst>
        </pc:sldLayoutChg>
        <pc:sldLayoutChg chg="del">
          <pc:chgData name="Philippe Beraud" userId="3b1c6667-7fbc-45cf-ac7c-d346ed9edd62" providerId="ADAL" clId="{93948A27-F404-451D-97A3-8AFB0DC69543}" dt="2024-05-22T08:03:03.715" v="119" actId="2696"/>
          <pc:sldLayoutMkLst>
            <pc:docMk/>
            <pc:sldMasterMk cId="3588427678" sldId="2147484229"/>
            <pc:sldLayoutMk cId="3539202642" sldId="2147485190"/>
          </pc:sldLayoutMkLst>
        </pc:sldLayoutChg>
        <pc:sldLayoutChg chg="del">
          <pc:chgData name="Philippe Beraud" userId="3b1c6667-7fbc-45cf-ac7c-d346ed9edd62" providerId="ADAL" clId="{93948A27-F404-451D-97A3-8AFB0DC69543}" dt="2024-05-22T08:03:21.954" v="129" actId="2696"/>
          <pc:sldLayoutMkLst>
            <pc:docMk/>
            <pc:sldMasterMk cId="3588427678" sldId="2147484229"/>
            <pc:sldLayoutMk cId="2572250010" sldId="2147485198"/>
          </pc:sldLayoutMkLst>
        </pc:sldLayoutChg>
        <pc:sldLayoutChg chg="del">
          <pc:chgData name="Philippe Beraud" userId="3b1c6667-7fbc-45cf-ac7c-d346ed9edd62" providerId="ADAL" clId="{93948A27-F404-451D-97A3-8AFB0DC69543}" dt="2024-05-22T08:03:21.938" v="128" actId="2696"/>
          <pc:sldLayoutMkLst>
            <pc:docMk/>
            <pc:sldMasterMk cId="3588427678" sldId="2147484229"/>
            <pc:sldLayoutMk cId="350985706" sldId="2147485199"/>
          </pc:sldLayoutMkLst>
        </pc:sldLayoutChg>
        <pc:sldLayoutChg chg="delSp modSp mod">
          <pc:chgData name="Philippe Beraud" userId="3b1c6667-7fbc-45cf-ac7c-d346ed9edd62" providerId="ADAL" clId="{93948A27-F404-451D-97A3-8AFB0DC69543}" dt="2024-05-22T08:22:11.461" v="197" actId="404"/>
          <pc:sldLayoutMkLst>
            <pc:docMk/>
            <pc:sldMasterMk cId="3588427678" sldId="2147484229"/>
            <pc:sldLayoutMk cId="2492163246" sldId="2147485202"/>
          </pc:sldLayoutMkLst>
        </pc:sldLayoutChg>
        <pc:sldLayoutChg chg="modSp">
          <pc:chgData name="Philippe Beraud" userId="3b1c6667-7fbc-45cf-ac7c-d346ed9edd62" providerId="ADAL" clId="{93948A27-F404-451D-97A3-8AFB0DC69543}" dt="2024-05-22T08:22:37.244" v="201" actId="404"/>
          <pc:sldLayoutMkLst>
            <pc:docMk/>
            <pc:sldMasterMk cId="3588427678" sldId="2147484229"/>
            <pc:sldLayoutMk cId="1085263328" sldId="2147485203"/>
          </pc:sldLayoutMkLst>
        </pc:sldLayoutChg>
        <pc:sldLayoutChg chg="modSp setBg">
          <pc:chgData name="Philippe Beraud" userId="3b1c6667-7fbc-45cf-ac7c-d346ed9edd62" providerId="ADAL" clId="{93948A27-F404-451D-97A3-8AFB0DC69543}" dt="2024-05-22T08:21:36.373" v="191"/>
          <pc:sldLayoutMkLst>
            <pc:docMk/>
            <pc:sldMasterMk cId="3588427678" sldId="2147484229"/>
            <pc:sldLayoutMk cId="2382814170" sldId="2147485204"/>
          </pc:sldLayoutMkLst>
        </pc:sldLayoutChg>
        <pc:sldLayoutChg chg="del">
          <pc:chgData name="Philippe Beraud" userId="3b1c6667-7fbc-45cf-ac7c-d346ed9edd62" providerId="ADAL" clId="{93948A27-F404-451D-97A3-8AFB0DC69543}" dt="2024-05-22T08:03:21.938" v="126" actId="2696"/>
          <pc:sldLayoutMkLst>
            <pc:docMk/>
            <pc:sldMasterMk cId="3588427678" sldId="2147484229"/>
            <pc:sldLayoutMk cId="394269841" sldId="2147485206"/>
          </pc:sldLayoutMkLst>
        </pc:sldLayoutChg>
        <pc:sldLayoutChg chg="del">
          <pc:chgData name="Philippe Beraud" userId="3b1c6667-7fbc-45cf-ac7c-d346ed9edd62" providerId="ADAL" clId="{93948A27-F404-451D-97A3-8AFB0DC69543}" dt="2024-05-22T08:03:21.932" v="125" actId="2696"/>
          <pc:sldLayoutMkLst>
            <pc:docMk/>
            <pc:sldMasterMk cId="3588427678" sldId="2147484229"/>
            <pc:sldLayoutMk cId="1381004332" sldId="2147485207"/>
          </pc:sldLayoutMkLst>
        </pc:sldLayoutChg>
        <pc:sldLayoutChg chg="del">
          <pc:chgData name="Philippe Beraud" userId="3b1c6667-7fbc-45cf-ac7c-d346ed9edd62" providerId="ADAL" clId="{93948A27-F404-451D-97A3-8AFB0DC69543}" dt="2024-05-22T08:03:21.932" v="124" actId="2696"/>
          <pc:sldLayoutMkLst>
            <pc:docMk/>
            <pc:sldMasterMk cId="3588427678" sldId="2147484229"/>
            <pc:sldLayoutMk cId="1328082698" sldId="2147485208"/>
          </pc:sldLayoutMkLst>
        </pc:sldLayoutChg>
        <pc:sldLayoutChg chg="del">
          <pc:chgData name="Philippe Beraud" userId="3b1c6667-7fbc-45cf-ac7c-d346ed9edd62" providerId="ADAL" clId="{93948A27-F404-451D-97A3-8AFB0DC69543}" dt="2024-05-22T08:03:21.922" v="123" actId="2696"/>
          <pc:sldLayoutMkLst>
            <pc:docMk/>
            <pc:sldMasterMk cId="3588427678" sldId="2147484229"/>
            <pc:sldLayoutMk cId="2546842738" sldId="2147485209"/>
          </pc:sldLayoutMkLst>
        </pc:sldLayoutChg>
        <pc:sldLayoutChg chg="del">
          <pc:chgData name="Philippe Beraud" userId="3b1c6667-7fbc-45cf-ac7c-d346ed9edd62" providerId="ADAL" clId="{93948A27-F404-451D-97A3-8AFB0DC69543}" dt="2024-05-22T08:03:21.922" v="122" actId="2696"/>
          <pc:sldLayoutMkLst>
            <pc:docMk/>
            <pc:sldMasterMk cId="3588427678" sldId="2147484229"/>
            <pc:sldLayoutMk cId="2150591705" sldId="2147485210"/>
          </pc:sldLayoutMkLst>
        </pc:sldLayoutChg>
        <pc:sldLayoutChg chg="del">
          <pc:chgData name="Philippe Beraud" userId="3b1c6667-7fbc-45cf-ac7c-d346ed9edd62" providerId="ADAL" clId="{93948A27-F404-451D-97A3-8AFB0DC69543}" dt="2024-05-22T08:03:21.911" v="121" actId="2696"/>
          <pc:sldLayoutMkLst>
            <pc:docMk/>
            <pc:sldMasterMk cId="3588427678" sldId="2147484229"/>
            <pc:sldLayoutMk cId="2237877861" sldId="2147485211"/>
          </pc:sldLayoutMkLst>
        </pc:sldLayoutChg>
        <pc:sldLayoutChg chg="setBg">
          <pc:chgData name="Philippe Beraud" userId="3b1c6667-7fbc-45cf-ac7c-d346ed9edd62" providerId="ADAL" clId="{93948A27-F404-451D-97A3-8AFB0DC69543}" dt="2024-05-22T08:21:55.070" v="195"/>
          <pc:sldLayoutMkLst>
            <pc:docMk/>
            <pc:sldMasterMk cId="3588427678" sldId="2147484229"/>
            <pc:sldLayoutMk cId="3983662292" sldId="2147485212"/>
          </pc:sldLayoutMkLst>
        </pc:sldLayoutChg>
        <pc:sldLayoutChg chg="del">
          <pc:chgData name="Philippe Beraud" userId="3b1c6667-7fbc-45cf-ac7c-d346ed9edd62" providerId="ADAL" clId="{93948A27-F404-451D-97A3-8AFB0DC69543}" dt="2024-05-22T08:03:21.954" v="132" actId="2696"/>
          <pc:sldLayoutMkLst>
            <pc:docMk/>
            <pc:sldMasterMk cId="3588427678" sldId="2147484229"/>
            <pc:sldLayoutMk cId="3809554101" sldId="2147485213"/>
          </pc:sldLayoutMkLst>
        </pc:sldLayoutChg>
        <pc:sldLayoutChg chg="del">
          <pc:chgData name="Philippe Beraud" userId="3b1c6667-7fbc-45cf-ac7c-d346ed9edd62" providerId="ADAL" clId="{93948A27-F404-451D-97A3-8AFB0DC69543}" dt="2024-05-22T08:03:21.954" v="131" actId="2696"/>
          <pc:sldLayoutMkLst>
            <pc:docMk/>
            <pc:sldMasterMk cId="3588427678" sldId="2147484229"/>
            <pc:sldLayoutMk cId="1586877803" sldId="2147485214"/>
          </pc:sldLayoutMkLst>
        </pc:sldLayoutChg>
        <pc:sldLayoutChg chg="del">
          <pc:chgData name="Philippe Beraud" userId="3b1c6667-7fbc-45cf-ac7c-d346ed9edd62" providerId="ADAL" clId="{93948A27-F404-451D-97A3-8AFB0DC69543}" dt="2024-05-22T08:03:03.762" v="120" actId="2696"/>
          <pc:sldLayoutMkLst>
            <pc:docMk/>
            <pc:sldMasterMk cId="3588427678" sldId="2147484229"/>
            <pc:sldLayoutMk cId="3307056970" sldId="2147485215"/>
          </pc:sldLayoutMkLst>
        </pc:sldLayoutChg>
      </pc:sldMasterChg>
    </pc:docChg>
  </pc:docChgLst>
  <pc:docChgLst>
    <pc:chgData name="Philippe Beraud" userId="3b1c6667-7fbc-45cf-ac7c-d346ed9edd62" providerId="ADAL" clId="{D4641055-586B-49A2-839D-61696D1F63EA}"/>
    <pc:docChg chg="undo custSel addSld delSld modSld sldOrd modMainMaster addSection delSection modSection">
      <pc:chgData name="Philippe Beraud" userId="3b1c6667-7fbc-45cf-ac7c-d346ed9edd62" providerId="ADAL" clId="{D4641055-586B-49A2-839D-61696D1F63EA}" dt="2025-04-02T15:00:48.448" v="2207" actId="20577"/>
      <pc:docMkLst>
        <pc:docMk/>
      </pc:docMkLst>
      <pc:sldChg chg="modSp add mod chgLayout">
        <pc:chgData name="Philippe Beraud" userId="3b1c6667-7fbc-45cf-ac7c-d346ed9edd62" providerId="ADAL" clId="{D4641055-586B-49A2-839D-61696D1F63EA}" dt="2025-04-02T14:45:53.216" v="1777" actId="20577"/>
        <pc:sldMkLst>
          <pc:docMk/>
          <pc:sldMk cId="2159433602" sldId="256"/>
        </pc:sldMkLst>
        <pc:spChg chg="mod ord">
          <ac:chgData name="Philippe Beraud" userId="3b1c6667-7fbc-45cf-ac7c-d346ed9edd62" providerId="ADAL" clId="{D4641055-586B-49A2-839D-61696D1F63EA}" dt="2025-03-21T14:48:14.674" v="581" actId="700"/>
          <ac:spMkLst>
            <pc:docMk/>
            <pc:sldMk cId="2159433602" sldId="256"/>
            <ac:spMk id="3" creationId="{E5399C46-558C-8C43-7F04-804A28B93D7F}"/>
          </ac:spMkLst>
        </pc:spChg>
        <pc:spChg chg="mod">
          <ac:chgData name="Philippe Beraud" userId="3b1c6667-7fbc-45cf-ac7c-d346ed9edd62" providerId="ADAL" clId="{D4641055-586B-49A2-839D-61696D1F63EA}" dt="2025-04-02T14:45:53.216" v="1777" actId="20577"/>
          <ac:spMkLst>
            <pc:docMk/>
            <pc:sldMk cId="2159433602" sldId="256"/>
            <ac:spMk id="6" creationId="{2505A4ED-6FEB-FEFC-217D-059A08277C34}"/>
          </ac:spMkLst>
        </pc:spChg>
      </pc:sldChg>
      <pc:sldChg chg="addSp delSp modSp mod">
        <pc:chgData name="Philippe Beraud" userId="3b1c6667-7fbc-45cf-ac7c-d346ed9edd62" providerId="ADAL" clId="{D4641055-586B-49A2-839D-61696D1F63EA}" dt="2025-03-21T13:04:52.526" v="72" actId="20577"/>
        <pc:sldMkLst>
          <pc:docMk/>
          <pc:sldMk cId="186779101" sldId="257"/>
        </pc:sldMkLst>
        <pc:spChg chg="mod">
          <ac:chgData name="Philippe Beraud" userId="3b1c6667-7fbc-45cf-ac7c-d346ed9edd62" providerId="ADAL" clId="{D4641055-586B-49A2-839D-61696D1F63EA}" dt="2025-03-21T13:04:46.447" v="70" actId="1076"/>
          <ac:spMkLst>
            <pc:docMk/>
            <pc:sldMk cId="186779101" sldId="257"/>
            <ac:spMk id="2" creationId="{F3403490-D98D-4C92-A9AC-3B705A87D59D}"/>
          </ac:spMkLst>
        </pc:spChg>
        <pc:spChg chg="mod">
          <ac:chgData name="Philippe Beraud" userId="3b1c6667-7fbc-45cf-ac7c-d346ed9edd62" providerId="ADAL" clId="{D4641055-586B-49A2-839D-61696D1F63EA}" dt="2025-03-21T13:04:46.447" v="70" actId="1076"/>
          <ac:spMkLst>
            <pc:docMk/>
            <pc:sldMk cId="186779101" sldId="257"/>
            <ac:spMk id="3" creationId="{6DE0E1A5-D98C-47FE-B441-72F4FEA1794B}"/>
          </ac:spMkLst>
        </pc:spChg>
        <pc:spChg chg="mod">
          <ac:chgData name="Philippe Beraud" userId="3b1c6667-7fbc-45cf-ac7c-d346ed9edd62" providerId="ADAL" clId="{D4641055-586B-49A2-839D-61696D1F63EA}" dt="2025-03-21T13:04:52.526" v="72" actId="20577"/>
          <ac:spMkLst>
            <pc:docMk/>
            <pc:sldMk cId="186779101" sldId="257"/>
            <ac:spMk id="9" creationId="{B3C90CB1-036D-FD4F-C1B5-F5037E745533}"/>
          </ac:spMkLst>
        </pc:spChg>
      </pc:sldChg>
      <pc:sldChg chg="add">
        <pc:chgData name="Philippe Beraud" userId="3b1c6667-7fbc-45cf-ac7c-d346ed9edd62" providerId="ADAL" clId="{D4641055-586B-49A2-839D-61696D1F63EA}" dt="2025-03-21T16:22:42.711" v="905"/>
        <pc:sldMkLst>
          <pc:docMk/>
          <pc:sldMk cId="1048038490" sldId="258"/>
        </pc:sldMkLst>
      </pc:sldChg>
      <pc:sldChg chg="modSp add del mod">
        <pc:chgData name="Philippe Beraud" userId="3b1c6667-7fbc-45cf-ac7c-d346ed9edd62" providerId="ADAL" clId="{D4641055-586B-49A2-839D-61696D1F63EA}" dt="2025-03-21T15:28:56.999" v="650" actId="2696"/>
        <pc:sldMkLst>
          <pc:docMk/>
          <pc:sldMk cId="2420617235" sldId="258"/>
        </pc:sldMkLst>
      </pc:sldChg>
      <pc:sldChg chg="add del">
        <pc:chgData name="Philippe Beraud" userId="3b1c6667-7fbc-45cf-ac7c-d346ed9edd62" providerId="ADAL" clId="{D4641055-586B-49A2-839D-61696D1F63EA}" dt="2025-03-21T15:35:41.297" v="751" actId="47"/>
        <pc:sldMkLst>
          <pc:docMk/>
          <pc:sldMk cId="3950016842" sldId="258"/>
        </pc:sldMkLst>
      </pc:sldChg>
      <pc:sldChg chg="add del">
        <pc:chgData name="Philippe Beraud" userId="3b1c6667-7fbc-45cf-ac7c-d346ed9edd62" providerId="ADAL" clId="{D4641055-586B-49A2-839D-61696D1F63EA}" dt="2025-03-21T16:22:29.688" v="904" actId="2696"/>
        <pc:sldMkLst>
          <pc:docMk/>
          <pc:sldMk cId="4048184778" sldId="258"/>
        </pc:sldMkLst>
      </pc:sldChg>
      <pc:sldChg chg="addSp delSp modSp add mod chgLayout">
        <pc:chgData name="Philippe Beraud" userId="3b1c6667-7fbc-45cf-ac7c-d346ed9edd62" providerId="ADAL" clId="{D4641055-586B-49A2-839D-61696D1F63EA}" dt="2025-03-21T15:19:33.100" v="613" actId="1076"/>
        <pc:sldMkLst>
          <pc:docMk/>
          <pc:sldMk cId="2495829419" sldId="259"/>
        </pc:sldMkLst>
      </pc:sldChg>
      <pc:sldChg chg="add">
        <pc:chgData name="Philippe Beraud" userId="3b1c6667-7fbc-45cf-ac7c-d346ed9edd62" providerId="ADAL" clId="{D4641055-586B-49A2-839D-61696D1F63EA}" dt="2025-03-21T16:22:00.066" v="899"/>
        <pc:sldMkLst>
          <pc:docMk/>
          <pc:sldMk cId="3755321273" sldId="260"/>
        </pc:sldMkLst>
      </pc:sldChg>
      <pc:sldChg chg="add del">
        <pc:chgData name="Philippe Beraud" userId="3b1c6667-7fbc-45cf-ac7c-d346ed9edd62" providerId="ADAL" clId="{D4641055-586B-49A2-839D-61696D1F63EA}" dt="2025-03-21T15:23:06.203" v="632" actId="47"/>
        <pc:sldMkLst>
          <pc:docMk/>
          <pc:sldMk cId="1956491443" sldId="261"/>
        </pc:sldMkLst>
      </pc:sldChg>
      <pc:sldChg chg="add">
        <pc:chgData name="Philippe Beraud" userId="3b1c6667-7fbc-45cf-ac7c-d346ed9edd62" providerId="ADAL" clId="{D4641055-586B-49A2-839D-61696D1F63EA}" dt="2025-03-21T16:25:22.712" v="914"/>
        <pc:sldMkLst>
          <pc:docMk/>
          <pc:sldMk cId="3230839582" sldId="261"/>
        </pc:sldMkLst>
      </pc:sldChg>
      <pc:sldChg chg="add">
        <pc:chgData name="Philippe Beraud" userId="3b1c6667-7fbc-45cf-ac7c-d346ed9edd62" providerId="ADAL" clId="{D4641055-586B-49A2-839D-61696D1F63EA}" dt="2025-03-21T16:25:22.712" v="914"/>
        <pc:sldMkLst>
          <pc:docMk/>
          <pc:sldMk cId="3890867444" sldId="262"/>
        </pc:sldMkLst>
      </pc:sldChg>
      <pc:sldChg chg="modSp add mod">
        <pc:chgData name="Philippe Beraud" userId="3b1c6667-7fbc-45cf-ac7c-d346ed9edd62" providerId="ADAL" clId="{D4641055-586B-49A2-839D-61696D1F63EA}" dt="2025-04-02T14:55:00.696" v="2094" actId="790"/>
        <pc:sldMkLst>
          <pc:docMk/>
          <pc:sldMk cId="2431002204" sldId="263"/>
        </pc:sldMkLst>
        <pc:spChg chg="mod">
          <ac:chgData name="Philippe Beraud" userId="3b1c6667-7fbc-45cf-ac7c-d346ed9edd62" providerId="ADAL" clId="{D4641055-586B-49A2-839D-61696D1F63EA}" dt="2025-04-02T14:54:59.356" v="2093" actId="790"/>
          <ac:spMkLst>
            <pc:docMk/>
            <pc:sldMk cId="2431002204" sldId="263"/>
            <ac:spMk id="2" creationId="{1DB161BE-A52C-1C59-809F-260AB4E39E69}"/>
          </ac:spMkLst>
        </pc:spChg>
        <pc:spChg chg="mod">
          <ac:chgData name="Philippe Beraud" userId="3b1c6667-7fbc-45cf-ac7c-d346ed9edd62" providerId="ADAL" clId="{D4641055-586B-49A2-839D-61696D1F63EA}" dt="2025-04-02T14:55:00.696" v="2094" actId="790"/>
          <ac:spMkLst>
            <pc:docMk/>
            <pc:sldMk cId="2431002204" sldId="263"/>
            <ac:spMk id="3" creationId="{EE4AE320-B973-B3EC-3039-4CD3BDE985BC}"/>
          </ac:spMkLst>
        </pc:spChg>
      </pc:sldChg>
      <pc:sldChg chg="modSp add mod chgLayout">
        <pc:chgData name="Philippe Beraud" userId="3b1c6667-7fbc-45cf-ac7c-d346ed9edd62" providerId="ADAL" clId="{D4641055-586B-49A2-839D-61696D1F63EA}" dt="2025-04-02T14:43:30.546" v="1723" actId="1076"/>
        <pc:sldMkLst>
          <pc:docMk/>
          <pc:sldMk cId="410686687" sldId="264"/>
        </pc:sldMkLst>
        <pc:spChg chg="mod ord">
          <ac:chgData name="Philippe Beraud" userId="3b1c6667-7fbc-45cf-ac7c-d346ed9edd62" providerId="ADAL" clId="{D4641055-586B-49A2-839D-61696D1F63EA}" dt="2025-03-21T14:47:03.503" v="578" actId="700"/>
          <ac:spMkLst>
            <pc:docMk/>
            <pc:sldMk cId="410686687" sldId="264"/>
            <ac:spMk id="3" creationId="{329EAF73-61BF-BC2E-4CDA-83374AB99E22}"/>
          </ac:spMkLst>
        </pc:spChg>
        <pc:spChg chg="mod">
          <ac:chgData name="Philippe Beraud" userId="3b1c6667-7fbc-45cf-ac7c-d346ed9edd62" providerId="ADAL" clId="{D4641055-586B-49A2-839D-61696D1F63EA}" dt="2025-04-02T14:43:30.546" v="1723" actId="1076"/>
          <ac:spMkLst>
            <pc:docMk/>
            <pc:sldMk cId="410686687" sldId="264"/>
            <ac:spMk id="6" creationId="{147AB91A-40AD-2C74-F535-A35AEC90573B}"/>
          </ac:spMkLst>
        </pc:spChg>
      </pc:sldChg>
      <pc:sldChg chg="addSp delSp modSp add del mod setBg">
        <pc:chgData name="Philippe Beraud" userId="3b1c6667-7fbc-45cf-ac7c-d346ed9edd62" providerId="ADAL" clId="{D4641055-586B-49A2-839D-61696D1F63EA}" dt="2025-03-21T14:52:33.381" v="600" actId="2696"/>
        <pc:sldMkLst>
          <pc:docMk/>
          <pc:sldMk cId="3249853900" sldId="267"/>
        </pc:sldMkLst>
      </pc:sldChg>
      <pc:sldChg chg="add del setBg">
        <pc:chgData name="Philippe Beraud" userId="3b1c6667-7fbc-45cf-ac7c-d346ed9edd62" providerId="ADAL" clId="{D4641055-586B-49A2-839D-61696D1F63EA}" dt="2025-03-21T14:52:41.338" v="602"/>
        <pc:sldMkLst>
          <pc:docMk/>
          <pc:sldMk cId="3825374553" sldId="267"/>
        </pc:sldMkLst>
      </pc:sldChg>
      <pc:sldChg chg="modSp add mod modNotesTx">
        <pc:chgData name="Philippe Beraud" userId="3b1c6667-7fbc-45cf-ac7c-d346ed9edd62" providerId="ADAL" clId="{D4641055-586B-49A2-839D-61696D1F63EA}" dt="2025-04-02T14:58:15.757" v="2194"/>
        <pc:sldMkLst>
          <pc:docMk/>
          <pc:sldMk cId="4217521137" sldId="267"/>
        </pc:sldMkLst>
        <pc:spChg chg="mod">
          <ac:chgData name="Philippe Beraud" userId="3b1c6667-7fbc-45cf-ac7c-d346ed9edd62" providerId="ADAL" clId="{D4641055-586B-49A2-839D-61696D1F63EA}" dt="2025-04-02T14:55:33.875" v="2099"/>
          <ac:spMkLst>
            <pc:docMk/>
            <pc:sldMk cId="4217521137" sldId="267"/>
            <ac:spMk id="2" creationId="{3F1CA1D9-6477-3B6A-B95E-60DAC1B8CD08}"/>
          </ac:spMkLst>
        </pc:spChg>
        <pc:spChg chg="mod">
          <ac:chgData name="Philippe Beraud" userId="3b1c6667-7fbc-45cf-ac7c-d346ed9edd62" providerId="ADAL" clId="{D4641055-586B-49A2-839D-61696D1F63EA}" dt="2025-04-02T14:56:12.246" v="2126" actId="790"/>
          <ac:spMkLst>
            <pc:docMk/>
            <pc:sldMk cId="4217521137" sldId="267"/>
            <ac:spMk id="6" creationId="{14B60760-C1C7-80D9-CA38-A1AC01792C25}"/>
          </ac:spMkLst>
        </pc:spChg>
        <pc:spChg chg="mod">
          <ac:chgData name="Philippe Beraud" userId="3b1c6667-7fbc-45cf-ac7c-d346ed9edd62" providerId="ADAL" clId="{D4641055-586B-49A2-839D-61696D1F63EA}" dt="2025-04-02T14:56:39.717" v="2142" actId="790"/>
          <ac:spMkLst>
            <pc:docMk/>
            <pc:sldMk cId="4217521137" sldId="267"/>
            <ac:spMk id="7" creationId="{FD4BAC9F-4BE5-3B55-9363-8533892BCD56}"/>
          </ac:spMkLst>
        </pc:spChg>
        <pc:spChg chg="mod">
          <ac:chgData name="Philippe Beraud" userId="3b1c6667-7fbc-45cf-ac7c-d346ed9edd62" providerId="ADAL" clId="{D4641055-586B-49A2-839D-61696D1F63EA}" dt="2025-04-02T14:57:27.625" v="2171" actId="790"/>
          <ac:spMkLst>
            <pc:docMk/>
            <pc:sldMk cId="4217521137" sldId="267"/>
            <ac:spMk id="8" creationId="{E553201C-74A6-234C-CA6E-4A85BFC705F0}"/>
          </ac:spMkLst>
        </pc:spChg>
      </pc:sldChg>
      <pc:sldChg chg="add">
        <pc:chgData name="Philippe Beraud" userId="3b1c6667-7fbc-45cf-ac7c-d346ed9edd62" providerId="ADAL" clId="{D4641055-586B-49A2-839D-61696D1F63EA}" dt="2025-03-21T15:36:08.309" v="759"/>
        <pc:sldMkLst>
          <pc:docMk/>
          <pc:sldMk cId="2064686515" sldId="270"/>
        </pc:sldMkLst>
      </pc:sldChg>
      <pc:sldChg chg="add del">
        <pc:chgData name="Philippe Beraud" userId="3b1c6667-7fbc-45cf-ac7c-d346ed9edd62" providerId="ADAL" clId="{D4641055-586B-49A2-839D-61696D1F63EA}" dt="2025-03-21T15:39:05.836" v="767" actId="47"/>
        <pc:sldMkLst>
          <pc:docMk/>
          <pc:sldMk cId="2683103457" sldId="272"/>
        </pc:sldMkLst>
      </pc:sldChg>
      <pc:sldChg chg="delSp modSp add mod ord">
        <pc:chgData name="Philippe Beraud" userId="3b1c6667-7fbc-45cf-ac7c-d346ed9edd62" providerId="ADAL" clId="{D4641055-586B-49A2-839D-61696D1F63EA}" dt="2025-03-21T16:04:35.468" v="870" actId="20577"/>
        <pc:sldMkLst>
          <pc:docMk/>
          <pc:sldMk cId="2175749086" sldId="274"/>
        </pc:sldMkLst>
        <pc:spChg chg="mod">
          <ac:chgData name="Philippe Beraud" userId="3b1c6667-7fbc-45cf-ac7c-d346ed9edd62" providerId="ADAL" clId="{D4641055-586B-49A2-839D-61696D1F63EA}" dt="2025-03-21T16:04:35.468" v="870" actId="20577"/>
          <ac:spMkLst>
            <pc:docMk/>
            <pc:sldMk cId="2175749086" sldId="274"/>
            <ac:spMk id="2" creationId="{325350AE-E9D1-5B8F-295B-CCD4E3456265}"/>
          </ac:spMkLst>
        </pc:spChg>
        <pc:spChg chg="mod">
          <ac:chgData name="Philippe Beraud" userId="3b1c6667-7fbc-45cf-ac7c-d346ed9edd62" providerId="ADAL" clId="{D4641055-586B-49A2-839D-61696D1F63EA}" dt="2025-03-21T16:03:59.619" v="858" actId="14826"/>
          <ac:spMkLst>
            <pc:docMk/>
            <pc:sldMk cId="2175749086" sldId="274"/>
            <ac:spMk id="24" creationId="{E0A9ED34-6B67-7C07-22C8-3715231A5C84}"/>
          </ac:spMkLst>
        </pc:spChg>
        <pc:spChg chg="mod">
          <ac:chgData name="Philippe Beraud" userId="3b1c6667-7fbc-45cf-ac7c-d346ed9edd62" providerId="ADAL" clId="{D4641055-586B-49A2-839D-61696D1F63EA}" dt="2025-03-21T16:02:12.213" v="852" actId="14100"/>
          <ac:spMkLst>
            <pc:docMk/>
            <pc:sldMk cId="2175749086" sldId="274"/>
            <ac:spMk id="28" creationId="{523ABC7E-0E02-E630-6232-80C07A07DD02}"/>
          </ac:spMkLst>
        </pc:spChg>
        <pc:spChg chg="mod">
          <ac:chgData name="Philippe Beraud" userId="3b1c6667-7fbc-45cf-ac7c-d346ed9edd62" providerId="ADAL" clId="{D4641055-586B-49A2-839D-61696D1F63EA}" dt="2025-03-21T16:02:34.022" v="855" actId="14100"/>
          <ac:spMkLst>
            <pc:docMk/>
            <pc:sldMk cId="2175749086" sldId="274"/>
            <ac:spMk id="36" creationId="{2EECB350-2F5F-9777-76C3-3F153992D4AD}"/>
          </ac:spMkLst>
        </pc:spChg>
        <pc:spChg chg="mod">
          <ac:chgData name="Philippe Beraud" userId="3b1c6667-7fbc-45cf-ac7c-d346ed9edd62" providerId="ADAL" clId="{D4641055-586B-49A2-839D-61696D1F63EA}" dt="2025-03-21T16:02:25.201" v="853" actId="1076"/>
          <ac:spMkLst>
            <pc:docMk/>
            <pc:sldMk cId="2175749086" sldId="274"/>
            <ac:spMk id="39" creationId="{B674B592-EDEF-5E58-3A2F-07BE5B70D1E3}"/>
          </ac:spMkLst>
        </pc:spChg>
        <pc:spChg chg="mod">
          <ac:chgData name="Philippe Beraud" userId="3b1c6667-7fbc-45cf-ac7c-d346ed9edd62" providerId="ADAL" clId="{D4641055-586B-49A2-839D-61696D1F63EA}" dt="2025-03-21T16:01:55.522" v="849" actId="1076"/>
          <ac:spMkLst>
            <pc:docMk/>
            <pc:sldMk cId="2175749086" sldId="274"/>
            <ac:spMk id="41" creationId="{45B07BDC-54AB-4935-D36E-63FD0C9B6366}"/>
          </ac:spMkLst>
        </pc:spChg>
        <pc:spChg chg="mod">
          <ac:chgData name="Philippe Beraud" userId="3b1c6667-7fbc-45cf-ac7c-d346ed9edd62" providerId="ADAL" clId="{D4641055-586B-49A2-839D-61696D1F63EA}" dt="2025-03-21T16:02:25.201" v="853" actId="1076"/>
          <ac:spMkLst>
            <pc:docMk/>
            <pc:sldMk cId="2175749086" sldId="274"/>
            <ac:spMk id="44" creationId="{747E3AF8-6962-DD89-811C-3B4DBE1336D0}"/>
          </ac:spMkLst>
        </pc:spChg>
        <pc:spChg chg="mod">
          <ac:chgData name="Philippe Beraud" userId="3b1c6667-7fbc-45cf-ac7c-d346ed9edd62" providerId="ADAL" clId="{D4641055-586B-49A2-839D-61696D1F63EA}" dt="2025-03-21T16:02:25.201" v="853" actId="1076"/>
          <ac:spMkLst>
            <pc:docMk/>
            <pc:sldMk cId="2175749086" sldId="274"/>
            <ac:spMk id="47" creationId="{EDEEDE72-33EF-E25F-5D1F-EDEABF19DACB}"/>
          </ac:spMkLst>
        </pc:spChg>
        <pc:spChg chg="mod">
          <ac:chgData name="Philippe Beraud" userId="3b1c6667-7fbc-45cf-ac7c-d346ed9edd62" providerId="ADAL" clId="{D4641055-586B-49A2-839D-61696D1F63EA}" dt="2025-03-21T16:02:25.201" v="853" actId="1076"/>
          <ac:spMkLst>
            <pc:docMk/>
            <pc:sldMk cId="2175749086" sldId="274"/>
            <ac:spMk id="49" creationId="{56B0239B-A40D-9A61-B476-9AE11025FF7F}"/>
          </ac:spMkLst>
        </pc:spChg>
        <pc:spChg chg="mod">
          <ac:chgData name="Philippe Beraud" userId="3b1c6667-7fbc-45cf-ac7c-d346ed9edd62" providerId="ADAL" clId="{D4641055-586B-49A2-839D-61696D1F63EA}" dt="2025-03-21T16:02:25.201" v="853" actId="1076"/>
          <ac:spMkLst>
            <pc:docMk/>
            <pc:sldMk cId="2175749086" sldId="274"/>
            <ac:spMk id="53" creationId="{9782AB18-07CB-242A-56AE-5A5D3E0D78CB}"/>
          </ac:spMkLst>
        </pc:spChg>
        <pc:spChg chg="mod">
          <ac:chgData name="Philippe Beraud" userId="3b1c6667-7fbc-45cf-ac7c-d346ed9edd62" providerId="ADAL" clId="{D4641055-586B-49A2-839D-61696D1F63EA}" dt="2025-03-21T16:03:59.619" v="858" actId="14826"/>
          <ac:spMkLst>
            <pc:docMk/>
            <pc:sldMk cId="2175749086" sldId="274"/>
            <ac:spMk id="55" creationId="{5B321CF8-E34F-0C28-209C-A19B38D82528}"/>
          </ac:spMkLst>
        </pc:spChg>
        <pc:spChg chg="mod">
          <ac:chgData name="Philippe Beraud" userId="3b1c6667-7fbc-45cf-ac7c-d346ed9edd62" providerId="ADAL" clId="{D4641055-586B-49A2-839D-61696D1F63EA}" dt="2025-03-21T16:02:25.201" v="853" actId="1076"/>
          <ac:spMkLst>
            <pc:docMk/>
            <pc:sldMk cId="2175749086" sldId="274"/>
            <ac:spMk id="61" creationId="{B48DC253-FEF9-9454-11FF-E09519EC0040}"/>
          </ac:spMkLst>
        </pc:spChg>
        <pc:spChg chg="mod">
          <ac:chgData name="Philippe Beraud" userId="3b1c6667-7fbc-45cf-ac7c-d346ed9edd62" providerId="ADAL" clId="{D4641055-586B-49A2-839D-61696D1F63EA}" dt="2025-03-21T16:02:25.201" v="853" actId="1076"/>
          <ac:spMkLst>
            <pc:docMk/>
            <pc:sldMk cId="2175749086" sldId="274"/>
            <ac:spMk id="63" creationId="{4CC64EB3-F435-7232-C8BD-9A051C8CEFE7}"/>
          </ac:spMkLst>
        </pc:spChg>
        <pc:spChg chg="mod">
          <ac:chgData name="Philippe Beraud" userId="3b1c6667-7fbc-45cf-ac7c-d346ed9edd62" providerId="ADAL" clId="{D4641055-586B-49A2-839D-61696D1F63EA}" dt="2025-03-21T16:02:50.436" v="857" actId="1076"/>
          <ac:spMkLst>
            <pc:docMk/>
            <pc:sldMk cId="2175749086" sldId="274"/>
            <ac:spMk id="68" creationId="{E4AC7BEB-0621-96D4-8A1A-593186DDFE2E}"/>
          </ac:spMkLst>
        </pc:spChg>
        <pc:spChg chg="mod">
          <ac:chgData name="Philippe Beraud" userId="3b1c6667-7fbc-45cf-ac7c-d346ed9edd62" providerId="ADAL" clId="{D4641055-586B-49A2-839D-61696D1F63EA}" dt="2025-03-21T16:02:25.201" v="853" actId="1076"/>
          <ac:spMkLst>
            <pc:docMk/>
            <pc:sldMk cId="2175749086" sldId="274"/>
            <ac:spMk id="72" creationId="{FADEB05D-27B9-7FCC-7F1D-225CA73044FF}"/>
          </ac:spMkLst>
        </pc:spChg>
        <pc:spChg chg="mod">
          <ac:chgData name="Philippe Beraud" userId="3b1c6667-7fbc-45cf-ac7c-d346ed9edd62" providerId="ADAL" clId="{D4641055-586B-49A2-839D-61696D1F63EA}" dt="2025-03-21T16:02:25.201" v="853" actId="1076"/>
          <ac:spMkLst>
            <pc:docMk/>
            <pc:sldMk cId="2175749086" sldId="274"/>
            <ac:spMk id="73" creationId="{B9562252-9608-9DB2-52BD-17019C66B81E}"/>
          </ac:spMkLst>
        </pc:spChg>
        <pc:spChg chg="mod">
          <ac:chgData name="Philippe Beraud" userId="3b1c6667-7fbc-45cf-ac7c-d346ed9edd62" providerId="ADAL" clId="{D4641055-586B-49A2-839D-61696D1F63EA}" dt="2025-03-21T16:02:45.099" v="856" actId="1076"/>
          <ac:spMkLst>
            <pc:docMk/>
            <pc:sldMk cId="2175749086" sldId="274"/>
            <ac:spMk id="74" creationId="{81592C36-91AB-F013-2303-0D049D981BFE}"/>
          </ac:spMkLst>
        </pc:spChg>
        <pc:spChg chg="mod">
          <ac:chgData name="Philippe Beraud" userId="3b1c6667-7fbc-45cf-ac7c-d346ed9edd62" providerId="ADAL" clId="{D4641055-586B-49A2-839D-61696D1F63EA}" dt="2025-03-21T16:02:45.099" v="856" actId="1076"/>
          <ac:spMkLst>
            <pc:docMk/>
            <pc:sldMk cId="2175749086" sldId="274"/>
            <ac:spMk id="75" creationId="{C2352AFF-DD38-8C09-12F8-24A63BA64248}"/>
          </ac:spMkLst>
        </pc:spChg>
        <pc:spChg chg="mod">
          <ac:chgData name="Philippe Beraud" userId="3b1c6667-7fbc-45cf-ac7c-d346ed9edd62" providerId="ADAL" clId="{D4641055-586B-49A2-839D-61696D1F63EA}" dt="2025-03-21T16:02:45.099" v="856" actId="1076"/>
          <ac:spMkLst>
            <pc:docMk/>
            <pc:sldMk cId="2175749086" sldId="274"/>
            <ac:spMk id="77" creationId="{AF2AD950-47AE-D2C1-1369-58A19FA42C52}"/>
          </ac:spMkLst>
        </pc:spChg>
        <pc:spChg chg="mod">
          <ac:chgData name="Philippe Beraud" userId="3b1c6667-7fbc-45cf-ac7c-d346ed9edd62" providerId="ADAL" clId="{D4641055-586B-49A2-839D-61696D1F63EA}" dt="2025-03-21T16:02:45.099" v="856" actId="1076"/>
          <ac:spMkLst>
            <pc:docMk/>
            <pc:sldMk cId="2175749086" sldId="274"/>
            <ac:spMk id="78" creationId="{3123BBF9-C3E3-3A0B-CDAC-8509E28804B3}"/>
          </ac:spMkLst>
        </pc:spChg>
        <pc:spChg chg="mod">
          <ac:chgData name="Philippe Beraud" userId="3b1c6667-7fbc-45cf-ac7c-d346ed9edd62" providerId="ADAL" clId="{D4641055-586B-49A2-839D-61696D1F63EA}" dt="2025-03-21T16:02:45.099" v="856" actId="1076"/>
          <ac:spMkLst>
            <pc:docMk/>
            <pc:sldMk cId="2175749086" sldId="274"/>
            <ac:spMk id="80" creationId="{B6943288-9F8B-CBCB-A9A0-61226326516D}"/>
          </ac:spMkLst>
        </pc:spChg>
        <pc:spChg chg="mod">
          <ac:chgData name="Philippe Beraud" userId="3b1c6667-7fbc-45cf-ac7c-d346ed9edd62" providerId="ADAL" clId="{D4641055-586B-49A2-839D-61696D1F63EA}" dt="2025-03-21T16:02:45.099" v="856" actId="1076"/>
          <ac:spMkLst>
            <pc:docMk/>
            <pc:sldMk cId="2175749086" sldId="274"/>
            <ac:spMk id="81" creationId="{5F5FD959-2ADA-17B9-D5DC-E9857272F444}"/>
          </ac:spMkLst>
        </pc:spChg>
        <pc:spChg chg="mod">
          <ac:chgData name="Philippe Beraud" userId="3b1c6667-7fbc-45cf-ac7c-d346ed9edd62" providerId="ADAL" clId="{D4641055-586B-49A2-839D-61696D1F63EA}" dt="2025-03-21T16:02:45.099" v="856" actId="1076"/>
          <ac:spMkLst>
            <pc:docMk/>
            <pc:sldMk cId="2175749086" sldId="274"/>
            <ac:spMk id="83" creationId="{5643B258-7F37-417F-B42A-5F5A76556DE0}"/>
          </ac:spMkLst>
        </pc:spChg>
        <pc:spChg chg="mod">
          <ac:chgData name="Philippe Beraud" userId="3b1c6667-7fbc-45cf-ac7c-d346ed9edd62" providerId="ADAL" clId="{D4641055-586B-49A2-839D-61696D1F63EA}" dt="2025-03-21T16:02:45.099" v="856" actId="1076"/>
          <ac:spMkLst>
            <pc:docMk/>
            <pc:sldMk cId="2175749086" sldId="274"/>
            <ac:spMk id="84" creationId="{D94BA9B6-5188-918C-D3AE-7F09EB933DFA}"/>
          </ac:spMkLst>
        </pc:spChg>
        <pc:spChg chg="mod">
          <ac:chgData name="Philippe Beraud" userId="3b1c6667-7fbc-45cf-ac7c-d346ed9edd62" providerId="ADAL" clId="{D4641055-586B-49A2-839D-61696D1F63EA}" dt="2025-03-21T16:02:45.099" v="856" actId="1076"/>
          <ac:spMkLst>
            <pc:docMk/>
            <pc:sldMk cId="2175749086" sldId="274"/>
            <ac:spMk id="85" creationId="{F8C9DB88-086F-81C7-918A-F643F21B9F85}"/>
          </ac:spMkLst>
        </pc:spChg>
        <pc:spChg chg="mod">
          <ac:chgData name="Philippe Beraud" userId="3b1c6667-7fbc-45cf-ac7c-d346ed9edd62" providerId="ADAL" clId="{D4641055-586B-49A2-839D-61696D1F63EA}" dt="2025-03-21T16:02:50.436" v="857" actId="1076"/>
          <ac:spMkLst>
            <pc:docMk/>
            <pc:sldMk cId="2175749086" sldId="274"/>
            <ac:spMk id="88" creationId="{0277F7AB-4A78-5436-9C0E-7B7E61BCE989}"/>
          </ac:spMkLst>
        </pc:spChg>
        <pc:spChg chg="mod">
          <ac:chgData name="Philippe Beraud" userId="3b1c6667-7fbc-45cf-ac7c-d346ed9edd62" providerId="ADAL" clId="{D4641055-586B-49A2-839D-61696D1F63EA}" dt="2025-03-21T16:02:31.372" v="854" actId="14100"/>
          <ac:spMkLst>
            <pc:docMk/>
            <pc:sldMk cId="2175749086" sldId="274"/>
            <ac:spMk id="89" creationId="{781C1E34-E73F-8C72-AB09-5B39F6197859}"/>
          </ac:spMkLst>
        </pc:spChg>
        <pc:spChg chg="mod">
          <ac:chgData name="Philippe Beraud" userId="3b1c6667-7fbc-45cf-ac7c-d346ed9edd62" providerId="ADAL" clId="{D4641055-586B-49A2-839D-61696D1F63EA}" dt="2025-03-21T16:03:59.619" v="858" actId="14826"/>
          <ac:spMkLst>
            <pc:docMk/>
            <pc:sldMk cId="2175749086" sldId="274"/>
            <ac:spMk id="93" creationId="{E5D13D9F-E4FD-27B9-3041-03D20D8F2006}"/>
          </ac:spMkLst>
        </pc:spChg>
        <pc:spChg chg="mod">
          <ac:chgData name="Philippe Beraud" userId="3b1c6667-7fbc-45cf-ac7c-d346ed9edd62" providerId="ADAL" clId="{D4641055-586B-49A2-839D-61696D1F63EA}" dt="2025-03-21T16:01:55.522" v="849" actId="1076"/>
          <ac:spMkLst>
            <pc:docMk/>
            <pc:sldMk cId="2175749086" sldId="274"/>
            <ac:spMk id="127" creationId="{12190CE5-B7F4-668B-7278-32BBF781BB05}"/>
          </ac:spMkLst>
        </pc:spChg>
        <pc:grpChg chg="mod">
          <ac:chgData name="Philippe Beraud" userId="3b1c6667-7fbc-45cf-ac7c-d346ed9edd62" providerId="ADAL" clId="{D4641055-586B-49A2-839D-61696D1F63EA}" dt="2025-03-21T16:01:55.522" v="849" actId="1076"/>
          <ac:grpSpMkLst>
            <pc:docMk/>
            <pc:sldMk cId="2175749086" sldId="274"/>
            <ac:grpSpMk id="25" creationId="{9B8C2DC0-6261-B7BD-557D-F5717ADC10CB}"/>
          </ac:grpSpMkLst>
        </pc:grpChg>
        <pc:grpChg chg="mod">
          <ac:chgData name="Philippe Beraud" userId="3b1c6667-7fbc-45cf-ac7c-d346ed9edd62" providerId="ADAL" clId="{D4641055-586B-49A2-839D-61696D1F63EA}" dt="2025-03-21T16:02:25.201" v="853" actId="1076"/>
          <ac:grpSpMkLst>
            <pc:docMk/>
            <pc:sldMk cId="2175749086" sldId="274"/>
            <ac:grpSpMk id="71" creationId="{CBDC9E7D-1680-08E2-1B4F-D705885F7152}"/>
          </ac:grpSpMkLst>
        </pc:grpChg>
        <pc:grpChg chg="mod">
          <ac:chgData name="Philippe Beraud" userId="3b1c6667-7fbc-45cf-ac7c-d346ed9edd62" providerId="ADAL" clId="{D4641055-586B-49A2-839D-61696D1F63EA}" dt="2025-03-21T16:02:45.099" v="856" actId="1076"/>
          <ac:grpSpMkLst>
            <pc:docMk/>
            <pc:sldMk cId="2175749086" sldId="274"/>
            <ac:grpSpMk id="76" creationId="{AF221BDE-5115-2475-311C-5BAC52D816D2}"/>
          </ac:grpSpMkLst>
        </pc:grpChg>
        <pc:grpChg chg="mod">
          <ac:chgData name="Philippe Beraud" userId="3b1c6667-7fbc-45cf-ac7c-d346ed9edd62" providerId="ADAL" clId="{D4641055-586B-49A2-839D-61696D1F63EA}" dt="2025-03-21T16:03:59.619" v="858" actId="14826"/>
          <ac:grpSpMkLst>
            <pc:docMk/>
            <pc:sldMk cId="2175749086" sldId="274"/>
            <ac:grpSpMk id="101" creationId="{82956419-781F-F442-6204-CD84FD63FFDF}"/>
          </ac:grpSpMkLst>
        </pc:grpChg>
        <pc:grpChg chg="mod">
          <ac:chgData name="Philippe Beraud" userId="3b1c6667-7fbc-45cf-ac7c-d346ed9edd62" providerId="ADAL" clId="{D4641055-586B-49A2-839D-61696D1F63EA}" dt="2025-03-21T16:01:55.522" v="849" actId="1076"/>
          <ac:grpSpMkLst>
            <pc:docMk/>
            <pc:sldMk cId="2175749086" sldId="274"/>
            <ac:grpSpMk id="129" creationId="{C7DD02EC-A254-4486-D657-C822D47E18E3}"/>
          </ac:grpSpMkLst>
        </pc:grpChg>
        <pc:grpChg chg="mod">
          <ac:chgData name="Philippe Beraud" userId="3b1c6667-7fbc-45cf-ac7c-d346ed9edd62" providerId="ADAL" clId="{D4641055-586B-49A2-839D-61696D1F63EA}" dt="2025-03-21T16:01:55.522" v="849" actId="1076"/>
          <ac:grpSpMkLst>
            <pc:docMk/>
            <pc:sldMk cId="2175749086" sldId="274"/>
            <ac:grpSpMk id="130" creationId="{79C1319E-67A7-8411-2A61-B36675705118}"/>
          </ac:grpSpMkLst>
        </pc:grpChg>
        <pc:grpChg chg="mod">
          <ac:chgData name="Philippe Beraud" userId="3b1c6667-7fbc-45cf-ac7c-d346ed9edd62" providerId="ADAL" clId="{D4641055-586B-49A2-839D-61696D1F63EA}" dt="2025-03-21T16:01:55.522" v="849" actId="1076"/>
          <ac:grpSpMkLst>
            <pc:docMk/>
            <pc:sldMk cId="2175749086" sldId="274"/>
            <ac:grpSpMk id="131" creationId="{647510EB-1B15-3E25-B277-A5EE6375F189}"/>
          </ac:grpSpMkLst>
        </pc:grpChg>
        <pc:picChg chg="mod">
          <ac:chgData name="Philippe Beraud" userId="3b1c6667-7fbc-45cf-ac7c-d346ed9edd62" providerId="ADAL" clId="{D4641055-586B-49A2-839D-61696D1F63EA}" dt="2025-03-21T16:03:59.619" v="858" actId="14826"/>
          <ac:picMkLst>
            <pc:docMk/>
            <pc:sldMk cId="2175749086" sldId="274"/>
            <ac:picMk id="8" creationId="{8410ADA7-9790-BB6A-200D-2BEB7ACADBF7}"/>
          </ac:picMkLst>
        </pc:picChg>
        <pc:picChg chg="mod">
          <ac:chgData name="Philippe Beraud" userId="3b1c6667-7fbc-45cf-ac7c-d346ed9edd62" providerId="ADAL" clId="{D4641055-586B-49A2-839D-61696D1F63EA}" dt="2025-03-21T16:04:18.460" v="860" actId="14826"/>
          <ac:picMkLst>
            <pc:docMk/>
            <pc:sldMk cId="2175749086" sldId="274"/>
            <ac:picMk id="34" creationId="{BA45AE69-EC4A-4D68-D846-EDC21A37B98F}"/>
          </ac:picMkLst>
        </pc:picChg>
        <pc:picChg chg="mod">
          <ac:chgData name="Philippe Beraud" userId="3b1c6667-7fbc-45cf-ac7c-d346ed9edd62" providerId="ADAL" clId="{D4641055-586B-49A2-839D-61696D1F63EA}" dt="2025-03-21T16:04:10.891" v="859" actId="14826"/>
          <ac:picMkLst>
            <pc:docMk/>
            <pc:sldMk cId="2175749086" sldId="274"/>
            <ac:picMk id="35" creationId="{CB8EACF2-66F3-E725-C67A-16BD3E517D2C}"/>
          </ac:picMkLst>
        </pc:picChg>
        <pc:cxnChg chg="mod">
          <ac:chgData name="Philippe Beraud" userId="3b1c6667-7fbc-45cf-ac7c-d346ed9edd62" providerId="ADAL" clId="{D4641055-586B-49A2-839D-61696D1F63EA}" dt="2025-03-21T16:01:55.522" v="849" actId="1076"/>
          <ac:cxnSpMkLst>
            <pc:docMk/>
            <pc:sldMk cId="2175749086" sldId="274"/>
            <ac:cxnSpMk id="43" creationId="{3C4D3E09-C88F-631A-76E1-9EC45AE96CF9}"/>
          </ac:cxnSpMkLst>
        </pc:cxnChg>
        <pc:cxnChg chg="mod">
          <ac:chgData name="Philippe Beraud" userId="3b1c6667-7fbc-45cf-ac7c-d346ed9edd62" providerId="ADAL" clId="{D4641055-586B-49A2-839D-61696D1F63EA}" dt="2025-03-21T16:03:59.619" v="858" actId="14826"/>
          <ac:cxnSpMkLst>
            <pc:docMk/>
            <pc:sldMk cId="2175749086" sldId="274"/>
            <ac:cxnSpMk id="45" creationId="{CF67EFED-1160-22FB-3FEC-8ACE088C99D9}"/>
          </ac:cxnSpMkLst>
        </pc:cxnChg>
      </pc:sldChg>
      <pc:sldChg chg="modSp add mod ord modShow">
        <pc:chgData name="Philippe Beraud" userId="3b1c6667-7fbc-45cf-ac7c-d346ed9edd62" providerId="ADAL" clId="{D4641055-586B-49A2-839D-61696D1F63EA}" dt="2025-04-02T14:51:23.133" v="1883"/>
        <pc:sldMkLst>
          <pc:docMk/>
          <pc:sldMk cId="2014642712" sldId="278"/>
        </pc:sldMkLst>
        <pc:spChg chg="mod">
          <ac:chgData name="Philippe Beraud" userId="3b1c6667-7fbc-45cf-ac7c-d346ed9edd62" providerId="ADAL" clId="{D4641055-586B-49A2-839D-61696D1F63EA}" dt="2025-04-02T14:51:23.133" v="1883"/>
          <ac:spMkLst>
            <pc:docMk/>
            <pc:sldMk cId="2014642712" sldId="278"/>
            <ac:spMk id="3" creationId="{212A1CA7-8A20-3FC4-A75C-74EF4A2A6B6C}"/>
          </ac:spMkLst>
        </pc:spChg>
        <pc:cxnChg chg="mod">
          <ac:chgData name="Philippe Beraud" userId="3b1c6667-7fbc-45cf-ac7c-d346ed9edd62" providerId="ADAL" clId="{D4641055-586B-49A2-839D-61696D1F63EA}" dt="2025-03-21T15:26:03.233" v="643" actId="1076"/>
          <ac:cxnSpMkLst>
            <pc:docMk/>
            <pc:sldMk cId="2014642712" sldId="278"/>
            <ac:cxnSpMk id="1043" creationId="{38B58094-9AAE-B6FC-4920-DFDCD91DD349}"/>
          </ac:cxnSpMkLst>
        </pc:cxnChg>
      </pc:sldChg>
      <pc:sldChg chg="modSp add mod ord">
        <pc:chgData name="Philippe Beraud" userId="3b1c6667-7fbc-45cf-ac7c-d346ed9edd62" providerId="ADAL" clId="{D4641055-586B-49A2-839D-61696D1F63EA}" dt="2025-03-21T16:23:37.565" v="910" actId="20577"/>
        <pc:sldMkLst>
          <pc:docMk/>
          <pc:sldMk cId="3109910433" sldId="279"/>
        </pc:sldMkLst>
        <pc:spChg chg="mod">
          <ac:chgData name="Philippe Beraud" userId="3b1c6667-7fbc-45cf-ac7c-d346ed9edd62" providerId="ADAL" clId="{D4641055-586B-49A2-839D-61696D1F63EA}" dt="2025-03-21T16:23:37.565" v="910" actId="20577"/>
          <ac:spMkLst>
            <pc:docMk/>
            <pc:sldMk cId="3109910433" sldId="279"/>
            <ac:spMk id="2" creationId="{41142CB1-F061-EC2C-E5B6-2FEB5E5A83D9}"/>
          </ac:spMkLst>
        </pc:spChg>
      </pc:sldChg>
      <pc:sldChg chg="addSp delSp modSp add del mod ord modClrScheme chgLayout">
        <pc:chgData name="Philippe Beraud" userId="3b1c6667-7fbc-45cf-ac7c-d346ed9edd62" providerId="ADAL" clId="{D4641055-586B-49A2-839D-61696D1F63EA}" dt="2025-03-21T16:24:40.964" v="912" actId="47"/>
        <pc:sldMkLst>
          <pc:docMk/>
          <pc:sldMk cId="4088464842" sldId="280"/>
        </pc:sldMkLst>
      </pc:sldChg>
      <pc:sldChg chg="modSp add mod chgLayout">
        <pc:chgData name="Philippe Beraud" userId="3b1c6667-7fbc-45cf-ac7c-d346ed9edd62" providerId="ADAL" clId="{D4641055-586B-49A2-839D-61696D1F63EA}" dt="2025-03-21T14:49:02.124" v="585" actId="700"/>
        <pc:sldMkLst>
          <pc:docMk/>
          <pc:sldMk cId="1583104325" sldId="283"/>
        </pc:sldMkLst>
        <pc:spChg chg="mod ord">
          <ac:chgData name="Philippe Beraud" userId="3b1c6667-7fbc-45cf-ac7c-d346ed9edd62" providerId="ADAL" clId="{D4641055-586B-49A2-839D-61696D1F63EA}" dt="2025-03-21T14:49:02.124" v="585" actId="700"/>
          <ac:spMkLst>
            <pc:docMk/>
            <pc:sldMk cId="1583104325" sldId="283"/>
            <ac:spMk id="3" creationId="{2C577099-91AB-07FE-8196-1A166BC47CFF}"/>
          </ac:spMkLst>
        </pc:spChg>
      </pc:sldChg>
      <pc:sldChg chg="modSp add mod">
        <pc:chgData name="Philippe Beraud" userId="3b1c6667-7fbc-45cf-ac7c-d346ed9edd62" providerId="ADAL" clId="{D4641055-586B-49A2-839D-61696D1F63EA}" dt="2025-04-02T14:53:41.251" v="2026"/>
        <pc:sldMkLst>
          <pc:docMk/>
          <pc:sldMk cId="3824700889" sldId="286"/>
        </pc:sldMkLst>
        <pc:spChg chg="mod">
          <ac:chgData name="Philippe Beraud" userId="3b1c6667-7fbc-45cf-ac7c-d346ed9edd62" providerId="ADAL" clId="{D4641055-586B-49A2-839D-61696D1F63EA}" dt="2025-04-02T14:53:41.251" v="2026"/>
          <ac:spMkLst>
            <pc:docMk/>
            <pc:sldMk cId="3824700889" sldId="286"/>
            <ac:spMk id="9" creationId="{CF38E5A6-A246-9315-84B9-A15056350AD4}"/>
          </ac:spMkLst>
        </pc:spChg>
      </pc:sldChg>
      <pc:sldChg chg="modSp add mod">
        <pc:chgData name="Philippe Beraud" userId="3b1c6667-7fbc-45cf-ac7c-d346ed9edd62" providerId="ADAL" clId="{D4641055-586B-49A2-839D-61696D1F63EA}" dt="2025-04-02T14:50:01.475" v="1854" actId="14100"/>
        <pc:sldMkLst>
          <pc:docMk/>
          <pc:sldMk cId="967475365" sldId="288"/>
        </pc:sldMkLst>
        <pc:spChg chg="mod">
          <ac:chgData name="Philippe Beraud" userId="3b1c6667-7fbc-45cf-ac7c-d346ed9edd62" providerId="ADAL" clId="{D4641055-586B-49A2-839D-61696D1F63EA}" dt="2025-04-02T14:50:01.475" v="1854" actId="14100"/>
          <ac:spMkLst>
            <pc:docMk/>
            <pc:sldMk cId="967475365" sldId="288"/>
            <ac:spMk id="2" creationId="{CFCA4AC4-F305-38B8-9CD3-D9BDBE817D30}"/>
          </ac:spMkLst>
        </pc:spChg>
      </pc:sldChg>
      <pc:sldChg chg="addSp delSp modSp add mod addAnim delAnim">
        <pc:chgData name="Philippe Beraud" userId="3b1c6667-7fbc-45cf-ac7c-d346ed9edd62" providerId="ADAL" clId="{D4641055-586B-49A2-839D-61696D1F63EA}" dt="2025-04-02T14:37:40.458" v="1554" actId="790"/>
        <pc:sldMkLst>
          <pc:docMk/>
          <pc:sldMk cId="2227164629" sldId="294"/>
        </pc:sldMkLst>
        <pc:spChg chg="mod">
          <ac:chgData name="Philippe Beraud" userId="3b1c6667-7fbc-45cf-ac7c-d346ed9edd62" providerId="ADAL" clId="{D4641055-586B-49A2-839D-61696D1F63EA}" dt="2025-04-02T14:34:17.252" v="1463" actId="404"/>
          <ac:spMkLst>
            <pc:docMk/>
            <pc:sldMk cId="2227164629" sldId="294"/>
            <ac:spMk id="2" creationId="{9D8DD11A-16CF-EF15-072A-B0179ECCACF7}"/>
          </ac:spMkLst>
        </pc:spChg>
        <pc:spChg chg="mod">
          <ac:chgData name="Philippe Beraud" userId="3b1c6667-7fbc-45cf-ac7c-d346ed9edd62" providerId="ADAL" clId="{D4641055-586B-49A2-839D-61696D1F63EA}" dt="2025-04-02T14:37:01.560" v="1526" actId="14100"/>
          <ac:spMkLst>
            <pc:docMk/>
            <pc:sldMk cId="2227164629" sldId="294"/>
            <ac:spMk id="3" creationId="{BC6B08DA-884F-9D2E-91D0-E1A64A986A2B}"/>
          </ac:spMkLst>
        </pc:spChg>
        <pc:spChg chg="mod">
          <ac:chgData name="Philippe Beraud" userId="3b1c6667-7fbc-45cf-ac7c-d346ed9edd62" providerId="ADAL" clId="{D4641055-586B-49A2-839D-61696D1F63EA}" dt="2025-04-02T14:37:11.850" v="1527" actId="1076"/>
          <ac:spMkLst>
            <pc:docMk/>
            <pc:sldMk cId="2227164629" sldId="294"/>
            <ac:spMk id="4" creationId="{C12D582B-2709-BC8A-E85E-61546D544DBD}"/>
          </ac:spMkLst>
        </pc:spChg>
        <pc:spChg chg="mod">
          <ac:chgData name="Philippe Beraud" userId="3b1c6667-7fbc-45cf-ac7c-d346ed9edd62" providerId="ADAL" clId="{D4641055-586B-49A2-839D-61696D1F63EA}" dt="2025-04-02T14:37:40.458" v="1554" actId="790"/>
          <ac:spMkLst>
            <pc:docMk/>
            <pc:sldMk cId="2227164629" sldId="294"/>
            <ac:spMk id="8" creationId="{23380030-2724-0BA1-7F0F-509A466D98FD}"/>
          </ac:spMkLst>
        </pc:spChg>
        <pc:spChg chg="mod">
          <ac:chgData name="Philippe Beraud" userId="3b1c6667-7fbc-45cf-ac7c-d346ed9edd62" providerId="ADAL" clId="{D4641055-586B-49A2-839D-61696D1F63EA}" dt="2025-04-02T14:34:58.762" v="1467" actId="20577"/>
          <ac:spMkLst>
            <pc:docMk/>
            <pc:sldMk cId="2227164629" sldId="294"/>
            <ac:spMk id="11" creationId="{2FBC9BC0-43B5-44EE-FF52-BFA4B297DF1F}"/>
          </ac:spMkLst>
        </pc:spChg>
        <pc:spChg chg="mod">
          <ac:chgData name="Philippe Beraud" userId="3b1c6667-7fbc-45cf-ac7c-d346ed9edd62" providerId="ADAL" clId="{D4641055-586B-49A2-839D-61696D1F63EA}" dt="2025-04-02T14:36:07.117" v="1511" actId="1076"/>
          <ac:spMkLst>
            <pc:docMk/>
            <pc:sldMk cId="2227164629" sldId="294"/>
            <ac:spMk id="12" creationId="{23B3DC2B-C377-6452-3A7E-312F87BE2094}"/>
          </ac:spMkLst>
        </pc:spChg>
        <pc:spChg chg="add del mod">
          <ac:chgData name="Philippe Beraud" userId="3b1c6667-7fbc-45cf-ac7c-d346ed9edd62" providerId="ADAL" clId="{D4641055-586B-49A2-839D-61696D1F63EA}" dt="2025-04-02T14:36:16.306" v="1514" actId="790"/>
          <ac:spMkLst>
            <pc:docMk/>
            <pc:sldMk cId="2227164629" sldId="294"/>
            <ac:spMk id="13" creationId="{D63AA214-C0E5-8335-A6D1-6FA7EDCED1ED}"/>
          </ac:spMkLst>
        </pc:spChg>
      </pc:sldChg>
      <pc:sldChg chg="add del ord">
        <pc:chgData name="Philippe Beraud" userId="3b1c6667-7fbc-45cf-ac7c-d346ed9edd62" providerId="ADAL" clId="{D4641055-586B-49A2-839D-61696D1F63EA}" dt="2025-03-21T16:23:31.535" v="908" actId="2696"/>
        <pc:sldMkLst>
          <pc:docMk/>
          <pc:sldMk cId="2329270266" sldId="294"/>
        </pc:sldMkLst>
      </pc:sldChg>
      <pc:sldChg chg="modSp add mod">
        <pc:chgData name="Philippe Beraud" userId="3b1c6667-7fbc-45cf-ac7c-d346ed9edd62" providerId="ADAL" clId="{D4641055-586B-49A2-839D-61696D1F63EA}" dt="2025-04-02T14:50:49.114" v="1873" actId="790"/>
        <pc:sldMkLst>
          <pc:docMk/>
          <pc:sldMk cId="3156543911" sldId="295"/>
        </pc:sldMkLst>
        <pc:spChg chg="mod">
          <ac:chgData name="Philippe Beraud" userId="3b1c6667-7fbc-45cf-ac7c-d346ed9edd62" providerId="ADAL" clId="{D4641055-586B-49A2-839D-61696D1F63EA}" dt="2025-04-02T14:50:49.114" v="1873" actId="790"/>
          <ac:spMkLst>
            <pc:docMk/>
            <pc:sldMk cId="3156543911" sldId="295"/>
            <ac:spMk id="2" creationId="{F4FAC580-8F01-C7E5-3891-272DB5E4BD54}"/>
          </ac:spMkLst>
        </pc:spChg>
      </pc:sldChg>
      <pc:sldChg chg="addSp delSp modSp add mod ord modClrScheme chgLayout">
        <pc:chgData name="Philippe Beraud" userId="3b1c6667-7fbc-45cf-ac7c-d346ed9edd62" providerId="ADAL" clId="{D4641055-586B-49A2-839D-61696D1F63EA}" dt="2025-03-21T16:23:08.818" v="907"/>
        <pc:sldMkLst>
          <pc:docMk/>
          <pc:sldMk cId="2455693027" sldId="297"/>
        </pc:sldMkLst>
      </pc:sldChg>
      <pc:sldChg chg="addSp modSp add mod chgLayout">
        <pc:chgData name="Philippe Beraud" userId="3b1c6667-7fbc-45cf-ac7c-d346ed9edd62" providerId="ADAL" clId="{D4641055-586B-49A2-839D-61696D1F63EA}" dt="2025-04-02T15:00:48.448" v="2207" actId="20577"/>
        <pc:sldMkLst>
          <pc:docMk/>
          <pc:sldMk cId="2141209557" sldId="298"/>
        </pc:sldMkLst>
        <pc:spChg chg="mod">
          <ac:chgData name="Philippe Beraud" userId="3b1c6667-7fbc-45cf-ac7c-d346ed9edd62" providerId="ADAL" clId="{D4641055-586B-49A2-839D-61696D1F63EA}" dt="2025-04-02T15:00:48.448" v="2207" actId="20577"/>
          <ac:spMkLst>
            <pc:docMk/>
            <pc:sldMk cId="2141209557" sldId="298"/>
            <ac:spMk id="2" creationId="{856E48A6-88D7-916C-F4C1-629A57791CBB}"/>
          </ac:spMkLst>
        </pc:spChg>
        <pc:spChg chg="mod ord">
          <ac:chgData name="Philippe Beraud" userId="3b1c6667-7fbc-45cf-ac7c-d346ed9edd62" providerId="ADAL" clId="{D4641055-586B-49A2-839D-61696D1F63EA}" dt="2025-03-21T14:48:58.170" v="584" actId="700"/>
          <ac:spMkLst>
            <pc:docMk/>
            <pc:sldMk cId="2141209557" sldId="298"/>
            <ac:spMk id="3" creationId="{492384C2-C513-ABFD-BA69-C52C80BC0066}"/>
          </ac:spMkLst>
        </pc:spChg>
      </pc:sldChg>
      <pc:sldChg chg="add del">
        <pc:chgData name="Philippe Beraud" userId="3b1c6667-7fbc-45cf-ac7c-d346ed9edd62" providerId="ADAL" clId="{D4641055-586B-49A2-839D-61696D1F63EA}" dt="2025-03-21T15:49:19.946" v="817" actId="47"/>
        <pc:sldMkLst>
          <pc:docMk/>
          <pc:sldMk cId="3544110345" sldId="299"/>
        </pc:sldMkLst>
      </pc:sldChg>
      <pc:sldChg chg="addSp delSp modSp add modAnim modNotesTx">
        <pc:chgData name="Philippe Beraud" userId="3b1c6667-7fbc-45cf-ac7c-d346ed9edd62" providerId="ADAL" clId="{D4641055-586B-49A2-839D-61696D1F63EA}" dt="2025-03-21T16:10:41.300" v="894"/>
        <pc:sldMkLst>
          <pc:docMk/>
          <pc:sldMk cId="567822201" sldId="303"/>
        </pc:sldMkLst>
        <pc:spChg chg="mod">
          <ac:chgData name="Philippe Beraud" userId="3b1c6667-7fbc-45cf-ac7c-d346ed9edd62" providerId="ADAL" clId="{D4641055-586B-49A2-839D-61696D1F63EA}" dt="2025-03-21T16:10:29.274" v="893"/>
          <ac:spMkLst>
            <pc:docMk/>
            <pc:sldMk cId="567822201" sldId="303"/>
            <ac:spMk id="8" creationId="{35DFEF8D-9987-F7BE-BB29-7D99E0E35B25}"/>
          </ac:spMkLst>
        </pc:spChg>
        <pc:spChg chg="add mod">
          <ac:chgData name="Philippe Beraud" userId="3b1c6667-7fbc-45cf-ac7c-d346ed9edd62" providerId="ADAL" clId="{D4641055-586B-49A2-839D-61696D1F63EA}" dt="2025-03-21T16:10:29.274" v="893"/>
          <ac:spMkLst>
            <pc:docMk/>
            <pc:sldMk cId="567822201" sldId="303"/>
            <ac:spMk id="12" creationId="{44527EFC-B831-DD76-6941-316C9DED5860}"/>
          </ac:spMkLst>
        </pc:spChg>
        <pc:spChg chg="mod">
          <ac:chgData name="Philippe Beraud" userId="3b1c6667-7fbc-45cf-ac7c-d346ed9edd62" providerId="ADAL" clId="{D4641055-586B-49A2-839D-61696D1F63EA}" dt="2025-03-21T16:10:29.274" v="893"/>
          <ac:spMkLst>
            <pc:docMk/>
            <pc:sldMk cId="567822201" sldId="303"/>
            <ac:spMk id="14" creationId="{2E91581D-1A52-532C-52C7-401022970033}"/>
          </ac:spMkLst>
        </pc:spChg>
        <pc:spChg chg="add mod">
          <ac:chgData name="Philippe Beraud" userId="3b1c6667-7fbc-45cf-ac7c-d346ed9edd62" providerId="ADAL" clId="{D4641055-586B-49A2-839D-61696D1F63EA}" dt="2025-03-21T16:10:29.274" v="893"/>
          <ac:spMkLst>
            <pc:docMk/>
            <pc:sldMk cId="567822201" sldId="303"/>
            <ac:spMk id="16" creationId="{E30F6E1F-E036-64BD-665E-19A5ED106436}"/>
          </ac:spMkLst>
        </pc:spChg>
        <pc:spChg chg="mod">
          <ac:chgData name="Philippe Beraud" userId="3b1c6667-7fbc-45cf-ac7c-d346ed9edd62" providerId="ADAL" clId="{D4641055-586B-49A2-839D-61696D1F63EA}" dt="2025-03-21T16:10:29.274" v="893"/>
          <ac:spMkLst>
            <pc:docMk/>
            <pc:sldMk cId="567822201" sldId="303"/>
            <ac:spMk id="19" creationId="{C7BEF7E0-3997-AE3D-1681-7BAC1742B9C2}"/>
          </ac:spMkLst>
        </pc:spChg>
        <pc:spChg chg="mod">
          <ac:chgData name="Philippe Beraud" userId="3b1c6667-7fbc-45cf-ac7c-d346ed9edd62" providerId="ADAL" clId="{D4641055-586B-49A2-839D-61696D1F63EA}" dt="2025-03-21T16:10:29.274" v="893"/>
          <ac:spMkLst>
            <pc:docMk/>
            <pc:sldMk cId="567822201" sldId="303"/>
            <ac:spMk id="20" creationId="{C1FF6CDF-50D6-42B3-7A9E-1CDCAF822351}"/>
          </ac:spMkLst>
        </pc:spChg>
        <pc:spChg chg="mod">
          <ac:chgData name="Philippe Beraud" userId="3b1c6667-7fbc-45cf-ac7c-d346ed9edd62" providerId="ADAL" clId="{D4641055-586B-49A2-839D-61696D1F63EA}" dt="2025-03-21T16:10:29.274" v="893"/>
          <ac:spMkLst>
            <pc:docMk/>
            <pc:sldMk cId="567822201" sldId="303"/>
            <ac:spMk id="23" creationId="{F3F8A1E3-1664-E994-110D-4559DED3D790}"/>
          </ac:spMkLst>
        </pc:spChg>
        <pc:spChg chg="mod">
          <ac:chgData name="Philippe Beraud" userId="3b1c6667-7fbc-45cf-ac7c-d346ed9edd62" providerId="ADAL" clId="{D4641055-586B-49A2-839D-61696D1F63EA}" dt="2025-03-21T16:10:29.274" v="893"/>
          <ac:spMkLst>
            <pc:docMk/>
            <pc:sldMk cId="567822201" sldId="303"/>
            <ac:spMk id="24" creationId="{53A55D68-4593-F895-F43B-910025CBF7D4}"/>
          </ac:spMkLst>
        </pc:spChg>
        <pc:spChg chg="mod">
          <ac:chgData name="Philippe Beraud" userId="3b1c6667-7fbc-45cf-ac7c-d346ed9edd62" providerId="ADAL" clId="{D4641055-586B-49A2-839D-61696D1F63EA}" dt="2025-03-21T16:10:29.274" v="893"/>
          <ac:spMkLst>
            <pc:docMk/>
            <pc:sldMk cId="567822201" sldId="303"/>
            <ac:spMk id="29" creationId="{9B566549-7D1B-B671-EC9B-85B407A5AEC4}"/>
          </ac:spMkLst>
        </pc:spChg>
        <pc:spChg chg="mod">
          <ac:chgData name="Philippe Beraud" userId="3b1c6667-7fbc-45cf-ac7c-d346ed9edd62" providerId="ADAL" clId="{D4641055-586B-49A2-839D-61696D1F63EA}" dt="2025-03-21T16:10:29.274" v="893"/>
          <ac:spMkLst>
            <pc:docMk/>
            <pc:sldMk cId="567822201" sldId="303"/>
            <ac:spMk id="30" creationId="{02119E0F-24CC-43B0-F922-19AF65E8E6D5}"/>
          </ac:spMkLst>
        </pc:spChg>
      </pc:sldChg>
      <pc:sldChg chg="modSp add mod">
        <pc:chgData name="Philippe Beraud" userId="3b1c6667-7fbc-45cf-ac7c-d346ed9edd62" providerId="ADAL" clId="{D4641055-586B-49A2-839D-61696D1F63EA}" dt="2025-04-02T14:53:43.545" v="2027"/>
        <pc:sldMkLst>
          <pc:docMk/>
          <pc:sldMk cId="2149259446" sldId="311"/>
        </pc:sldMkLst>
        <pc:spChg chg="mod">
          <ac:chgData name="Philippe Beraud" userId="3b1c6667-7fbc-45cf-ac7c-d346ed9edd62" providerId="ADAL" clId="{D4641055-586B-49A2-839D-61696D1F63EA}" dt="2025-04-02T14:53:43.545" v="2027"/>
          <ac:spMkLst>
            <pc:docMk/>
            <pc:sldMk cId="2149259446" sldId="311"/>
            <ac:spMk id="9" creationId="{449CCBD0-2BE2-D609-E1FC-212C5EC98179}"/>
          </ac:spMkLst>
        </pc:spChg>
      </pc:sldChg>
      <pc:sldChg chg="modSp add mod chgLayout">
        <pc:chgData name="Philippe Beraud" userId="3b1c6667-7fbc-45cf-ac7c-d346ed9edd62" providerId="ADAL" clId="{D4641055-586B-49A2-839D-61696D1F63EA}" dt="2025-03-21T14:48:23.788" v="582" actId="700"/>
        <pc:sldMkLst>
          <pc:docMk/>
          <pc:sldMk cId="3619723331" sldId="313"/>
        </pc:sldMkLst>
        <pc:spChg chg="mod ord">
          <ac:chgData name="Philippe Beraud" userId="3b1c6667-7fbc-45cf-ac7c-d346ed9edd62" providerId="ADAL" clId="{D4641055-586B-49A2-839D-61696D1F63EA}" dt="2025-03-21T14:48:23.788" v="582" actId="700"/>
          <ac:spMkLst>
            <pc:docMk/>
            <pc:sldMk cId="3619723331" sldId="313"/>
            <ac:spMk id="3" creationId="{F7D77F09-11AF-5363-9B80-072EA7D53815}"/>
          </ac:spMkLst>
        </pc:spChg>
      </pc:sldChg>
      <pc:sldChg chg="modSp add mod">
        <pc:chgData name="Philippe Beraud" userId="3b1c6667-7fbc-45cf-ac7c-d346ed9edd62" providerId="ADAL" clId="{D4641055-586B-49A2-839D-61696D1F63EA}" dt="2025-04-02T14:49:24.040" v="1839" actId="1076"/>
        <pc:sldMkLst>
          <pc:docMk/>
          <pc:sldMk cId="3293940788" sldId="314"/>
        </pc:sldMkLst>
        <pc:spChg chg="mod">
          <ac:chgData name="Philippe Beraud" userId="3b1c6667-7fbc-45cf-ac7c-d346ed9edd62" providerId="ADAL" clId="{D4641055-586B-49A2-839D-61696D1F63EA}" dt="2025-04-02T14:49:15.825" v="1838" actId="1076"/>
          <ac:spMkLst>
            <pc:docMk/>
            <pc:sldMk cId="3293940788" sldId="314"/>
            <ac:spMk id="2" creationId="{97CFD723-81E1-11C6-6DE1-D653A490F6A5}"/>
          </ac:spMkLst>
        </pc:spChg>
        <pc:spChg chg="mod">
          <ac:chgData name="Philippe Beraud" userId="3b1c6667-7fbc-45cf-ac7c-d346ed9edd62" providerId="ADAL" clId="{D4641055-586B-49A2-839D-61696D1F63EA}" dt="2025-04-02T14:49:24.040" v="1839" actId="1076"/>
          <ac:spMkLst>
            <pc:docMk/>
            <pc:sldMk cId="3293940788" sldId="314"/>
            <ac:spMk id="10" creationId="{5097CEBD-541C-E3CA-D3A1-873167226E32}"/>
          </ac:spMkLst>
        </pc:spChg>
        <pc:spChg chg="mod">
          <ac:chgData name="Philippe Beraud" userId="3b1c6667-7fbc-45cf-ac7c-d346ed9edd62" providerId="ADAL" clId="{D4641055-586B-49A2-839D-61696D1F63EA}" dt="2025-04-02T14:49:24.040" v="1839" actId="1076"/>
          <ac:spMkLst>
            <pc:docMk/>
            <pc:sldMk cId="3293940788" sldId="314"/>
            <ac:spMk id="11" creationId="{D1B4DEB9-7C6E-B176-2E66-27F7CAD72EE4}"/>
          </ac:spMkLst>
        </pc:spChg>
        <pc:spChg chg="mod">
          <ac:chgData name="Philippe Beraud" userId="3b1c6667-7fbc-45cf-ac7c-d346ed9edd62" providerId="ADAL" clId="{D4641055-586B-49A2-839D-61696D1F63EA}" dt="2025-04-02T14:49:24.040" v="1839" actId="1076"/>
          <ac:spMkLst>
            <pc:docMk/>
            <pc:sldMk cId="3293940788" sldId="314"/>
            <ac:spMk id="12" creationId="{C268FBA6-69BE-81E4-FE85-15CFDFA606E6}"/>
          </ac:spMkLst>
        </pc:spChg>
        <pc:spChg chg="mod">
          <ac:chgData name="Philippe Beraud" userId="3b1c6667-7fbc-45cf-ac7c-d346ed9edd62" providerId="ADAL" clId="{D4641055-586B-49A2-839D-61696D1F63EA}" dt="2025-04-02T14:49:24.040" v="1839" actId="1076"/>
          <ac:spMkLst>
            <pc:docMk/>
            <pc:sldMk cId="3293940788" sldId="314"/>
            <ac:spMk id="14" creationId="{616AFBC2-DDEE-E5EC-18A2-5243B637CD65}"/>
          </ac:spMkLst>
        </pc:spChg>
        <pc:spChg chg="mod">
          <ac:chgData name="Philippe Beraud" userId="3b1c6667-7fbc-45cf-ac7c-d346ed9edd62" providerId="ADAL" clId="{D4641055-586B-49A2-839D-61696D1F63EA}" dt="2025-04-02T14:49:24.040" v="1839" actId="1076"/>
          <ac:spMkLst>
            <pc:docMk/>
            <pc:sldMk cId="3293940788" sldId="314"/>
            <ac:spMk id="17" creationId="{0BCCB464-04F2-BDB2-B244-EE5236DA4EB1}"/>
          </ac:spMkLst>
        </pc:spChg>
        <pc:spChg chg="mod">
          <ac:chgData name="Philippe Beraud" userId="3b1c6667-7fbc-45cf-ac7c-d346ed9edd62" providerId="ADAL" clId="{D4641055-586B-49A2-839D-61696D1F63EA}" dt="2025-04-02T14:49:24.040" v="1839" actId="1076"/>
          <ac:spMkLst>
            <pc:docMk/>
            <pc:sldMk cId="3293940788" sldId="314"/>
            <ac:spMk id="20" creationId="{0003B681-3993-324D-D332-2344B538B39C}"/>
          </ac:spMkLst>
        </pc:spChg>
        <pc:spChg chg="mod">
          <ac:chgData name="Philippe Beraud" userId="3b1c6667-7fbc-45cf-ac7c-d346ed9edd62" providerId="ADAL" clId="{D4641055-586B-49A2-839D-61696D1F63EA}" dt="2025-04-02T14:49:24.040" v="1839" actId="1076"/>
          <ac:spMkLst>
            <pc:docMk/>
            <pc:sldMk cId="3293940788" sldId="314"/>
            <ac:spMk id="40" creationId="{731E0603-ADB0-3AF3-AD9B-E231D7FAD420}"/>
          </ac:spMkLst>
        </pc:spChg>
        <pc:spChg chg="mod">
          <ac:chgData name="Philippe Beraud" userId="3b1c6667-7fbc-45cf-ac7c-d346ed9edd62" providerId="ADAL" clId="{D4641055-586B-49A2-839D-61696D1F63EA}" dt="2025-04-02T14:49:24.040" v="1839" actId="1076"/>
          <ac:spMkLst>
            <pc:docMk/>
            <pc:sldMk cId="3293940788" sldId="314"/>
            <ac:spMk id="43" creationId="{CC9477BF-91A2-037E-9CB2-95BB9D42F64F}"/>
          </ac:spMkLst>
        </pc:spChg>
        <pc:spChg chg="mod">
          <ac:chgData name="Philippe Beraud" userId="3b1c6667-7fbc-45cf-ac7c-d346ed9edd62" providerId="ADAL" clId="{D4641055-586B-49A2-839D-61696D1F63EA}" dt="2025-04-02T14:49:24.040" v="1839" actId="1076"/>
          <ac:spMkLst>
            <pc:docMk/>
            <pc:sldMk cId="3293940788" sldId="314"/>
            <ac:spMk id="45" creationId="{5B0A16C3-A447-7ED2-5143-E022DB34C9E6}"/>
          </ac:spMkLst>
        </pc:spChg>
        <pc:grpChg chg="mod">
          <ac:chgData name="Philippe Beraud" userId="3b1c6667-7fbc-45cf-ac7c-d346ed9edd62" providerId="ADAL" clId="{D4641055-586B-49A2-839D-61696D1F63EA}" dt="2025-04-02T14:49:24.040" v="1839" actId="1076"/>
          <ac:grpSpMkLst>
            <pc:docMk/>
            <pc:sldMk cId="3293940788" sldId="314"/>
            <ac:grpSpMk id="24" creationId="{2301066B-BA6C-0E8E-DEFD-CD14BB4C23D1}"/>
          </ac:grpSpMkLst>
        </pc:grpChg>
      </pc:sldChg>
      <pc:sldChg chg="modSp add mod">
        <pc:chgData name="Philippe Beraud" userId="3b1c6667-7fbc-45cf-ac7c-d346ed9edd62" providerId="ADAL" clId="{D4641055-586B-49A2-839D-61696D1F63EA}" dt="2025-04-02T14:48:31.923" v="1831" actId="14100"/>
        <pc:sldMkLst>
          <pc:docMk/>
          <pc:sldMk cId="880839119" sldId="316"/>
        </pc:sldMkLst>
        <pc:spChg chg="mod">
          <ac:chgData name="Philippe Beraud" userId="3b1c6667-7fbc-45cf-ac7c-d346ed9edd62" providerId="ADAL" clId="{D4641055-586B-49A2-839D-61696D1F63EA}" dt="2025-04-02T14:48:31.923" v="1831" actId="14100"/>
          <ac:spMkLst>
            <pc:docMk/>
            <pc:sldMk cId="880839119" sldId="316"/>
            <ac:spMk id="2" creationId="{B2777B16-FCA3-E6FB-7E55-DFF08399FFF9}"/>
          </ac:spMkLst>
        </pc:spChg>
      </pc:sldChg>
      <pc:sldChg chg="delSp add del">
        <pc:chgData name="Philippe Beraud" userId="3b1c6667-7fbc-45cf-ac7c-d346ed9edd62" providerId="ADAL" clId="{D4641055-586B-49A2-839D-61696D1F63EA}" dt="2025-03-21T16:21:06.987" v="898" actId="47"/>
        <pc:sldMkLst>
          <pc:docMk/>
          <pc:sldMk cId="3338970819" sldId="318"/>
        </pc:sldMkLst>
      </pc:sldChg>
      <pc:sldChg chg="add ord">
        <pc:chgData name="Philippe Beraud" userId="3b1c6667-7fbc-45cf-ac7c-d346ed9edd62" providerId="ADAL" clId="{D4641055-586B-49A2-839D-61696D1F63EA}" dt="2025-03-21T15:51:15.682" v="819"/>
        <pc:sldMkLst>
          <pc:docMk/>
          <pc:sldMk cId="3132520978" sldId="319"/>
        </pc:sldMkLst>
      </pc:sldChg>
      <pc:sldChg chg="modSp add mod modShow">
        <pc:chgData name="Philippe Beraud" userId="3b1c6667-7fbc-45cf-ac7c-d346ed9edd62" providerId="ADAL" clId="{D4641055-586B-49A2-839D-61696D1F63EA}" dt="2025-04-02T14:52:58.244" v="1989" actId="20577"/>
        <pc:sldMkLst>
          <pc:docMk/>
          <pc:sldMk cId="1679206250" sldId="320"/>
        </pc:sldMkLst>
        <pc:spChg chg="mod">
          <ac:chgData name="Philippe Beraud" userId="3b1c6667-7fbc-45cf-ac7c-d346ed9edd62" providerId="ADAL" clId="{D4641055-586B-49A2-839D-61696D1F63EA}" dt="2025-04-02T14:52:58.244" v="1989" actId="20577"/>
          <ac:spMkLst>
            <pc:docMk/>
            <pc:sldMk cId="1679206250" sldId="320"/>
            <ac:spMk id="2" creationId="{10E4F6B4-21C1-4E41-C679-58EE60B79CA3}"/>
          </ac:spMkLst>
        </pc:spChg>
      </pc:sldChg>
      <pc:sldChg chg="modSp add mod chgLayout">
        <pc:chgData name="Philippe Beraud" userId="3b1c6667-7fbc-45cf-ac7c-d346ed9edd62" providerId="ADAL" clId="{D4641055-586B-49A2-839D-61696D1F63EA}" dt="2025-03-21T14:47:18.949" v="579" actId="700"/>
        <pc:sldMkLst>
          <pc:docMk/>
          <pc:sldMk cId="1205073092" sldId="321"/>
        </pc:sldMkLst>
        <pc:spChg chg="mod ord">
          <ac:chgData name="Philippe Beraud" userId="3b1c6667-7fbc-45cf-ac7c-d346ed9edd62" providerId="ADAL" clId="{D4641055-586B-49A2-839D-61696D1F63EA}" dt="2025-03-21T14:47:18.949" v="579" actId="700"/>
          <ac:spMkLst>
            <pc:docMk/>
            <pc:sldMk cId="1205073092" sldId="321"/>
            <ac:spMk id="3" creationId="{7F64D09F-A2E7-17A4-454E-9BEFDE92F90F}"/>
          </ac:spMkLst>
        </pc:spChg>
      </pc:sldChg>
      <pc:sldChg chg="modSp add mod">
        <pc:chgData name="Philippe Beraud" userId="3b1c6667-7fbc-45cf-ac7c-d346ed9edd62" providerId="ADAL" clId="{D4641055-586B-49A2-839D-61696D1F63EA}" dt="2025-04-02T14:43:06.071" v="1720"/>
        <pc:sldMkLst>
          <pc:docMk/>
          <pc:sldMk cId="1890664075" sldId="322"/>
        </pc:sldMkLst>
        <pc:spChg chg="mod">
          <ac:chgData name="Philippe Beraud" userId="3b1c6667-7fbc-45cf-ac7c-d346ed9edd62" providerId="ADAL" clId="{D4641055-586B-49A2-839D-61696D1F63EA}" dt="2025-04-02T14:43:06.071" v="1720"/>
          <ac:spMkLst>
            <pc:docMk/>
            <pc:sldMk cId="1890664075" sldId="322"/>
            <ac:spMk id="2" creationId="{73DD1549-CDFE-A160-F9FB-C9865AB7A0D3}"/>
          </ac:spMkLst>
        </pc:spChg>
      </pc:sldChg>
      <pc:sldChg chg="modSp add mod">
        <pc:chgData name="Philippe Beraud" userId="3b1c6667-7fbc-45cf-ac7c-d346ed9edd62" providerId="ADAL" clId="{D4641055-586B-49A2-839D-61696D1F63EA}" dt="2025-04-02T14:45:04.809" v="1730" actId="790"/>
        <pc:sldMkLst>
          <pc:docMk/>
          <pc:sldMk cId="603830043" sldId="323"/>
        </pc:sldMkLst>
        <pc:spChg chg="mod">
          <ac:chgData name="Philippe Beraud" userId="3b1c6667-7fbc-45cf-ac7c-d346ed9edd62" providerId="ADAL" clId="{D4641055-586B-49A2-839D-61696D1F63EA}" dt="2025-04-02T14:45:04.809" v="1730" actId="790"/>
          <ac:spMkLst>
            <pc:docMk/>
            <pc:sldMk cId="603830043" sldId="323"/>
            <ac:spMk id="2" creationId="{73DD1549-CDFE-A160-F9FB-C9865AB7A0D3}"/>
          </ac:spMkLst>
        </pc:spChg>
        <pc:spChg chg="mod">
          <ac:chgData name="Philippe Beraud" userId="3b1c6667-7fbc-45cf-ac7c-d346ed9edd62" providerId="ADAL" clId="{D4641055-586B-49A2-839D-61696D1F63EA}" dt="2025-04-02T14:45:04.809" v="1730" actId="790"/>
          <ac:spMkLst>
            <pc:docMk/>
            <pc:sldMk cId="603830043" sldId="323"/>
            <ac:spMk id="12" creationId="{E2C0B43D-8EE3-C0C6-C02C-1AB126202D5D}"/>
          </ac:spMkLst>
        </pc:spChg>
        <pc:spChg chg="mod">
          <ac:chgData name="Philippe Beraud" userId="3b1c6667-7fbc-45cf-ac7c-d346ed9edd62" providerId="ADAL" clId="{D4641055-586B-49A2-839D-61696D1F63EA}" dt="2025-04-02T14:45:04.809" v="1730" actId="790"/>
          <ac:spMkLst>
            <pc:docMk/>
            <pc:sldMk cId="603830043" sldId="323"/>
            <ac:spMk id="611" creationId="{B446B675-6014-629F-3E6D-209EFEE7DABF}"/>
          </ac:spMkLst>
        </pc:spChg>
        <pc:spChg chg="mod">
          <ac:chgData name="Philippe Beraud" userId="3b1c6667-7fbc-45cf-ac7c-d346ed9edd62" providerId="ADAL" clId="{D4641055-586B-49A2-839D-61696D1F63EA}" dt="2025-04-02T14:45:04.809" v="1730" actId="790"/>
          <ac:spMkLst>
            <pc:docMk/>
            <pc:sldMk cId="603830043" sldId="323"/>
            <ac:spMk id="612" creationId="{EAAAA9C1-91D3-FB02-AF9F-0E36EBCB9CC6}"/>
          </ac:spMkLst>
        </pc:spChg>
      </pc:sldChg>
      <pc:sldChg chg="add">
        <pc:chgData name="Philippe Beraud" userId="3b1c6667-7fbc-45cf-ac7c-d346ed9edd62" providerId="ADAL" clId="{D4641055-586B-49A2-839D-61696D1F63EA}" dt="2025-03-21T15:35:27.670" v="750"/>
        <pc:sldMkLst>
          <pc:docMk/>
          <pc:sldMk cId="48905131" sldId="324"/>
        </pc:sldMkLst>
      </pc:sldChg>
      <pc:sldChg chg="modSp add mod">
        <pc:chgData name="Philippe Beraud" userId="3b1c6667-7fbc-45cf-ac7c-d346ed9edd62" providerId="ADAL" clId="{D4641055-586B-49A2-839D-61696D1F63EA}" dt="2025-04-02T14:48:10.885" v="1827" actId="790"/>
        <pc:sldMkLst>
          <pc:docMk/>
          <pc:sldMk cId="2522436622" sldId="325"/>
        </pc:sldMkLst>
        <pc:spChg chg="mod">
          <ac:chgData name="Philippe Beraud" userId="3b1c6667-7fbc-45cf-ac7c-d346ed9edd62" providerId="ADAL" clId="{D4641055-586B-49A2-839D-61696D1F63EA}" dt="2025-04-02T14:47:24.567" v="1790" actId="20577"/>
          <ac:spMkLst>
            <pc:docMk/>
            <pc:sldMk cId="2522436622" sldId="325"/>
            <ac:spMk id="2" creationId="{73DD1549-CDFE-A160-F9FB-C9865AB7A0D3}"/>
          </ac:spMkLst>
        </pc:spChg>
        <pc:spChg chg="mod">
          <ac:chgData name="Philippe Beraud" userId="3b1c6667-7fbc-45cf-ac7c-d346ed9edd62" providerId="ADAL" clId="{D4641055-586B-49A2-839D-61696D1F63EA}" dt="2025-04-02T14:48:10.885" v="1827" actId="790"/>
          <ac:spMkLst>
            <pc:docMk/>
            <pc:sldMk cId="2522436622" sldId="325"/>
            <ac:spMk id="3" creationId="{C9C29A21-65B3-F9DB-D7F3-DDE1D7797CD3}"/>
          </ac:spMkLst>
        </pc:spChg>
        <pc:spChg chg="mod">
          <ac:chgData name="Philippe Beraud" userId="3b1c6667-7fbc-45cf-ac7c-d346ed9edd62" providerId="ADAL" clId="{D4641055-586B-49A2-839D-61696D1F63EA}" dt="2025-04-02T14:48:10.885" v="1827" actId="790"/>
          <ac:spMkLst>
            <pc:docMk/>
            <pc:sldMk cId="2522436622" sldId="325"/>
            <ac:spMk id="611" creationId="{B446B675-6014-629F-3E6D-209EFEE7DABF}"/>
          </ac:spMkLst>
        </pc:spChg>
        <pc:spChg chg="mod">
          <ac:chgData name="Philippe Beraud" userId="3b1c6667-7fbc-45cf-ac7c-d346ed9edd62" providerId="ADAL" clId="{D4641055-586B-49A2-839D-61696D1F63EA}" dt="2025-04-02T14:48:10.885" v="1827" actId="790"/>
          <ac:spMkLst>
            <pc:docMk/>
            <pc:sldMk cId="2522436622" sldId="325"/>
            <ac:spMk id="612" creationId="{EAAAA9C1-91D3-FB02-AF9F-0E36EBCB9CC6}"/>
          </ac:spMkLst>
        </pc:spChg>
      </pc:sldChg>
      <pc:sldChg chg="add">
        <pc:chgData name="Philippe Beraud" userId="3b1c6667-7fbc-45cf-ac7c-d346ed9edd62" providerId="ADAL" clId="{D4641055-586B-49A2-839D-61696D1F63EA}" dt="2025-03-21T15:35:27.670" v="750"/>
        <pc:sldMkLst>
          <pc:docMk/>
          <pc:sldMk cId="2274398121" sldId="326"/>
        </pc:sldMkLst>
      </pc:sldChg>
      <pc:sldChg chg="addSp delSp modSp add mod delAnim modAnim modNotesTx">
        <pc:chgData name="Philippe Beraud" userId="3b1c6667-7fbc-45cf-ac7c-d346ed9edd62" providerId="ADAL" clId="{D4641055-586B-49A2-839D-61696D1F63EA}" dt="2025-03-21T16:10:08.321" v="891"/>
        <pc:sldMkLst>
          <pc:docMk/>
          <pc:sldMk cId="2795132225" sldId="328"/>
        </pc:sldMkLst>
        <pc:spChg chg="mod">
          <ac:chgData name="Philippe Beraud" userId="3b1c6667-7fbc-45cf-ac7c-d346ed9edd62" providerId="ADAL" clId="{D4641055-586B-49A2-839D-61696D1F63EA}" dt="2025-03-21T16:09:39.474" v="888"/>
          <ac:spMkLst>
            <pc:docMk/>
            <pc:sldMk cId="2795132225" sldId="328"/>
            <ac:spMk id="2" creationId="{73DD1549-CDFE-A160-F9FB-C9865AB7A0D3}"/>
          </ac:spMkLst>
        </pc:spChg>
        <pc:spChg chg="add mod">
          <ac:chgData name="Philippe Beraud" userId="3b1c6667-7fbc-45cf-ac7c-d346ed9edd62" providerId="ADAL" clId="{D4641055-586B-49A2-839D-61696D1F63EA}" dt="2025-03-21T16:09:49.381" v="890"/>
          <ac:spMkLst>
            <pc:docMk/>
            <pc:sldMk cId="2795132225" sldId="328"/>
            <ac:spMk id="3" creationId="{4BFB91CB-CFA4-A482-1EC6-32A70E4C1DEC}"/>
          </ac:spMkLst>
        </pc:spChg>
        <pc:spChg chg="add mod">
          <ac:chgData name="Philippe Beraud" userId="3b1c6667-7fbc-45cf-ac7c-d346ed9edd62" providerId="ADAL" clId="{D4641055-586B-49A2-839D-61696D1F63EA}" dt="2025-03-21T16:09:49.381" v="890"/>
          <ac:spMkLst>
            <pc:docMk/>
            <pc:sldMk cId="2795132225" sldId="328"/>
            <ac:spMk id="10" creationId="{E91430EB-887B-5EAA-FDF1-08B5737C184F}"/>
          </ac:spMkLst>
        </pc:spChg>
        <pc:spChg chg="add mod">
          <ac:chgData name="Philippe Beraud" userId="3b1c6667-7fbc-45cf-ac7c-d346ed9edd62" providerId="ADAL" clId="{D4641055-586B-49A2-839D-61696D1F63EA}" dt="2025-03-21T16:09:49.381" v="890"/>
          <ac:spMkLst>
            <pc:docMk/>
            <pc:sldMk cId="2795132225" sldId="328"/>
            <ac:spMk id="11" creationId="{F60F2A68-BA09-E433-F22C-75859CA8A403}"/>
          </ac:spMkLst>
        </pc:spChg>
        <pc:spChg chg="add mod">
          <ac:chgData name="Philippe Beraud" userId="3b1c6667-7fbc-45cf-ac7c-d346ed9edd62" providerId="ADAL" clId="{D4641055-586B-49A2-839D-61696D1F63EA}" dt="2025-03-21T16:09:49.381" v="890"/>
          <ac:spMkLst>
            <pc:docMk/>
            <pc:sldMk cId="2795132225" sldId="328"/>
            <ac:spMk id="13" creationId="{8CA49366-8446-5F04-6A1B-23EAEAFA5674}"/>
          </ac:spMkLst>
        </pc:spChg>
        <pc:spChg chg="add mod">
          <ac:chgData name="Philippe Beraud" userId="3b1c6667-7fbc-45cf-ac7c-d346ed9edd62" providerId="ADAL" clId="{D4641055-586B-49A2-839D-61696D1F63EA}" dt="2025-03-21T16:09:49.381" v="890"/>
          <ac:spMkLst>
            <pc:docMk/>
            <pc:sldMk cId="2795132225" sldId="328"/>
            <ac:spMk id="14" creationId="{DEDCC3E0-4CAE-792B-F61C-18A83C131354}"/>
          </ac:spMkLst>
        </pc:spChg>
        <pc:spChg chg="mod">
          <ac:chgData name="Philippe Beraud" userId="3b1c6667-7fbc-45cf-ac7c-d346ed9edd62" providerId="ADAL" clId="{D4641055-586B-49A2-839D-61696D1F63EA}" dt="2025-03-21T16:09:49.381" v="890"/>
          <ac:spMkLst>
            <pc:docMk/>
            <pc:sldMk cId="2795132225" sldId="328"/>
            <ac:spMk id="16" creationId="{23E54931-F1DD-AE00-12FF-74621E24A806}"/>
          </ac:spMkLst>
        </pc:spChg>
        <pc:spChg chg="mod">
          <ac:chgData name="Philippe Beraud" userId="3b1c6667-7fbc-45cf-ac7c-d346ed9edd62" providerId="ADAL" clId="{D4641055-586B-49A2-839D-61696D1F63EA}" dt="2025-03-21T16:09:49.381" v="890"/>
          <ac:spMkLst>
            <pc:docMk/>
            <pc:sldMk cId="2795132225" sldId="328"/>
            <ac:spMk id="19" creationId="{6F9975B0-E36C-3F85-FA27-1402B68BCB38}"/>
          </ac:spMkLst>
        </pc:spChg>
        <pc:spChg chg="add mod">
          <ac:chgData name="Philippe Beraud" userId="3b1c6667-7fbc-45cf-ac7c-d346ed9edd62" providerId="ADAL" clId="{D4641055-586B-49A2-839D-61696D1F63EA}" dt="2025-03-21T16:09:49.381" v="890"/>
          <ac:spMkLst>
            <pc:docMk/>
            <pc:sldMk cId="2795132225" sldId="328"/>
            <ac:spMk id="25" creationId="{4B54B89B-ECEA-D5C3-CE82-30C8414E9C74}"/>
          </ac:spMkLst>
        </pc:spChg>
        <pc:spChg chg="add mod">
          <ac:chgData name="Philippe Beraud" userId="3b1c6667-7fbc-45cf-ac7c-d346ed9edd62" providerId="ADAL" clId="{D4641055-586B-49A2-839D-61696D1F63EA}" dt="2025-03-21T16:09:49.381" v="890"/>
          <ac:spMkLst>
            <pc:docMk/>
            <pc:sldMk cId="2795132225" sldId="328"/>
            <ac:spMk id="27" creationId="{B3B94196-935D-AF81-39EC-6CAF2616ED44}"/>
          </ac:spMkLst>
        </pc:spChg>
        <pc:spChg chg="add mod">
          <ac:chgData name="Philippe Beraud" userId="3b1c6667-7fbc-45cf-ac7c-d346ed9edd62" providerId="ADAL" clId="{D4641055-586B-49A2-839D-61696D1F63EA}" dt="2025-03-21T16:09:49.381" v="890"/>
          <ac:spMkLst>
            <pc:docMk/>
            <pc:sldMk cId="2795132225" sldId="328"/>
            <ac:spMk id="30" creationId="{7E617297-8E6B-3C76-A15F-43356AAC5EB9}"/>
          </ac:spMkLst>
        </pc:spChg>
      </pc:sldChg>
      <pc:sldChg chg="add">
        <pc:chgData name="Philippe Beraud" userId="3b1c6667-7fbc-45cf-ac7c-d346ed9edd62" providerId="ADAL" clId="{D4641055-586B-49A2-839D-61696D1F63EA}" dt="2025-03-21T16:22:42.711" v="905"/>
        <pc:sldMkLst>
          <pc:docMk/>
          <pc:sldMk cId="674835035" sldId="2076138261"/>
        </pc:sldMkLst>
      </pc:sldChg>
      <pc:sldChg chg="add del">
        <pc:chgData name="Philippe Beraud" userId="3b1c6667-7fbc-45cf-ac7c-d346ed9edd62" providerId="ADAL" clId="{D4641055-586B-49A2-839D-61696D1F63EA}" dt="2025-03-21T16:22:29.688" v="904" actId="2696"/>
        <pc:sldMkLst>
          <pc:docMk/>
          <pc:sldMk cId="1756658974" sldId="2076138261"/>
        </pc:sldMkLst>
      </pc:sldChg>
      <pc:sldChg chg="addSp delSp modSp mod">
        <pc:chgData name="Philippe Beraud" userId="3b1c6667-7fbc-45cf-ac7c-d346ed9edd62" providerId="ADAL" clId="{D4641055-586B-49A2-839D-61696D1F63EA}" dt="2025-04-02T14:39:33.111" v="1612" actId="1076"/>
        <pc:sldMkLst>
          <pc:docMk/>
          <pc:sldMk cId="2378851425" sldId="2123258675"/>
        </pc:sldMkLst>
        <pc:spChg chg="mod">
          <ac:chgData name="Philippe Beraud" userId="3b1c6667-7fbc-45cf-ac7c-d346ed9edd62" providerId="ADAL" clId="{D4641055-586B-49A2-839D-61696D1F63EA}" dt="2025-04-02T14:39:24.377" v="1611" actId="6549"/>
          <ac:spMkLst>
            <pc:docMk/>
            <pc:sldMk cId="2378851425" sldId="2123258675"/>
            <ac:spMk id="3" creationId="{DFB38DCA-FE53-7BA1-FE71-AD51AF7F1E61}"/>
          </ac:spMkLst>
        </pc:spChg>
        <pc:spChg chg="mod">
          <ac:chgData name="Philippe Beraud" userId="3b1c6667-7fbc-45cf-ac7c-d346ed9edd62" providerId="ADAL" clId="{D4641055-586B-49A2-839D-61696D1F63EA}" dt="2025-04-02T14:39:33.111" v="1612" actId="1076"/>
          <ac:spMkLst>
            <pc:docMk/>
            <pc:sldMk cId="2378851425" sldId="2123258675"/>
            <ac:spMk id="7" creationId="{D154F844-3F5B-B38B-2B8A-881E431362E9}"/>
          </ac:spMkLst>
        </pc:spChg>
      </pc:sldChg>
      <pc:sldChg chg="addSp delSp modSp mod">
        <pc:chgData name="Philippe Beraud" userId="3b1c6667-7fbc-45cf-ac7c-d346ed9edd62" providerId="ADAL" clId="{D4641055-586B-49A2-839D-61696D1F63EA}" dt="2025-04-02T14:40:03.537" v="1639" actId="20577"/>
        <pc:sldMkLst>
          <pc:docMk/>
          <pc:sldMk cId="3441082925" sldId="2123258676"/>
        </pc:sldMkLst>
        <pc:spChg chg="mod">
          <ac:chgData name="Philippe Beraud" userId="3b1c6667-7fbc-45cf-ac7c-d346ed9edd62" providerId="ADAL" clId="{D4641055-586B-49A2-839D-61696D1F63EA}" dt="2025-04-02T14:40:03.537" v="1639" actId="20577"/>
          <ac:spMkLst>
            <pc:docMk/>
            <pc:sldMk cId="3441082925" sldId="2123258676"/>
            <ac:spMk id="7" creationId="{61F6BD0B-C4D8-42DE-A3A7-50D8219CE639}"/>
          </ac:spMkLst>
        </pc:spChg>
      </pc:sldChg>
      <pc:sldChg chg="add">
        <pc:chgData name="Philippe Beraud" userId="3b1c6667-7fbc-45cf-ac7c-d346ed9edd62" providerId="ADAL" clId="{D4641055-586B-49A2-839D-61696D1F63EA}" dt="2025-03-21T16:22:00.066" v="899"/>
        <pc:sldMkLst>
          <pc:docMk/>
          <pc:sldMk cId="2931500522" sldId="2141411065"/>
        </pc:sldMkLst>
      </pc:sldChg>
      <pc:sldChg chg="modSp add mod ord">
        <pc:chgData name="Philippe Beraud" userId="3b1c6667-7fbc-45cf-ac7c-d346ed9edd62" providerId="ADAL" clId="{D4641055-586B-49A2-839D-61696D1F63EA}" dt="2025-03-21T15:36:50.307" v="765"/>
        <pc:sldMkLst>
          <pc:docMk/>
          <pc:sldMk cId="809307713" sldId="2147470135"/>
        </pc:sldMkLst>
        <pc:spChg chg="mod">
          <ac:chgData name="Philippe Beraud" userId="3b1c6667-7fbc-45cf-ac7c-d346ed9edd62" providerId="ADAL" clId="{D4641055-586B-49A2-839D-61696D1F63EA}" dt="2025-03-21T15:35:55.482" v="758" actId="20577"/>
          <ac:spMkLst>
            <pc:docMk/>
            <pc:sldMk cId="809307713" sldId="2147470135"/>
            <ac:spMk id="253" creationId="{8BF2DCD4-C095-E0DA-519B-6653156438DC}"/>
          </ac:spMkLst>
        </pc:spChg>
      </pc:sldChg>
      <pc:sldChg chg="addSp delSp modSp add mod">
        <pc:chgData name="Philippe Beraud" userId="3b1c6667-7fbc-45cf-ac7c-d346ed9edd62" providerId="ADAL" clId="{D4641055-586B-49A2-839D-61696D1F63EA}" dt="2025-04-02T14:32:02.470" v="1442" actId="108"/>
        <pc:sldMkLst>
          <pc:docMk/>
          <pc:sldMk cId="2960849163" sldId="2147470631"/>
        </pc:sldMkLst>
        <pc:spChg chg="mod">
          <ac:chgData name="Philippe Beraud" userId="3b1c6667-7fbc-45cf-ac7c-d346ed9edd62" providerId="ADAL" clId="{D4641055-586B-49A2-839D-61696D1F63EA}" dt="2025-04-02T14:15:25.212" v="1130" actId="20577"/>
          <ac:spMkLst>
            <pc:docMk/>
            <pc:sldMk cId="2960849163" sldId="2147470631"/>
            <ac:spMk id="4" creationId="{E8F03357-06DF-A197-010D-7CB3A81C2758}"/>
          </ac:spMkLst>
        </pc:spChg>
        <pc:spChg chg="mod">
          <ac:chgData name="Philippe Beraud" userId="3b1c6667-7fbc-45cf-ac7c-d346ed9edd62" providerId="ADAL" clId="{D4641055-586B-49A2-839D-61696D1F63EA}" dt="2025-03-21T15:34:36.100" v="748" actId="20577"/>
          <ac:spMkLst>
            <pc:docMk/>
            <pc:sldMk cId="2960849163" sldId="2147470631"/>
            <ac:spMk id="7" creationId="{85E73159-466D-17F6-3825-4F8B4D55B93C}"/>
          </ac:spMkLst>
        </pc:spChg>
        <pc:spChg chg="mod">
          <ac:chgData name="Philippe Beraud" userId="3b1c6667-7fbc-45cf-ac7c-d346ed9edd62" providerId="ADAL" clId="{D4641055-586B-49A2-839D-61696D1F63EA}" dt="2025-04-02T14:32:02.470" v="1442" actId="108"/>
          <ac:spMkLst>
            <pc:docMk/>
            <pc:sldMk cId="2960849163" sldId="2147470631"/>
            <ac:spMk id="13" creationId="{50E4B30E-32BA-06C7-9164-2D8C07154B52}"/>
          </ac:spMkLst>
        </pc:spChg>
        <pc:spChg chg="mod">
          <ac:chgData name="Philippe Beraud" userId="3b1c6667-7fbc-45cf-ac7c-d346ed9edd62" providerId="ADAL" clId="{D4641055-586B-49A2-839D-61696D1F63EA}" dt="2025-03-21T15:33:45.009" v="677" actId="1076"/>
          <ac:spMkLst>
            <pc:docMk/>
            <pc:sldMk cId="2960849163" sldId="2147470631"/>
            <ac:spMk id="14" creationId="{A6AD284F-FE26-BDA3-FADD-49F7F6B95B65}"/>
          </ac:spMkLst>
        </pc:spChg>
        <pc:spChg chg="mod">
          <ac:chgData name="Philippe Beraud" userId="3b1c6667-7fbc-45cf-ac7c-d346ed9edd62" providerId="ADAL" clId="{D4641055-586B-49A2-839D-61696D1F63EA}" dt="2025-03-21T15:33:37.530" v="676" actId="1076"/>
          <ac:spMkLst>
            <pc:docMk/>
            <pc:sldMk cId="2960849163" sldId="2147470631"/>
            <ac:spMk id="20" creationId="{6F016471-C15A-8350-DEBE-C6643A600787}"/>
          </ac:spMkLst>
        </pc:spChg>
        <pc:graphicFrameChg chg="add mod modGraphic">
          <ac:chgData name="Philippe Beraud" userId="3b1c6667-7fbc-45cf-ac7c-d346ed9edd62" providerId="ADAL" clId="{D4641055-586B-49A2-839D-61696D1F63EA}" dt="2025-03-21T15:40:01.849" v="778" actId="1076"/>
          <ac:graphicFrameMkLst>
            <pc:docMk/>
            <pc:sldMk cId="2960849163" sldId="2147470631"/>
            <ac:graphicFrameMk id="3" creationId="{4B5CFEC3-9C97-AD6A-06FC-2A6D4F4670F3}"/>
          </ac:graphicFrameMkLst>
        </pc:graphicFrameChg>
        <pc:graphicFrameChg chg="add mod modGraphic">
          <ac:chgData name="Philippe Beraud" userId="3b1c6667-7fbc-45cf-ac7c-d346ed9edd62" providerId="ADAL" clId="{D4641055-586B-49A2-839D-61696D1F63EA}" dt="2025-03-21T15:41:33.947" v="794" actId="1076"/>
          <ac:graphicFrameMkLst>
            <pc:docMk/>
            <pc:sldMk cId="2960849163" sldId="2147470631"/>
            <ac:graphicFrameMk id="8" creationId="{297F4D7E-7D42-4846-6FBA-E6FB293A1BB6}"/>
          </ac:graphicFrameMkLst>
        </pc:graphicFrameChg>
        <pc:graphicFrameChg chg="add mod modGraphic">
          <ac:chgData name="Philippe Beraud" userId="3b1c6667-7fbc-45cf-ac7c-d346ed9edd62" providerId="ADAL" clId="{D4641055-586B-49A2-839D-61696D1F63EA}" dt="2025-03-21T15:41:21.067" v="792" actId="1076"/>
          <ac:graphicFrameMkLst>
            <pc:docMk/>
            <pc:sldMk cId="2960849163" sldId="2147470631"/>
            <ac:graphicFrameMk id="15" creationId="{FE2572A1-14BC-8DC1-A3AB-AE17A43668A2}"/>
          </ac:graphicFrameMkLst>
        </pc:graphicFrameChg>
      </pc:sldChg>
      <pc:sldChg chg="add">
        <pc:chgData name="Philippe Beraud" userId="3b1c6667-7fbc-45cf-ac7c-d346ed9edd62" providerId="ADAL" clId="{D4641055-586B-49A2-839D-61696D1F63EA}" dt="2025-03-21T15:48:16.521" v="815"/>
        <pc:sldMkLst>
          <pc:docMk/>
          <pc:sldMk cId="1260286237" sldId="2147470632"/>
        </pc:sldMkLst>
      </pc:sldChg>
      <pc:sldChg chg="modSp add del mod">
        <pc:chgData name="Philippe Beraud" userId="3b1c6667-7fbc-45cf-ac7c-d346ed9edd62" providerId="ADAL" clId="{D4641055-586B-49A2-839D-61696D1F63EA}" dt="2025-03-21T16:26:35.435" v="915" actId="47"/>
        <pc:sldMkLst>
          <pc:docMk/>
          <pc:sldMk cId="881497732" sldId="2147470636"/>
        </pc:sldMkLst>
      </pc:sldChg>
      <pc:sldChg chg="del ord">
        <pc:chgData name="Philippe Beraud" userId="3b1c6667-7fbc-45cf-ac7c-d346ed9edd62" providerId="ADAL" clId="{D4641055-586B-49A2-839D-61696D1F63EA}" dt="2025-03-21T14:50:18.931" v="587" actId="47"/>
        <pc:sldMkLst>
          <pc:docMk/>
          <pc:sldMk cId="1725151171" sldId="2147471250"/>
        </pc:sldMkLst>
      </pc:sldChg>
      <pc:sldChg chg="addSp delSp modSp mod setBg">
        <pc:chgData name="Philippe Beraud" userId="3b1c6667-7fbc-45cf-ac7c-d346ed9edd62" providerId="ADAL" clId="{D4641055-586B-49A2-839D-61696D1F63EA}" dt="2025-03-21T12:44:19.509" v="26" actId="207"/>
        <pc:sldMkLst>
          <pc:docMk/>
          <pc:sldMk cId="2028827844" sldId="2147471256"/>
        </pc:sldMkLst>
        <pc:spChg chg="mod">
          <ac:chgData name="Philippe Beraud" userId="3b1c6667-7fbc-45cf-ac7c-d346ed9edd62" providerId="ADAL" clId="{D4641055-586B-49A2-839D-61696D1F63EA}" dt="2025-03-21T12:43:49.413" v="19" actId="208"/>
          <ac:spMkLst>
            <pc:docMk/>
            <pc:sldMk cId="2028827844" sldId="2147471256"/>
            <ac:spMk id="26" creationId="{F4994079-95BE-6324-E00F-F8098561CB2A}"/>
          </ac:spMkLst>
        </pc:spChg>
        <pc:spChg chg="mod">
          <ac:chgData name="Philippe Beraud" userId="3b1c6667-7fbc-45cf-ac7c-d346ed9edd62" providerId="ADAL" clId="{D4641055-586B-49A2-839D-61696D1F63EA}" dt="2025-03-21T12:22:21.801" v="13"/>
          <ac:spMkLst>
            <pc:docMk/>
            <pc:sldMk cId="2028827844" sldId="2147471256"/>
            <ac:spMk id="27" creationId="{4E64373E-D193-21F7-22B3-EB8281708BC6}"/>
          </ac:spMkLst>
        </pc:spChg>
        <pc:spChg chg="mod">
          <ac:chgData name="Philippe Beraud" userId="3b1c6667-7fbc-45cf-ac7c-d346ed9edd62" providerId="ADAL" clId="{D4641055-586B-49A2-839D-61696D1F63EA}" dt="2025-03-21T12:22:21.801" v="13"/>
          <ac:spMkLst>
            <pc:docMk/>
            <pc:sldMk cId="2028827844" sldId="2147471256"/>
            <ac:spMk id="28" creationId="{E5F44871-53D8-FE5C-0AD9-6E567F3724A0}"/>
          </ac:spMkLst>
        </pc:spChg>
        <pc:spChg chg="mod">
          <ac:chgData name="Philippe Beraud" userId="3b1c6667-7fbc-45cf-ac7c-d346ed9edd62" providerId="ADAL" clId="{D4641055-586B-49A2-839D-61696D1F63EA}" dt="2025-03-21T12:22:21.801" v="13"/>
          <ac:spMkLst>
            <pc:docMk/>
            <pc:sldMk cId="2028827844" sldId="2147471256"/>
            <ac:spMk id="29" creationId="{633582BE-4163-8DF9-DDFE-36FA985D2D46}"/>
          </ac:spMkLst>
        </pc:spChg>
        <pc:spChg chg="mod">
          <ac:chgData name="Philippe Beraud" userId="3b1c6667-7fbc-45cf-ac7c-d346ed9edd62" providerId="ADAL" clId="{D4641055-586B-49A2-839D-61696D1F63EA}" dt="2025-03-21T12:22:21.801" v="13"/>
          <ac:spMkLst>
            <pc:docMk/>
            <pc:sldMk cId="2028827844" sldId="2147471256"/>
            <ac:spMk id="32" creationId="{3D9AE549-0877-A9C0-9708-5B45182CB5AA}"/>
          </ac:spMkLst>
        </pc:spChg>
        <pc:spChg chg="mod">
          <ac:chgData name="Philippe Beraud" userId="3b1c6667-7fbc-45cf-ac7c-d346ed9edd62" providerId="ADAL" clId="{D4641055-586B-49A2-839D-61696D1F63EA}" dt="2025-03-21T12:22:21.801" v="13"/>
          <ac:spMkLst>
            <pc:docMk/>
            <pc:sldMk cId="2028827844" sldId="2147471256"/>
            <ac:spMk id="33" creationId="{3CB81AB1-FC0D-ECFF-899B-5BA587EF66AD}"/>
          </ac:spMkLst>
        </pc:spChg>
        <pc:spChg chg="mod">
          <ac:chgData name="Philippe Beraud" userId="3b1c6667-7fbc-45cf-ac7c-d346ed9edd62" providerId="ADAL" clId="{D4641055-586B-49A2-839D-61696D1F63EA}" dt="2025-03-21T12:22:21.801" v="13"/>
          <ac:spMkLst>
            <pc:docMk/>
            <pc:sldMk cId="2028827844" sldId="2147471256"/>
            <ac:spMk id="35" creationId="{7C648194-5F66-8D95-88BA-098EDFB1838E}"/>
          </ac:spMkLst>
        </pc:spChg>
        <pc:spChg chg="mod">
          <ac:chgData name="Philippe Beraud" userId="3b1c6667-7fbc-45cf-ac7c-d346ed9edd62" providerId="ADAL" clId="{D4641055-586B-49A2-839D-61696D1F63EA}" dt="2025-03-21T12:22:21.801" v="13"/>
          <ac:spMkLst>
            <pc:docMk/>
            <pc:sldMk cId="2028827844" sldId="2147471256"/>
            <ac:spMk id="36" creationId="{2D0252E2-2A1B-03CC-DD3E-D236513E219C}"/>
          </ac:spMkLst>
        </pc:spChg>
        <pc:spChg chg="mod">
          <ac:chgData name="Philippe Beraud" userId="3b1c6667-7fbc-45cf-ac7c-d346ed9edd62" providerId="ADAL" clId="{D4641055-586B-49A2-839D-61696D1F63EA}" dt="2025-03-21T12:22:21.801" v="13"/>
          <ac:spMkLst>
            <pc:docMk/>
            <pc:sldMk cId="2028827844" sldId="2147471256"/>
            <ac:spMk id="37" creationId="{143E6108-DA91-2ADA-C720-B880C147192E}"/>
          </ac:spMkLst>
        </pc:spChg>
        <pc:spChg chg="mod">
          <ac:chgData name="Philippe Beraud" userId="3b1c6667-7fbc-45cf-ac7c-d346ed9edd62" providerId="ADAL" clId="{D4641055-586B-49A2-839D-61696D1F63EA}" dt="2025-03-21T12:22:21.801" v="13"/>
          <ac:spMkLst>
            <pc:docMk/>
            <pc:sldMk cId="2028827844" sldId="2147471256"/>
            <ac:spMk id="39" creationId="{B76A3202-FB0C-EEDD-3894-58B89B898EE5}"/>
          </ac:spMkLst>
        </pc:spChg>
        <pc:spChg chg="mod">
          <ac:chgData name="Philippe Beraud" userId="3b1c6667-7fbc-45cf-ac7c-d346ed9edd62" providerId="ADAL" clId="{D4641055-586B-49A2-839D-61696D1F63EA}" dt="2025-03-21T12:22:21.801" v="13"/>
          <ac:spMkLst>
            <pc:docMk/>
            <pc:sldMk cId="2028827844" sldId="2147471256"/>
            <ac:spMk id="41" creationId="{E30B71D9-7609-03C8-758E-B92B04AA3676}"/>
          </ac:spMkLst>
        </pc:spChg>
        <pc:spChg chg="mod">
          <ac:chgData name="Philippe Beraud" userId="3b1c6667-7fbc-45cf-ac7c-d346ed9edd62" providerId="ADAL" clId="{D4641055-586B-49A2-839D-61696D1F63EA}" dt="2025-03-21T12:44:19.509" v="26" actId="207"/>
          <ac:spMkLst>
            <pc:docMk/>
            <pc:sldMk cId="2028827844" sldId="2147471256"/>
            <ac:spMk id="42" creationId="{EBED235C-5623-7D6F-CFDC-DD23286F9B20}"/>
          </ac:spMkLst>
        </pc:spChg>
      </pc:sldChg>
      <pc:sldChg chg="add del">
        <pc:chgData name="Philippe Beraud" userId="3b1c6667-7fbc-45cf-ac7c-d346ed9edd62" providerId="ADAL" clId="{D4641055-586B-49A2-839D-61696D1F63EA}" dt="2025-03-21T15:38:31.497" v="766" actId="47"/>
        <pc:sldMkLst>
          <pc:docMk/>
          <pc:sldMk cId="3918247521" sldId="2147471257"/>
        </pc:sldMkLst>
      </pc:sldChg>
      <pc:sldChg chg="addSp delSp modSp add mod delAnim">
        <pc:chgData name="Philippe Beraud" userId="3b1c6667-7fbc-45cf-ac7c-d346ed9edd62" providerId="ADAL" clId="{D4641055-586B-49A2-839D-61696D1F63EA}" dt="2025-04-02T14:28:53.563" v="1365"/>
        <pc:sldMkLst>
          <pc:docMk/>
          <pc:sldMk cId="896375133" sldId="2147471262"/>
        </pc:sldMkLst>
        <pc:spChg chg="mod">
          <ac:chgData name="Philippe Beraud" userId="3b1c6667-7fbc-45cf-ac7c-d346ed9edd62" providerId="ADAL" clId="{D4641055-586B-49A2-839D-61696D1F63EA}" dt="2025-04-02T14:15:32.976" v="1133" actId="20577"/>
          <ac:spMkLst>
            <pc:docMk/>
            <pc:sldMk cId="896375133" sldId="2147471262"/>
            <ac:spMk id="4" creationId="{E8F03357-06DF-A197-010D-7CB3A81C2758}"/>
          </ac:spMkLst>
        </pc:spChg>
        <pc:spChg chg="mod">
          <ac:chgData name="Philippe Beraud" userId="3b1c6667-7fbc-45cf-ac7c-d346ed9edd62" providerId="ADAL" clId="{D4641055-586B-49A2-839D-61696D1F63EA}" dt="2025-04-02T14:28:53.563" v="1365"/>
          <ac:spMkLst>
            <pc:docMk/>
            <pc:sldMk cId="896375133" sldId="2147471262"/>
            <ac:spMk id="11" creationId="{88AFC0F5-7C52-87B1-84C3-8B4663ED32EF}"/>
          </ac:spMkLst>
        </pc:spChg>
        <pc:spChg chg="mod">
          <ac:chgData name="Philippe Beraud" userId="3b1c6667-7fbc-45cf-ac7c-d346ed9edd62" providerId="ADAL" clId="{D4641055-586B-49A2-839D-61696D1F63EA}" dt="2025-03-21T14:27:10.467" v="440" actId="14100"/>
          <ac:spMkLst>
            <pc:docMk/>
            <pc:sldMk cId="896375133" sldId="2147471262"/>
            <ac:spMk id="15" creationId="{78A07CE2-14CF-64DC-85FD-552842C15911}"/>
          </ac:spMkLst>
        </pc:spChg>
        <pc:spChg chg="mod">
          <ac:chgData name="Philippe Beraud" userId="3b1c6667-7fbc-45cf-ac7c-d346ed9edd62" providerId="ADAL" clId="{D4641055-586B-49A2-839D-61696D1F63EA}" dt="2025-03-21T14:26:13.876" v="356" actId="1076"/>
          <ac:spMkLst>
            <pc:docMk/>
            <pc:sldMk cId="896375133" sldId="2147471262"/>
            <ac:spMk id="20" creationId="{D673227F-7342-7F59-5A35-FA98CAEAAFF2}"/>
          </ac:spMkLst>
        </pc:spChg>
        <pc:graphicFrameChg chg="add mod modGraphic">
          <ac:chgData name="Philippe Beraud" userId="3b1c6667-7fbc-45cf-ac7c-d346ed9edd62" providerId="ADAL" clId="{D4641055-586B-49A2-839D-61696D1F63EA}" dt="2025-03-21T15:43:56.830" v="812" actId="1037"/>
          <ac:graphicFrameMkLst>
            <pc:docMk/>
            <pc:sldMk cId="896375133" sldId="2147471262"/>
            <ac:graphicFrameMk id="7" creationId="{F593C65D-3BBB-D9C6-14F8-913D6D7F230F}"/>
          </ac:graphicFrameMkLst>
        </pc:graphicFrameChg>
        <pc:graphicFrameChg chg="add mod modGraphic">
          <ac:chgData name="Philippe Beraud" userId="3b1c6667-7fbc-45cf-ac7c-d346ed9edd62" providerId="ADAL" clId="{D4641055-586B-49A2-839D-61696D1F63EA}" dt="2025-03-21T15:43:22.686" v="810" actId="14861"/>
          <ac:graphicFrameMkLst>
            <pc:docMk/>
            <pc:sldMk cId="896375133" sldId="2147471262"/>
            <ac:graphicFrameMk id="12" creationId="{2655A247-28AE-83C8-F3B4-5404A463A964}"/>
          </ac:graphicFrameMkLst>
        </pc:graphicFrameChg>
        <pc:graphicFrameChg chg="add mod modGraphic">
          <ac:chgData name="Philippe Beraud" userId="3b1c6667-7fbc-45cf-ac7c-d346ed9edd62" providerId="ADAL" clId="{D4641055-586B-49A2-839D-61696D1F63EA}" dt="2025-03-21T15:43:22.686" v="810" actId="14861"/>
          <ac:graphicFrameMkLst>
            <pc:docMk/>
            <pc:sldMk cId="896375133" sldId="2147471262"/>
            <ac:graphicFrameMk id="24" creationId="{91FC60DC-5121-6319-3906-2B5233270546}"/>
          </ac:graphicFrameMkLst>
        </pc:graphicFrameChg>
      </pc:sldChg>
      <pc:sldChg chg="add setBg">
        <pc:chgData name="Philippe Beraud" userId="3b1c6667-7fbc-45cf-ac7c-d346ed9edd62" providerId="ADAL" clId="{D4641055-586B-49A2-839D-61696D1F63EA}" dt="2025-03-21T16:22:00.066" v="899"/>
        <pc:sldMkLst>
          <pc:docMk/>
          <pc:sldMk cId="3276462913" sldId="2147478152"/>
        </pc:sldMkLst>
      </pc:sldChg>
      <pc:sldChg chg="add">
        <pc:chgData name="Philippe Beraud" userId="3b1c6667-7fbc-45cf-ac7c-d346ed9edd62" providerId="ADAL" clId="{D4641055-586B-49A2-839D-61696D1F63EA}" dt="2025-03-21T16:22:00.066" v="899"/>
        <pc:sldMkLst>
          <pc:docMk/>
          <pc:sldMk cId="2342958233" sldId="2147478153"/>
        </pc:sldMkLst>
      </pc:sldChg>
      <pc:sldChg chg="modSp add mod">
        <pc:chgData name="Philippe Beraud" userId="3b1c6667-7fbc-45cf-ac7c-d346ed9edd62" providerId="ADAL" clId="{D4641055-586B-49A2-839D-61696D1F63EA}" dt="2025-04-02T14:54:04.456" v="2032" actId="20577"/>
        <pc:sldMkLst>
          <pc:docMk/>
          <pc:sldMk cId="3201788588" sldId="2147480055"/>
        </pc:sldMkLst>
      </pc:sldChg>
      <pc:sldChg chg="add del setBg">
        <pc:chgData name="Philippe Beraud" userId="3b1c6667-7fbc-45cf-ac7c-d346ed9edd62" providerId="ADAL" clId="{D4641055-586B-49A2-839D-61696D1F63EA}" dt="2025-03-21T16:22:29.688" v="904" actId="2696"/>
        <pc:sldMkLst>
          <pc:docMk/>
          <pc:sldMk cId="3527507498" sldId="2147480055"/>
        </pc:sldMkLst>
      </pc:sldChg>
      <pc:sldChg chg="add">
        <pc:chgData name="Philippe Beraud" userId="3b1c6667-7fbc-45cf-ac7c-d346ed9edd62" providerId="ADAL" clId="{D4641055-586B-49A2-839D-61696D1F63EA}" dt="2025-03-21T16:22:42.711" v="905"/>
        <pc:sldMkLst>
          <pc:docMk/>
          <pc:sldMk cId="1333662186" sldId="2147480065"/>
        </pc:sldMkLst>
      </pc:sldChg>
      <pc:sldChg chg="add del">
        <pc:chgData name="Philippe Beraud" userId="3b1c6667-7fbc-45cf-ac7c-d346ed9edd62" providerId="ADAL" clId="{D4641055-586B-49A2-839D-61696D1F63EA}" dt="2025-03-21T16:22:29.688" v="904" actId="2696"/>
        <pc:sldMkLst>
          <pc:docMk/>
          <pc:sldMk cId="1811637930" sldId="2147480065"/>
        </pc:sldMkLst>
      </pc:sldChg>
      <pc:sldChg chg="modSp add mod chgLayout">
        <pc:chgData name="Philippe Beraud" userId="3b1c6667-7fbc-45cf-ac7c-d346ed9edd62" providerId="ADAL" clId="{D4641055-586B-49A2-839D-61696D1F63EA}" dt="2025-03-21T15:19:45.858" v="615" actId="700"/>
        <pc:sldMkLst>
          <pc:docMk/>
          <pc:sldMk cId="471038693" sldId="2147480068"/>
        </pc:sldMkLst>
        <pc:spChg chg="mod ord">
          <ac:chgData name="Philippe Beraud" userId="3b1c6667-7fbc-45cf-ac7c-d346ed9edd62" providerId="ADAL" clId="{D4641055-586B-49A2-839D-61696D1F63EA}" dt="2025-03-21T15:19:45.858" v="615" actId="700"/>
          <ac:spMkLst>
            <pc:docMk/>
            <pc:sldMk cId="471038693" sldId="2147480068"/>
            <ac:spMk id="3" creationId="{FE21D1A3-7808-5223-2D48-85D3840AC98E}"/>
          </ac:spMkLst>
        </pc:spChg>
      </pc:sldChg>
      <pc:sldChg chg="addSp modSp add del mod modClrScheme chgLayout">
        <pc:chgData name="Philippe Beraud" userId="3b1c6667-7fbc-45cf-ac7c-d346ed9edd62" providerId="ADAL" clId="{D4641055-586B-49A2-839D-61696D1F63EA}" dt="2025-03-21T16:25:00.445" v="913" actId="47"/>
        <pc:sldMkLst>
          <pc:docMk/>
          <pc:sldMk cId="407877603" sldId="2147480070"/>
        </pc:sldMkLst>
      </pc:sldChg>
      <pc:sldChg chg="modSp add mod chgLayout">
        <pc:chgData name="Philippe Beraud" userId="3b1c6667-7fbc-45cf-ac7c-d346ed9edd62" providerId="ADAL" clId="{D4641055-586B-49A2-839D-61696D1F63EA}" dt="2025-03-21T15:19:49.089" v="616" actId="700"/>
        <pc:sldMkLst>
          <pc:docMk/>
          <pc:sldMk cId="19507440" sldId="2147480074"/>
        </pc:sldMkLst>
        <pc:spChg chg="mod ord">
          <ac:chgData name="Philippe Beraud" userId="3b1c6667-7fbc-45cf-ac7c-d346ed9edd62" providerId="ADAL" clId="{D4641055-586B-49A2-839D-61696D1F63EA}" dt="2025-03-21T15:19:49.089" v="616" actId="700"/>
          <ac:spMkLst>
            <pc:docMk/>
            <pc:sldMk cId="19507440" sldId="2147480074"/>
            <ac:spMk id="3" creationId="{31CCAA1E-34FF-49B9-6E80-F9CCF24E3066}"/>
          </ac:spMkLst>
        </pc:spChg>
      </pc:sldChg>
      <pc:sldChg chg="add del">
        <pc:chgData name="Philippe Beraud" userId="3b1c6667-7fbc-45cf-ac7c-d346ed9edd62" providerId="ADAL" clId="{D4641055-586B-49A2-839D-61696D1F63EA}" dt="2025-03-21T14:53:44.424" v="605" actId="2696"/>
        <pc:sldMkLst>
          <pc:docMk/>
          <pc:sldMk cId="1206283007" sldId="2147482382"/>
        </pc:sldMkLst>
      </pc:sldChg>
      <pc:sldChg chg="add">
        <pc:chgData name="Philippe Beraud" userId="3b1c6667-7fbc-45cf-ac7c-d346ed9edd62" providerId="ADAL" clId="{D4641055-586B-49A2-839D-61696D1F63EA}" dt="2025-03-21T14:53:48.045" v="606"/>
        <pc:sldMkLst>
          <pc:docMk/>
          <pc:sldMk cId="3110006709" sldId="2147482382"/>
        </pc:sldMkLst>
      </pc:sldChg>
      <pc:sldChg chg="addSp modSp new mod chgLayout">
        <pc:chgData name="Philippe Beraud" userId="3b1c6667-7fbc-45cf-ac7c-d346ed9edd62" providerId="ADAL" clId="{D4641055-586B-49A2-839D-61696D1F63EA}" dt="2025-03-21T14:33:12.690" v="475" actId="20577"/>
        <pc:sldMkLst>
          <pc:docMk/>
          <pc:sldMk cId="3093918399" sldId="2147482383"/>
        </pc:sldMkLst>
        <pc:spChg chg="add mod">
          <ac:chgData name="Philippe Beraud" userId="3b1c6667-7fbc-45cf-ac7c-d346ed9edd62" providerId="ADAL" clId="{D4641055-586B-49A2-839D-61696D1F63EA}" dt="2025-03-21T14:33:12.690" v="475" actId="20577"/>
          <ac:spMkLst>
            <pc:docMk/>
            <pc:sldMk cId="3093918399" sldId="2147482383"/>
            <ac:spMk id="2" creationId="{C4AA4C2F-FF5C-170B-6E1B-395AF81EBCED}"/>
          </ac:spMkLst>
        </pc:spChg>
      </pc:sldChg>
      <pc:sldChg chg="addSp delSp modSp new mod chgLayout">
        <pc:chgData name="Philippe Beraud" userId="3b1c6667-7fbc-45cf-ac7c-d346ed9edd62" providerId="ADAL" clId="{D4641055-586B-49A2-839D-61696D1F63EA}" dt="2025-03-21T14:33:49.443" v="485" actId="20577"/>
        <pc:sldMkLst>
          <pc:docMk/>
          <pc:sldMk cId="3329882395" sldId="2147482384"/>
        </pc:sldMkLst>
        <pc:spChg chg="add mod ord">
          <ac:chgData name="Philippe Beraud" userId="3b1c6667-7fbc-45cf-ac7c-d346ed9edd62" providerId="ADAL" clId="{D4641055-586B-49A2-839D-61696D1F63EA}" dt="2025-03-21T14:33:49.443" v="485" actId="20577"/>
          <ac:spMkLst>
            <pc:docMk/>
            <pc:sldMk cId="3329882395" sldId="2147482384"/>
            <ac:spMk id="3" creationId="{D7A3E504-C683-6663-AAFC-1370AC040F7D}"/>
          </ac:spMkLst>
        </pc:spChg>
      </pc:sldChg>
      <pc:sldChg chg="addSp delSp modSp new mod ord chgLayout">
        <pc:chgData name="Philippe Beraud" userId="3b1c6667-7fbc-45cf-ac7c-d346ed9edd62" providerId="ADAL" clId="{D4641055-586B-49A2-839D-61696D1F63EA}" dt="2025-04-02T14:48:54.657" v="1833" actId="21"/>
        <pc:sldMkLst>
          <pc:docMk/>
          <pc:sldMk cId="504133008" sldId="2147482385"/>
        </pc:sldMkLst>
        <pc:spChg chg="add mod">
          <ac:chgData name="Philippe Beraud" userId="3b1c6667-7fbc-45cf-ac7c-d346ed9edd62" providerId="ADAL" clId="{D4641055-586B-49A2-839D-61696D1F63EA}" dt="2025-04-02T14:48:54.657" v="1833" actId="21"/>
          <ac:spMkLst>
            <pc:docMk/>
            <pc:sldMk cId="504133008" sldId="2147482385"/>
            <ac:spMk id="2" creationId="{4BC3A79E-3A4F-C8B4-7B3C-2BFD0375DF13}"/>
          </ac:spMkLst>
        </pc:spChg>
        <pc:picChg chg="add mod ord">
          <ac:chgData name="Philippe Beraud" userId="3b1c6667-7fbc-45cf-ac7c-d346ed9edd62" providerId="ADAL" clId="{D4641055-586B-49A2-839D-61696D1F63EA}" dt="2025-03-21T14:40:24.569" v="494" actId="1076"/>
          <ac:picMkLst>
            <pc:docMk/>
            <pc:sldMk cId="504133008" sldId="2147482385"/>
            <ac:picMk id="4" creationId="{1069BA27-3572-8DB7-C218-C2664A178DE1}"/>
          </ac:picMkLst>
        </pc:picChg>
      </pc:sldChg>
      <pc:sldChg chg="addSp delSp modSp new mod ord chgLayout">
        <pc:chgData name="Philippe Beraud" userId="3b1c6667-7fbc-45cf-ac7c-d346ed9edd62" providerId="ADAL" clId="{D4641055-586B-49A2-839D-61696D1F63EA}" dt="2025-04-02T14:31:09.086" v="1433" actId="14100"/>
        <pc:sldMkLst>
          <pc:docMk/>
          <pc:sldMk cId="4093026058" sldId="2147482386"/>
        </pc:sldMkLst>
        <pc:spChg chg="add mod">
          <ac:chgData name="Philippe Beraud" userId="3b1c6667-7fbc-45cf-ac7c-d346ed9edd62" providerId="ADAL" clId="{D4641055-586B-49A2-839D-61696D1F63EA}" dt="2025-04-02T14:31:09.086" v="1433" actId="14100"/>
          <ac:spMkLst>
            <pc:docMk/>
            <pc:sldMk cId="4093026058" sldId="2147482386"/>
            <ac:spMk id="2" creationId="{345894A0-0900-061A-2E59-2728CF5BDDC9}"/>
          </ac:spMkLst>
        </pc:spChg>
        <pc:picChg chg="add mod ord">
          <ac:chgData name="Philippe Beraud" userId="3b1c6667-7fbc-45cf-ac7c-d346ed9edd62" providerId="ADAL" clId="{D4641055-586B-49A2-839D-61696D1F63EA}" dt="2025-03-21T14:41:12.455" v="499" actId="1076"/>
          <ac:picMkLst>
            <pc:docMk/>
            <pc:sldMk cId="4093026058" sldId="2147482386"/>
            <ac:picMk id="4" creationId="{5CE5E74A-1582-F176-D3E1-A5581B8370A8}"/>
          </ac:picMkLst>
        </pc:picChg>
      </pc:sldChg>
      <pc:sldChg chg="addSp delSp modSp add mod">
        <pc:chgData name="Philippe Beraud" userId="3b1c6667-7fbc-45cf-ac7c-d346ed9edd62" providerId="ADAL" clId="{D4641055-586B-49A2-839D-61696D1F63EA}" dt="2025-04-02T14:32:40.724" v="1448" actId="14100"/>
        <pc:sldMkLst>
          <pc:docMk/>
          <pc:sldMk cId="185747689" sldId="2147482387"/>
        </pc:sldMkLst>
        <pc:spChg chg="mod">
          <ac:chgData name="Philippe Beraud" userId="3b1c6667-7fbc-45cf-ac7c-d346ed9edd62" providerId="ADAL" clId="{D4641055-586B-49A2-839D-61696D1F63EA}" dt="2025-04-02T14:32:40.724" v="1448" actId="14100"/>
          <ac:spMkLst>
            <pc:docMk/>
            <pc:sldMk cId="185747689" sldId="2147482387"/>
            <ac:spMk id="2" creationId="{1C86FFDE-1C9D-5C1A-97B9-2EF197E02004}"/>
          </ac:spMkLst>
        </pc:spChg>
        <pc:picChg chg="add mod ord">
          <ac:chgData name="Philippe Beraud" userId="3b1c6667-7fbc-45cf-ac7c-d346ed9edd62" providerId="ADAL" clId="{D4641055-586B-49A2-839D-61696D1F63EA}" dt="2025-03-21T14:41:50.870" v="508" actId="167"/>
          <ac:picMkLst>
            <pc:docMk/>
            <pc:sldMk cId="185747689" sldId="2147482387"/>
            <ac:picMk id="5" creationId="{B3DF257E-0499-2567-5BD3-2885483DB6C3}"/>
          </ac:picMkLst>
        </pc:picChg>
      </pc:sldChg>
      <pc:sldChg chg="addSp delSp modSp add mod modAnim modNotesTx">
        <pc:chgData name="Philippe Beraud" userId="3b1c6667-7fbc-45cf-ac7c-d346ed9edd62" providerId="ADAL" clId="{D4641055-586B-49A2-839D-61696D1F63EA}" dt="2025-04-02T14:31:26.999" v="1438" actId="1076"/>
        <pc:sldMkLst>
          <pc:docMk/>
          <pc:sldMk cId="688376483" sldId="2147482388"/>
        </pc:sldMkLst>
        <pc:spChg chg="mod">
          <ac:chgData name="Philippe Beraud" userId="3b1c6667-7fbc-45cf-ac7c-d346ed9edd62" providerId="ADAL" clId="{D4641055-586B-49A2-839D-61696D1F63EA}" dt="2025-04-02T14:27:07.180" v="1316" actId="790"/>
          <ac:spMkLst>
            <pc:docMk/>
            <pc:sldMk cId="688376483" sldId="2147482388"/>
            <ac:spMk id="2" creationId="{EDA8A069-ACAE-CB03-93C6-9C0CE43D6E10}"/>
          </ac:spMkLst>
        </pc:spChg>
        <pc:spChg chg="mod">
          <ac:chgData name="Philippe Beraud" userId="3b1c6667-7fbc-45cf-ac7c-d346ed9edd62" providerId="ADAL" clId="{D4641055-586B-49A2-839D-61696D1F63EA}" dt="2025-04-02T14:27:07.180" v="1316" actId="790"/>
          <ac:spMkLst>
            <pc:docMk/>
            <pc:sldMk cId="688376483" sldId="2147482388"/>
            <ac:spMk id="3" creationId="{B79019FE-A047-C093-6334-68CBE910170D}"/>
          </ac:spMkLst>
        </pc:spChg>
        <pc:spChg chg="add mod">
          <ac:chgData name="Philippe Beraud" userId="3b1c6667-7fbc-45cf-ac7c-d346ed9edd62" providerId="ADAL" clId="{D4641055-586B-49A2-839D-61696D1F63EA}" dt="2025-04-02T14:31:23.863" v="1437" actId="14100"/>
          <ac:spMkLst>
            <pc:docMk/>
            <pc:sldMk cId="688376483" sldId="2147482388"/>
            <ac:spMk id="10" creationId="{8F4093E9-3F7D-6BD5-5A76-2EA63B0F7F01}"/>
          </ac:spMkLst>
        </pc:spChg>
        <pc:spChg chg="mod">
          <ac:chgData name="Philippe Beraud" userId="3b1c6667-7fbc-45cf-ac7c-d346ed9edd62" providerId="ADAL" clId="{D4641055-586B-49A2-839D-61696D1F63EA}" dt="2025-04-02T14:27:07.180" v="1316" actId="790"/>
          <ac:spMkLst>
            <pc:docMk/>
            <pc:sldMk cId="688376483" sldId="2147482388"/>
            <ac:spMk id="12" creationId="{881EF48C-84DF-4963-4DB2-85DC140ACD37}"/>
          </ac:spMkLst>
        </pc:spChg>
        <pc:spChg chg="mod">
          <ac:chgData name="Philippe Beraud" userId="3b1c6667-7fbc-45cf-ac7c-d346ed9edd62" providerId="ADAL" clId="{D4641055-586B-49A2-839D-61696D1F63EA}" dt="2025-04-02T14:27:07.180" v="1316" actId="790"/>
          <ac:spMkLst>
            <pc:docMk/>
            <pc:sldMk cId="688376483" sldId="2147482388"/>
            <ac:spMk id="13" creationId="{804FD3CD-679E-9ABD-D7DC-3B1A858ABCA9}"/>
          </ac:spMkLst>
        </pc:spChg>
        <pc:spChg chg="add mod">
          <ac:chgData name="Philippe Beraud" userId="3b1c6667-7fbc-45cf-ac7c-d346ed9edd62" providerId="ADAL" clId="{D4641055-586B-49A2-839D-61696D1F63EA}" dt="2025-04-02T14:31:26.999" v="1438" actId="1076"/>
          <ac:spMkLst>
            <pc:docMk/>
            <pc:sldMk cId="688376483" sldId="2147482388"/>
            <ac:spMk id="14" creationId="{31672CE4-741B-FDA8-DBB0-5391C6D3249A}"/>
          </ac:spMkLst>
        </pc:spChg>
        <pc:spChg chg="mod">
          <ac:chgData name="Philippe Beraud" userId="3b1c6667-7fbc-45cf-ac7c-d346ed9edd62" providerId="ADAL" clId="{D4641055-586B-49A2-839D-61696D1F63EA}" dt="2025-04-02T14:27:07.180" v="1316" actId="790"/>
          <ac:spMkLst>
            <pc:docMk/>
            <pc:sldMk cId="688376483" sldId="2147482388"/>
            <ac:spMk id="16" creationId="{85AC1CE7-DB0F-2E1F-ED66-D885FD605ACC}"/>
          </ac:spMkLst>
        </pc:spChg>
        <pc:spChg chg="mod">
          <ac:chgData name="Philippe Beraud" userId="3b1c6667-7fbc-45cf-ac7c-d346ed9edd62" providerId="ADAL" clId="{D4641055-586B-49A2-839D-61696D1F63EA}" dt="2025-04-02T14:27:07.180" v="1316" actId="790"/>
          <ac:spMkLst>
            <pc:docMk/>
            <pc:sldMk cId="688376483" sldId="2147482388"/>
            <ac:spMk id="17" creationId="{DB225B59-C73C-B2B2-820F-8AEE8C1EE9EA}"/>
          </ac:spMkLst>
        </pc:spChg>
        <pc:spChg chg="add mod">
          <ac:chgData name="Philippe Beraud" userId="3b1c6667-7fbc-45cf-ac7c-d346ed9edd62" providerId="ADAL" clId="{D4641055-586B-49A2-839D-61696D1F63EA}" dt="2025-04-02T14:30:22.345" v="1421" actId="404"/>
          <ac:spMkLst>
            <pc:docMk/>
            <pc:sldMk cId="688376483" sldId="2147482388"/>
            <ac:spMk id="18" creationId="{3789936B-011B-44A3-5EE2-4AC56809AD52}"/>
          </ac:spMkLst>
        </pc:spChg>
        <pc:spChg chg="mod">
          <ac:chgData name="Philippe Beraud" userId="3b1c6667-7fbc-45cf-ac7c-d346ed9edd62" providerId="ADAL" clId="{D4641055-586B-49A2-839D-61696D1F63EA}" dt="2025-04-02T14:27:07.180" v="1316" actId="790"/>
          <ac:spMkLst>
            <pc:docMk/>
            <pc:sldMk cId="688376483" sldId="2147482388"/>
            <ac:spMk id="20" creationId="{256E0BCD-AE55-56BD-1CFB-363CC3E72573}"/>
          </ac:spMkLst>
        </pc:spChg>
        <pc:spChg chg="mod">
          <ac:chgData name="Philippe Beraud" userId="3b1c6667-7fbc-45cf-ac7c-d346ed9edd62" providerId="ADAL" clId="{D4641055-586B-49A2-839D-61696D1F63EA}" dt="2025-04-02T14:27:07.180" v="1316" actId="790"/>
          <ac:spMkLst>
            <pc:docMk/>
            <pc:sldMk cId="688376483" sldId="2147482388"/>
            <ac:spMk id="21" creationId="{63D398CC-B8A9-6B50-8BC8-C8D6106CFE76}"/>
          </ac:spMkLst>
        </pc:spChg>
        <pc:grpChg chg="add mod">
          <ac:chgData name="Philippe Beraud" userId="3b1c6667-7fbc-45cf-ac7c-d346ed9edd62" providerId="ADAL" clId="{D4641055-586B-49A2-839D-61696D1F63EA}" dt="2025-03-21T16:06:34.744" v="877" actId="1076"/>
          <ac:grpSpMkLst>
            <pc:docMk/>
            <pc:sldMk cId="688376483" sldId="2147482388"/>
            <ac:grpSpMk id="11" creationId="{61F14A18-D1CB-09F3-1645-3FFBF25B70BA}"/>
          </ac:grpSpMkLst>
        </pc:grpChg>
        <pc:grpChg chg="add mod">
          <ac:chgData name="Philippe Beraud" userId="3b1c6667-7fbc-45cf-ac7c-d346ed9edd62" providerId="ADAL" clId="{D4641055-586B-49A2-839D-61696D1F63EA}" dt="2025-03-21T16:07:17.923" v="887" actId="1076"/>
          <ac:grpSpMkLst>
            <pc:docMk/>
            <pc:sldMk cId="688376483" sldId="2147482388"/>
            <ac:grpSpMk id="15" creationId="{B5AF0DB6-46CB-D5CD-D042-796452797A4B}"/>
          </ac:grpSpMkLst>
        </pc:grpChg>
        <pc:grpChg chg="add mod">
          <ac:chgData name="Philippe Beraud" userId="3b1c6667-7fbc-45cf-ac7c-d346ed9edd62" providerId="ADAL" clId="{D4641055-586B-49A2-839D-61696D1F63EA}" dt="2025-03-21T16:07:10.377" v="885" actId="1076"/>
          <ac:grpSpMkLst>
            <pc:docMk/>
            <pc:sldMk cId="688376483" sldId="2147482388"/>
            <ac:grpSpMk id="19" creationId="{33756442-0937-7DDC-BA3B-099AF1DD9D79}"/>
          </ac:grpSpMkLst>
        </pc:grpChg>
        <pc:picChg chg="add mod ord">
          <ac:chgData name="Philippe Beraud" userId="3b1c6667-7fbc-45cf-ac7c-d346ed9edd62" providerId="ADAL" clId="{D4641055-586B-49A2-839D-61696D1F63EA}" dt="2025-03-21T16:06:58.647" v="882" actId="1076"/>
          <ac:picMkLst>
            <pc:docMk/>
            <pc:sldMk cId="688376483" sldId="2147482388"/>
            <ac:picMk id="5" creationId="{637C58FB-1960-5A31-D4CD-47B0304FA87D}"/>
          </ac:picMkLst>
        </pc:picChg>
      </pc:sldChg>
      <pc:sldChg chg="modSp add mod">
        <pc:chgData name="Philippe Beraud" userId="3b1c6667-7fbc-45cf-ac7c-d346ed9edd62" providerId="ADAL" clId="{D4641055-586B-49A2-839D-61696D1F63EA}" dt="2025-04-02T14:50:35.249" v="1868" actId="20577"/>
        <pc:sldMkLst>
          <pc:docMk/>
          <pc:sldMk cId="3426337332" sldId="2147482429"/>
        </pc:sldMkLst>
        <pc:spChg chg="mod">
          <ac:chgData name="Philippe Beraud" userId="3b1c6667-7fbc-45cf-ac7c-d346ed9edd62" providerId="ADAL" clId="{D4641055-586B-49A2-839D-61696D1F63EA}" dt="2025-04-02T14:50:35.249" v="1868" actId="20577"/>
          <ac:spMkLst>
            <pc:docMk/>
            <pc:sldMk cId="3426337332" sldId="2147482429"/>
            <ac:spMk id="2" creationId="{72FC50CB-03F8-1831-ED00-EC243900EC4A}"/>
          </ac:spMkLst>
        </pc:spChg>
      </pc:sldChg>
      <pc:sldChg chg="modSp add mod">
        <pc:chgData name="Philippe Beraud" userId="3b1c6667-7fbc-45cf-ac7c-d346ed9edd62" providerId="ADAL" clId="{D4641055-586B-49A2-839D-61696D1F63EA}" dt="2025-04-02T14:51:19.691" v="1882"/>
        <pc:sldMkLst>
          <pc:docMk/>
          <pc:sldMk cId="3011565611" sldId="2147482438"/>
        </pc:sldMkLst>
        <pc:spChg chg="mod">
          <ac:chgData name="Philippe Beraud" userId="3b1c6667-7fbc-45cf-ac7c-d346ed9edd62" providerId="ADAL" clId="{D4641055-586B-49A2-839D-61696D1F63EA}" dt="2025-04-02T14:51:19.691" v="1882"/>
          <ac:spMkLst>
            <pc:docMk/>
            <pc:sldMk cId="3011565611" sldId="2147482438"/>
            <ac:spMk id="2" creationId="{72FC50CB-03F8-1831-ED00-EC243900EC4A}"/>
          </ac:spMkLst>
        </pc:spChg>
      </pc:sldChg>
      <pc:sldChg chg="modSp add mod">
        <pc:chgData name="Philippe Beraud" userId="3b1c6667-7fbc-45cf-ac7c-d346ed9edd62" providerId="ADAL" clId="{D4641055-586B-49A2-839D-61696D1F63EA}" dt="2025-04-02T14:51:11.313" v="1880" actId="20577"/>
        <pc:sldMkLst>
          <pc:docMk/>
          <pc:sldMk cId="3297316352" sldId="2147482439"/>
        </pc:sldMkLst>
        <pc:spChg chg="mod">
          <ac:chgData name="Philippe Beraud" userId="3b1c6667-7fbc-45cf-ac7c-d346ed9edd62" providerId="ADAL" clId="{D4641055-586B-49A2-839D-61696D1F63EA}" dt="2025-04-02T14:51:11.313" v="1880" actId="20577"/>
          <ac:spMkLst>
            <pc:docMk/>
            <pc:sldMk cId="3297316352" sldId="2147482439"/>
            <ac:spMk id="2" creationId="{72FC50CB-03F8-1831-ED00-EC243900EC4A}"/>
          </ac:spMkLst>
        </pc:spChg>
      </pc:sldChg>
      <pc:sldChg chg="modSp add mod">
        <pc:chgData name="Philippe Beraud" userId="3b1c6667-7fbc-45cf-ac7c-d346ed9edd62" providerId="ADAL" clId="{D4641055-586B-49A2-839D-61696D1F63EA}" dt="2025-04-02T14:51:38.349" v="1886"/>
        <pc:sldMkLst>
          <pc:docMk/>
          <pc:sldMk cId="795196623" sldId="2147483640"/>
        </pc:sldMkLst>
        <pc:spChg chg="mod">
          <ac:chgData name="Philippe Beraud" userId="3b1c6667-7fbc-45cf-ac7c-d346ed9edd62" providerId="ADAL" clId="{D4641055-586B-49A2-839D-61696D1F63EA}" dt="2025-04-02T14:51:38.349" v="1886"/>
          <ac:spMkLst>
            <pc:docMk/>
            <pc:sldMk cId="795196623" sldId="2147483640"/>
            <ac:spMk id="2" creationId="{72FC50CB-03F8-1831-ED00-EC243900EC4A}"/>
          </ac:spMkLst>
        </pc:spChg>
      </pc:sldChg>
      <pc:sldChg chg="modSp add mod">
        <pc:chgData name="Philippe Beraud" userId="3b1c6667-7fbc-45cf-ac7c-d346ed9edd62" providerId="ADAL" clId="{D4641055-586B-49A2-839D-61696D1F63EA}" dt="2025-04-02T14:51:15.970" v="1881"/>
        <pc:sldMkLst>
          <pc:docMk/>
          <pc:sldMk cId="2337004261" sldId="2147483641"/>
        </pc:sldMkLst>
        <pc:spChg chg="mod">
          <ac:chgData name="Philippe Beraud" userId="3b1c6667-7fbc-45cf-ac7c-d346ed9edd62" providerId="ADAL" clId="{D4641055-586B-49A2-839D-61696D1F63EA}" dt="2025-04-02T14:51:15.970" v="1881"/>
          <ac:spMkLst>
            <pc:docMk/>
            <pc:sldMk cId="2337004261" sldId="2147483641"/>
            <ac:spMk id="2" creationId="{72FC50CB-03F8-1831-ED00-EC243900EC4A}"/>
          </ac:spMkLst>
        </pc:spChg>
      </pc:sldChg>
      <pc:sldChg chg="modSp add mod chgLayout">
        <pc:chgData name="Philippe Beraud" userId="3b1c6667-7fbc-45cf-ac7c-d346ed9edd62" providerId="ADAL" clId="{D4641055-586B-49A2-839D-61696D1F63EA}" dt="2025-03-21T15:19:41.260" v="614" actId="700"/>
        <pc:sldMkLst>
          <pc:docMk/>
          <pc:sldMk cId="2269676113" sldId="2147483642"/>
        </pc:sldMkLst>
        <pc:spChg chg="mod ord">
          <ac:chgData name="Philippe Beraud" userId="3b1c6667-7fbc-45cf-ac7c-d346ed9edd62" providerId="ADAL" clId="{D4641055-586B-49A2-839D-61696D1F63EA}" dt="2025-03-21T15:19:41.260" v="614" actId="700"/>
          <ac:spMkLst>
            <pc:docMk/>
            <pc:sldMk cId="2269676113" sldId="2147483642"/>
            <ac:spMk id="3" creationId="{9394C6D8-57D5-25F2-8823-B1964A3BB233}"/>
          </ac:spMkLst>
        </pc:spChg>
      </pc:sldChg>
      <pc:sldChg chg="add del">
        <pc:chgData name="Philippe Beraud" userId="3b1c6667-7fbc-45cf-ac7c-d346ed9edd62" providerId="ADAL" clId="{D4641055-586B-49A2-839D-61696D1F63EA}" dt="2025-03-21T15:19:16.090" v="610"/>
        <pc:sldMkLst>
          <pc:docMk/>
          <pc:sldMk cId="3020496286" sldId="2147483642"/>
        </pc:sldMkLst>
      </pc:sldChg>
      <pc:sldChg chg="addSp delSp modSp add mod modClrScheme chgLayout">
        <pc:chgData name="Philippe Beraud" userId="3b1c6667-7fbc-45cf-ac7c-d346ed9edd62" providerId="ADAL" clId="{D4641055-586B-49A2-839D-61696D1F63EA}" dt="2025-03-21T16:00:43.495" v="847"/>
        <pc:sldMkLst>
          <pc:docMk/>
          <pc:sldMk cId="51590883" sldId="2147483643"/>
        </pc:sldMkLst>
        <pc:spChg chg="mod ord">
          <ac:chgData name="Philippe Beraud" userId="3b1c6667-7fbc-45cf-ac7c-d346ed9edd62" providerId="ADAL" clId="{D4641055-586B-49A2-839D-61696D1F63EA}" dt="2025-03-21T15:29:29.654" v="653" actId="700"/>
          <ac:spMkLst>
            <pc:docMk/>
            <pc:sldMk cId="51590883" sldId="2147483643"/>
            <ac:spMk id="2" creationId="{7A3D702E-D3AB-2365-FBEC-2A1BEB101F18}"/>
          </ac:spMkLst>
        </pc:spChg>
        <pc:spChg chg="mod">
          <ac:chgData name="Philippe Beraud" userId="3b1c6667-7fbc-45cf-ac7c-d346ed9edd62" providerId="ADAL" clId="{D4641055-586B-49A2-839D-61696D1F63EA}" dt="2025-03-21T16:00:43.495" v="847"/>
          <ac:spMkLst>
            <pc:docMk/>
            <pc:sldMk cId="51590883" sldId="2147483643"/>
            <ac:spMk id="4" creationId="{613CBF1F-2DF2-B8F6-636A-87820856FA56}"/>
          </ac:spMkLst>
        </pc:spChg>
      </pc:sldChg>
      <pc:sldChg chg="modSp add mod">
        <pc:chgData name="Philippe Beraud" userId="3b1c6667-7fbc-45cf-ac7c-d346ed9edd62" providerId="ADAL" clId="{D4641055-586B-49A2-839D-61696D1F63EA}" dt="2025-04-02T14:25:48.692" v="1303" actId="1076"/>
        <pc:sldMkLst>
          <pc:docMk/>
          <pc:sldMk cId="928840083" sldId="2147483644"/>
        </pc:sldMkLst>
        <pc:spChg chg="mod">
          <ac:chgData name="Philippe Beraud" userId="3b1c6667-7fbc-45cf-ac7c-d346ed9edd62" providerId="ADAL" clId="{D4641055-586B-49A2-839D-61696D1F63EA}" dt="2025-04-02T14:25:45.114" v="1302" actId="14100"/>
          <ac:spMkLst>
            <pc:docMk/>
            <pc:sldMk cId="928840083" sldId="2147483644"/>
            <ac:spMk id="2" creationId="{7B4D3600-0F84-F3BB-C1E1-52F2FCA5018C}"/>
          </ac:spMkLst>
        </pc:spChg>
        <pc:spChg chg="mod">
          <ac:chgData name="Philippe Beraud" userId="3b1c6667-7fbc-45cf-ac7c-d346ed9edd62" providerId="ADAL" clId="{D4641055-586B-49A2-839D-61696D1F63EA}" dt="2025-04-02T14:25:48.692" v="1303" actId="1076"/>
          <ac:spMkLst>
            <pc:docMk/>
            <pc:sldMk cId="928840083" sldId="2147483644"/>
            <ac:spMk id="4" creationId="{51647D57-38C2-0AA1-1022-139ED2EDA0FD}"/>
          </ac:spMkLst>
        </pc:spChg>
        <pc:spChg chg="mod">
          <ac:chgData name="Philippe Beraud" userId="3b1c6667-7fbc-45cf-ac7c-d346ed9edd62" providerId="ADAL" clId="{D4641055-586B-49A2-839D-61696D1F63EA}" dt="2025-04-02T14:25:48.692" v="1303" actId="1076"/>
          <ac:spMkLst>
            <pc:docMk/>
            <pc:sldMk cId="928840083" sldId="2147483644"/>
            <ac:spMk id="5" creationId="{87D12865-1D76-F1FD-12FB-AAD176865B92}"/>
          </ac:spMkLst>
        </pc:spChg>
        <pc:spChg chg="mod">
          <ac:chgData name="Philippe Beraud" userId="3b1c6667-7fbc-45cf-ac7c-d346ed9edd62" providerId="ADAL" clId="{D4641055-586B-49A2-839D-61696D1F63EA}" dt="2025-04-02T14:25:48.692" v="1303" actId="1076"/>
          <ac:spMkLst>
            <pc:docMk/>
            <pc:sldMk cId="928840083" sldId="2147483644"/>
            <ac:spMk id="6" creationId="{DDD5A6AC-6AC0-E418-8E3A-2A29296BCAC7}"/>
          </ac:spMkLst>
        </pc:spChg>
        <pc:picChg chg="mod">
          <ac:chgData name="Philippe Beraud" userId="3b1c6667-7fbc-45cf-ac7c-d346ed9edd62" providerId="ADAL" clId="{D4641055-586B-49A2-839D-61696D1F63EA}" dt="2025-04-02T14:25:48.692" v="1303" actId="1076"/>
          <ac:picMkLst>
            <pc:docMk/>
            <pc:sldMk cId="928840083" sldId="2147483644"/>
            <ac:picMk id="7" creationId="{DBE60F9D-9014-8EF7-D431-314308548A67}"/>
          </ac:picMkLst>
        </pc:picChg>
        <pc:picChg chg="mod">
          <ac:chgData name="Philippe Beraud" userId="3b1c6667-7fbc-45cf-ac7c-d346ed9edd62" providerId="ADAL" clId="{D4641055-586B-49A2-839D-61696D1F63EA}" dt="2025-04-02T14:25:48.692" v="1303" actId="1076"/>
          <ac:picMkLst>
            <pc:docMk/>
            <pc:sldMk cId="928840083" sldId="2147483644"/>
            <ac:picMk id="9" creationId="{8FE26780-C13C-C8BC-1515-7AE79197756E}"/>
          </ac:picMkLst>
        </pc:picChg>
        <pc:picChg chg="mod">
          <ac:chgData name="Philippe Beraud" userId="3b1c6667-7fbc-45cf-ac7c-d346ed9edd62" providerId="ADAL" clId="{D4641055-586B-49A2-839D-61696D1F63EA}" dt="2025-04-02T14:25:48.692" v="1303" actId="1076"/>
          <ac:picMkLst>
            <pc:docMk/>
            <pc:sldMk cId="928840083" sldId="2147483644"/>
            <ac:picMk id="11" creationId="{8A9F97F6-1E97-5280-BC0E-1B374678217E}"/>
          </ac:picMkLst>
        </pc:picChg>
      </pc:sldChg>
      <pc:sldChg chg="add del">
        <pc:chgData name="Philippe Beraud" userId="3b1c6667-7fbc-45cf-ac7c-d346ed9edd62" providerId="ADAL" clId="{D4641055-586B-49A2-839D-61696D1F63EA}" dt="2025-03-21T15:56:43.643" v="826"/>
        <pc:sldMkLst>
          <pc:docMk/>
          <pc:sldMk cId="644861663" sldId="2147483645"/>
        </pc:sldMkLst>
      </pc:sldChg>
      <pc:sldChg chg="add del">
        <pc:chgData name="Philippe Beraud" userId="3b1c6667-7fbc-45cf-ac7c-d346ed9edd62" providerId="ADAL" clId="{D4641055-586B-49A2-839D-61696D1F63EA}" dt="2025-03-21T15:56:43.643" v="826"/>
        <pc:sldMkLst>
          <pc:docMk/>
          <pc:sldMk cId="2470932668" sldId="2147483646"/>
        </pc:sldMkLst>
      </pc:sldChg>
      <pc:sldChg chg="addSp delSp modSp add mod delAnim modAnim">
        <pc:chgData name="Philippe Beraud" userId="3b1c6667-7fbc-45cf-ac7c-d346ed9edd62" providerId="ADAL" clId="{D4641055-586B-49A2-839D-61696D1F63EA}" dt="2025-04-02T14:25:27.507" v="1300" actId="20577"/>
        <pc:sldMkLst>
          <pc:docMk/>
          <pc:sldMk cId="3612334354" sldId="2147483647"/>
        </pc:sldMkLst>
        <pc:spChg chg="mod">
          <ac:chgData name="Philippe Beraud" userId="3b1c6667-7fbc-45cf-ac7c-d346ed9edd62" providerId="ADAL" clId="{D4641055-586B-49A2-839D-61696D1F63EA}" dt="2025-04-02T14:25:27.507" v="1300" actId="20577"/>
          <ac:spMkLst>
            <pc:docMk/>
            <pc:sldMk cId="3612334354" sldId="2147483647"/>
            <ac:spMk id="2" creationId="{C2EDB082-47EF-2DB8-6450-DE050D052769}"/>
          </ac:spMkLst>
        </pc:spChg>
        <pc:spChg chg="mod">
          <ac:chgData name="Philippe Beraud" userId="3b1c6667-7fbc-45cf-ac7c-d346ed9edd62" providerId="ADAL" clId="{D4641055-586B-49A2-839D-61696D1F63EA}" dt="2025-04-02T14:16:34.995" v="1158" actId="207"/>
          <ac:spMkLst>
            <pc:docMk/>
            <pc:sldMk cId="3612334354" sldId="2147483647"/>
            <ac:spMk id="53" creationId="{9C059743-B855-745E-ED21-BA8BBA9EDB23}"/>
          </ac:spMkLst>
        </pc:spChg>
        <pc:spChg chg="mod">
          <ac:chgData name="Philippe Beraud" userId="3b1c6667-7fbc-45cf-ac7c-d346ed9edd62" providerId="ADAL" clId="{D4641055-586B-49A2-839D-61696D1F63EA}" dt="2025-04-02T14:17:42.831" v="1162" actId="207"/>
          <ac:spMkLst>
            <pc:docMk/>
            <pc:sldMk cId="3612334354" sldId="2147483647"/>
            <ac:spMk id="54" creationId="{4C29FE13-A145-3D26-4D24-7110823189DA}"/>
          </ac:spMkLst>
        </pc:spChg>
        <pc:spChg chg="mod">
          <ac:chgData name="Philippe Beraud" userId="3b1c6667-7fbc-45cf-ac7c-d346ed9edd62" providerId="ADAL" clId="{D4641055-586B-49A2-839D-61696D1F63EA}" dt="2025-04-02T14:17:48.203" v="1163"/>
          <ac:spMkLst>
            <pc:docMk/>
            <pc:sldMk cId="3612334354" sldId="2147483647"/>
            <ac:spMk id="55" creationId="{58D4452E-8F3E-02D9-4D17-6CC554A944F4}"/>
          </ac:spMkLst>
        </pc:spChg>
        <pc:spChg chg="mod">
          <ac:chgData name="Philippe Beraud" userId="3b1c6667-7fbc-45cf-ac7c-d346ed9edd62" providerId="ADAL" clId="{D4641055-586B-49A2-839D-61696D1F63EA}" dt="2025-04-02T14:18:03.887" v="1165" actId="14100"/>
          <ac:spMkLst>
            <pc:docMk/>
            <pc:sldMk cId="3612334354" sldId="2147483647"/>
            <ac:spMk id="56" creationId="{B061569F-5BFF-F41F-2A54-B1E47E1BEDB8}"/>
          </ac:spMkLst>
        </pc:spChg>
        <pc:spChg chg="mod">
          <ac:chgData name="Philippe Beraud" userId="3b1c6667-7fbc-45cf-ac7c-d346ed9edd62" providerId="ADAL" clId="{D4641055-586B-49A2-839D-61696D1F63EA}" dt="2025-04-02T14:15:52.667" v="1157" actId="790"/>
          <ac:spMkLst>
            <pc:docMk/>
            <pc:sldMk cId="3612334354" sldId="2147483647"/>
            <ac:spMk id="57" creationId="{0DCF54F7-0F3B-CE0D-911B-CCD5556BF66A}"/>
          </ac:spMkLst>
        </pc:spChg>
        <pc:spChg chg="mod">
          <ac:chgData name="Philippe Beraud" userId="3b1c6667-7fbc-45cf-ac7c-d346ed9edd62" providerId="ADAL" clId="{D4641055-586B-49A2-839D-61696D1F63EA}" dt="2025-04-02T14:19:34.365" v="1264" actId="404"/>
          <ac:spMkLst>
            <pc:docMk/>
            <pc:sldMk cId="3612334354" sldId="2147483647"/>
            <ac:spMk id="58" creationId="{7FD70D0F-BE2E-EBE3-31B2-88D9B1C8416B}"/>
          </ac:spMkLst>
        </pc:spChg>
        <pc:spChg chg="mod">
          <ac:chgData name="Philippe Beraud" userId="3b1c6667-7fbc-45cf-ac7c-d346ed9edd62" providerId="ADAL" clId="{D4641055-586B-49A2-839D-61696D1F63EA}" dt="2025-04-02T14:20:46.018" v="1272" actId="14100"/>
          <ac:spMkLst>
            <pc:docMk/>
            <pc:sldMk cId="3612334354" sldId="2147483647"/>
            <ac:spMk id="59" creationId="{095CC59D-B4CD-0BE2-8008-47AD0436EE55}"/>
          </ac:spMkLst>
        </pc:spChg>
        <pc:spChg chg="mod">
          <ac:chgData name="Philippe Beraud" userId="3b1c6667-7fbc-45cf-ac7c-d346ed9edd62" providerId="ADAL" clId="{D4641055-586B-49A2-839D-61696D1F63EA}" dt="2025-04-02T14:19:31.400" v="1263" actId="404"/>
          <ac:spMkLst>
            <pc:docMk/>
            <pc:sldMk cId="3612334354" sldId="2147483647"/>
            <ac:spMk id="60" creationId="{AE83CF78-6955-BE65-CF62-0C0DFE87C9CE}"/>
          </ac:spMkLst>
        </pc:spChg>
        <pc:spChg chg="mod">
          <ac:chgData name="Philippe Beraud" userId="3b1c6667-7fbc-45cf-ac7c-d346ed9edd62" providerId="ADAL" clId="{D4641055-586B-49A2-839D-61696D1F63EA}" dt="2025-04-02T14:23:04.898" v="1290" actId="1076"/>
          <ac:spMkLst>
            <pc:docMk/>
            <pc:sldMk cId="3612334354" sldId="2147483647"/>
            <ac:spMk id="61" creationId="{DFD1F2F5-2696-66CA-F4BB-E199E635B0AA}"/>
          </ac:spMkLst>
        </pc:spChg>
        <pc:spChg chg="mod">
          <ac:chgData name="Philippe Beraud" userId="3b1c6667-7fbc-45cf-ac7c-d346ed9edd62" providerId="ADAL" clId="{D4641055-586B-49A2-839D-61696D1F63EA}" dt="2025-04-02T14:19:45.490" v="1266" actId="404"/>
          <ac:spMkLst>
            <pc:docMk/>
            <pc:sldMk cId="3612334354" sldId="2147483647"/>
            <ac:spMk id="62" creationId="{6A0F0277-1B9C-AC9E-5378-C1651E41FE8B}"/>
          </ac:spMkLst>
        </pc:spChg>
        <pc:spChg chg="mod">
          <ac:chgData name="Philippe Beraud" userId="3b1c6667-7fbc-45cf-ac7c-d346ed9edd62" providerId="ADAL" clId="{D4641055-586B-49A2-839D-61696D1F63EA}" dt="2025-04-02T14:22:27.136" v="1285" actId="1076"/>
          <ac:spMkLst>
            <pc:docMk/>
            <pc:sldMk cId="3612334354" sldId="2147483647"/>
            <ac:spMk id="65" creationId="{EB6B1686-0071-AC16-0C07-781CE7FCA690}"/>
          </ac:spMkLst>
        </pc:spChg>
        <pc:spChg chg="mod">
          <ac:chgData name="Philippe Beraud" userId="3b1c6667-7fbc-45cf-ac7c-d346ed9edd62" providerId="ADAL" clId="{D4641055-586B-49A2-839D-61696D1F63EA}" dt="2025-04-02T14:23:37.314" v="1294" actId="1076"/>
          <ac:spMkLst>
            <pc:docMk/>
            <pc:sldMk cId="3612334354" sldId="2147483647"/>
            <ac:spMk id="66" creationId="{2040245B-6388-5A89-9FEC-94D46BC83964}"/>
          </ac:spMkLst>
        </pc:spChg>
        <pc:spChg chg="mod">
          <ac:chgData name="Philippe Beraud" userId="3b1c6667-7fbc-45cf-ac7c-d346ed9edd62" providerId="ADAL" clId="{D4641055-586B-49A2-839D-61696D1F63EA}" dt="2025-04-02T14:23:07.824" v="1291" actId="1076"/>
          <ac:spMkLst>
            <pc:docMk/>
            <pc:sldMk cId="3612334354" sldId="2147483647"/>
            <ac:spMk id="68" creationId="{9F9A9D5B-0911-3058-4C3B-59B4BFA02DA1}"/>
          </ac:spMkLst>
        </pc:spChg>
        <pc:spChg chg="mod">
          <ac:chgData name="Philippe Beraud" userId="3b1c6667-7fbc-45cf-ac7c-d346ed9edd62" providerId="ADAL" clId="{D4641055-586B-49A2-839D-61696D1F63EA}" dt="2025-04-02T14:21:05.766" v="1276" actId="6549"/>
          <ac:spMkLst>
            <pc:docMk/>
            <pc:sldMk cId="3612334354" sldId="2147483647"/>
            <ac:spMk id="69" creationId="{E21396C4-977E-6D53-614C-FF85553DF44C}"/>
          </ac:spMkLst>
        </pc:spChg>
        <pc:spChg chg="mod">
          <ac:chgData name="Philippe Beraud" userId="3b1c6667-7fbc-45cf-ac7c-d346ed9edd62" providerId="ADAL" clId="{D4641055-586B-49A2-839D-61696D1F63EA}" dt="2025-04-02T14:17:10.468" v="1161" actId="790"/>
          <ac:spMkLst>
            <pc:docMk/>
            <pc:sldMk cId="3612334354" sldId="2147483647"/>
            <ac:spMk id="74" creationId="{5AB4C925-9008-3CB0-F53A-5313D549BA2A}"/>
          </ac:spMkLst>
        </pc:spChg>
        <pc:grpChg chg="add mod">
          <ac:chgData name="Philippe Beraud" userId="3b1c6667-7fbc-45cf-ac7c-d346ed9edd62" providerId="ADAL" clId="{D4641055-586B-49A2-839D-61696D1F63EA}" dt="2025-04-02T14:24:01.493" v="1299" actId="1076"/>
          <ac:grpSpMkLst>
            <pc:docMk/>
            <pc:sldMk cId="3612334354" sldId="2147483647"/>
            <ac:grpSpMk id="3" creationId="{A74FFAE0-92A1-78D5-94C6-9D156414CC2C}"/>
          </ac:grpSpMkLst>
        </pc:grpChg>
        <pc:grpChg chg="add mod">
          <ac:chgData name="Philippe Beraud" userId="3b1c6667-7fbc-45cf-ac7c-d346ed9edd62" providerId="ADAL" clId="{D4641055-586B-49A2-839D-61696D1F63EA}" dt="2025-04-02T14:24:01.493" v="1299" actId="1076"/>
          <ac:grpSpMkLst>
            <pc:docMk/>
            <pc:sldMk cId="3612334354" sldId="2147483647"/>
            <ac:grpSpMk id="4" creationId="{A92B4C38-96F4-583B-CDB3-03D55D0F9C77}"/>
          </ac:grpSpMkLst>
        </pc:grpChg>
        <pc:grpChg chg="add mod">
          <ac:chgData name="Philippe Beraud" userId="3b1c6667-7fbc-45cf-ac7c-d346ed9edd62" providerId="ADAL" clId="{D4641055-586B-49A2-839D-61696D1F63EA}" dt="2025-04-02T14:24:01.493" v="1299" actId="1076"/>
          <ac:grpSpMkLst>
            <pc:docMk/>
            <pc:sldMk cId="3612334354" sldId="2147483647"/>
            <ac:grpSpMk id="5" creationId="{1C3AEE31-2AEA-1095-B472-682E5DEE4B77}"/>
          </ac:grpSpMkLst>
        </pc:grpChg>
        <pc:grpChg chg="add mod">
          <ac:chgData name="Philippe Beraud" userId="3b1c6667-7fbc-45cf-ac7c-d346ed9edd62" providerId="ADAL" clId="{D4641055-586B-49A2-839D-61696D1F63EA}" dt="2025-04-02T14:24:01.493" v="1299" actId="1076"/>
          <ac:grpSpMkLst>
            <pc:docMk/>
            <pc:sldMk cId="3612334354" sldId="2147483647"/>
            <ac:grpSpMk id="6" creationId="{C0A3172C-8F26-C24A-999F-EFA820D2D177}"/>
          </ac:grpSpMkLst>
        </pc:grpChg>
      </pc:sldChg>
      <pc:sldMasterChg chg="delSldLayout modSldLayout sldLayoutOrd">
        <pc:chgData name="Philippe Beraud" userId="3b1c6667-7fbc-45cf-ac7c-d346ed9edd62" providerId="ADAL" clId="{D4641055-586B-49A2-839D-61696D1F63EA}" dt="2025-03-21T16:22:29.688" v="904" actId="2696"/>
        <pc:sldMasterMkLst>
          <pc:docMk/>
          <pc:sldMasterMk cId="3588427678" sldId="2147484229"/>
        </pc:sldMasterMkLst>
        <pc:sldLayoutChg chg="addSp delSp modSp mod">
          <pc:chgData name="Philippe Beraud" userId="3b1c6667-7fbc-45cf-ac7c-d346ed9edd62" providerId="ADAL" clId="{D4641055-586B-49A2-839D-61696D1F63EA}" dt="2025-03-21T13:04:00.687" v="64" actId="14100"/>
          <pc:sldLayoutMkLst>
            <pc:docMk/>
            <pc:sldMasterMk cId="3588427678" sldId="2147484229"/>
            <pc:sldLayoutMk cId="3897602530" sldId="2147484249"/>
          </pc:sldLayoutMkLst>
          <pc:spChg chg="mod">
            <ac:chgData name="Philippe Beraud" userId="3b1c6667-7fbc-45cf-ac7c-d346ed9edd62" providerId="ADAL" clId="{D4641055-586B-49A2-839D-61696D1F63EA}" dt="2025-03-21T13:04:00.687" v="64" actId="14100"/>
            <ac:spMkLst>
              <pc:docMk/>
              <pc:sldMasterMk cId="3588427678" sldId="2147484229"/>
              <pc:sldLayoutMk cId="3897602530" sldId="2147484249"/>
              <ac:spMk id="2" creationId="{00000000-0000-0000-0000-000000000000}"/>
            </ac:spMkLst>
          </pc:spChg>
          <pc:spChg chg="mod">
            <ac:chgData name="Philippe Beraud" userId="3b1c6667-7fbc-45cf-ac7c-d346ed9edd62" providerId="ADAL" clId="{D4641055-586B-49A2-839D-61696D1F63EA}" dt="2025-03-21T13:04:00.687" v="64" actId="14100"/>
            <ac:spMkLst>
              <pc:docMk/>
              <pc:sldMasterMk cId="3588427678" sldId="2147484229"/>
              <pc:sldLayoutMk cId="3897602530" sldId="2147484249"/>
              <ac:spMk id="5" creationId="{00000000-0000-0000-0000-000000000000}"/>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71" creationId="{E0D4B2A6-1233-B666-AEBC-6EE8857166F1}"/>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72" creationId="{504E5293-EA44-8290-7235-AE1B85E7820A}"/>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74" creationId="{2304FC39-46ED-F708-EEA4-E3B89E837C9B}"/>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75" creationId="{71D5C248-E5D4-82D1-7D04-F2CF34EC95E6}"/>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76" creationId="{2871426A-3303-F671-B232-73AB0E771ECC}"/>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79" creationId="{8EAD12F9-4330-B0C5-86BB-922F8D420396}"/>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80" creationId="{33F5BC09-3B89-FBDB-6FA4-2DBDB6E3F9BA}"/>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81" creationId="{725156A6-4C38-A0D6-59F6-04F36BBC3458}"/>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84" creationId="{D632FB4E-B614-5F3E-D65E-F7727506DD6B}"/>
            </ac:spMkLst>
          </pc:spChg>
          <pc:spChg chg="mod">
            <ac:chgData name="Philippe Beraud" userId="3b1c6667-7fbc-45cf-ac7c-d346ed9edd62" providerId="ADAL" clId="{D4641055-586B-49A2-839D-61696D1F63EA}" dt="2025-03-21T13:03:54.569" v="63"/>
            <ac:spMkLst>
              <pc:docMk/>
              <pc:sldMasterMk cId="3588427678" sldId="2147484229"/>
              <pc:sldLayoutMk cId="3897602530" sldId="2147484249"/>
              <ac:spMk id="85" creationId="{595DC48D-7B9E-9B61-248B-1BA4BFEF951B}"/>
            </ac:spMkLst>
          </pc:spChg>
        </pc:sldLayoutChg>
        <pc:sldLayoutChg chg="addSp modSp mod">
          <pc:chgData name="Philippe Beraud" userId="3b1c6667-7fbc-45cf-ac7c-d346ed9edd62" providerId="ADAL" clId="{D4641055-586B-49A2-839D-61696D1F63EA}" dt="2025-03-21T13:04:05.667" v="66" actId="14100"/>
          <pc:sldLayoutMkLst>
            <pc:docMk/>
            <pc:sldMasterMk cId="3588427678" sldId="2147484229"/>
            <pc:sldLayoutMk cId="3650358238" sldId="2147484584"/>
          </pc:sldLayoutMkLst>
          <pc:spChg chg="mod">
            <ac:chgData name="Philippe Beraud" userId="3b1c6667-7fbc-45cf-ac7c-d346ed9edd62" providerId="ADAL" clId="{D4641055-586B-49A2-839D-61696D1F63EA}" dt="2025-03-21T13:04:05.667" v="66" actId="14100"/>
            <ac:spMkLst>
              <pc:docMk/>
              <pc:sldMasterMk cId="3588427678" sldId="2147484229"/>
              <pc:sldLayoutMk cId="3650358238" sldId="2147484584"/>
              <ac:spMk id="2" creationId="{00000000-0000-0000-0000-000000000000}"/>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4" creationId="{2258ABE0-6D62-70D5-D8F5-F569A7617721}"/>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5" creationId="{0B5D7F14-8AC7-DD52-B93D-E700FCA4CFA5}"/>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9" creationId="{9F640D85-43C0-AB53-A1DA-31EC09BA0935}"/>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11" creationId="{136261AC-3B02-45A6-48C4-3461B345038B}"/>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13" creationId="{8F5B702D-B933-CBD3-9E1A-BEF6FEC3E7F1}"/>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14" creationId="{3FA60AA0-C5A2-EDFB-F756-104CAB4502C1}"/>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15" creationId="{D1A7C7A4-3675-F3F9-DBE8-E8F5B61EA451}"/>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16" creationId="{E73574BE-DAF2-A1C3-D814-EB6D7EBF651D}"/>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17" creationId="{50AA0347-49E6-9812-29F7-16434C12F986}"/>
            </ac:spMkLst>
          </pc:spChg>
          <pc:spChg chg="mod">
            <ac:chgData name="Philippe Beraud" userId="3b1c6667-7fbc-45cf-ac7c-d346ed9edd62" providerId="ADAL" clId="{D4641055-586B-49A2-839D-61696D1F63EA}" dt="2025-03-21T13:04:02.521" v="65"/>
            <ac:spMkLst>
              <pc:docMk/>
              <pc:sldMasterMk cId="3588427678" sldId="2147484229"/>
              <pc:sldLayoutMk cId="3650358238" sldId="2147484584"/>
              <ac:spMk id="22" creationId="{D63073C8-000F-E6C3-BBEF-FE5DEC28826E}"/>
            </ac:spMkLst>
          </pc:spChg>
        </pc:sldLayoutChg>
        <pc:sldLayoutChg chg="addSp modSp">
          <pc:chgData name="Philippe Beraud" userId="3b1c6667-7fbc-45cf-ac7c-d346ed9edd62" providerId="ADAL" clId="{D4641055-586B-49A2-839D-61696D1F63EA}" dt="2025-03-21T12:54:22.293" v="52"/>
          <pc:sldLayoutMkLst>
            <pc:docMk/>
            <pc:sldMasterMk cId="3588427678" sldId="2147484229"/>
            <pc:sldLayoutMk cId="2648787845" sldId="2147484673"/>
          </pc:sldLayoutMkLst>
          <pc:spChg chg="mod">
            <ac:chgData name="Philippe Beraud" userId="3b1c6667-7fbc-45cf-ac7c-d346ed9edd62" providerId="ADAL" clId="{D4641055-586B-49A2-839D-61696D1F63EA}" dt="2025-03-21T12:54:22.293" v="52"/>
            <ac:spMkLst>
              <pc:docMk/>
              <pc:sldMasterMk cId="3588427678" sldId="2147484229"/>
              <pc:sldLayoutMk cId="2648787845" sldId="2147484673"/>
              <ac:spMk id="7" creationId="{E0841749-17AF-0D5D-64CB-30B8D85F29AD}"/>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8" creationId="{FC04597D-C4E6-9865-9971-CFF22D121B4A}"/>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12" creationId="{5D0B1993-71C9-8F26-D975-3B41479281EB}"/>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13" creationId="{0B982E29-3015-854A-0E3C-ACF9E857E9F4}"/>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16" creationId="{FEFC8DAD-ACD4-6547-BC97-B6B1C701386E}"/>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18" creationId="{3A561D46-383A-7196-C551-CCC4D51CCA59}"/>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19" creationId="{F658396D-101E-BDED-5B3D-74C48C6D90E7}"/>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20" creationId="{439CF8BA-3962-687F-5023-37EDD4E61CFF}"/>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23" creationId="{43FC238F-943D-7552-2853-9998FF94FC77}"/>
            </ac:spMkLst>
          </pc:spChg>
          <pc:spChg chg="mod">
            <ac:chgData name="Philippe Beraud" userId="3b1c6667-7fbc-45cf-ac7c-d346ed9edd62" providerId="ADAL" clId="{D4641055-586B-49A2-839D-61696D1F63EA}" dt="2025-03-21T12:54:22.293" v="52"/>
            <ac:spMkLst>
              <pc:docMk/>
              <pc:sldMasterMk cId="3588427678" sldId="2147484229"/>
              <pc:sldLayoutMk cId="2648787845" sldId="2147484673"/>
              <ac:spMk id="24" creationId="{5CC76E50-7FE8-4E96-A5FF-842940B4A989}"/>
            </ac:spMkLst>
          </pc:spChg>
        </pc:sldLayoutChg>
        <pc:sldLayoutChg chg="addSp delSp modSp mod">
          <pc:chgData name="Philippe Beraud" userId="3b1c6667-7fbc-45cf-ac7c-d346ed9edd62" providerId="ADAL" clId="{D4641055-586B-49A2-839D-61696D1F63EA}" dt="2025-03-21T12:53:46.592" v="47" actId="1037"/>
          <pc:sldLayoutMkLst>
            <pc:docMk/>
            <pc:sldMasterMk cId="3588427678" sldId="2147484229"/>
            <pc:sldLayoutMk cId="61338459" sldId="2147484943"/>
          </pc:sldLayoutMkLst>
          <pc:spChg chg="mod">
            <ac:chgData name="Philippe Beraud" userId="3b1c6667-7fbc-45cf-ac7c-d346ed9edd62" providerId="ADAL" clId="{D4641055-586B-49A2-839D-61696D1F63EA}" dt="2025-03-21T12:53:41.193" v="44"/>
            <ac:spMkLst>
              <pc:docMk/>
              <pc:sldMasterMk cId="3588427678" sldId="2147484229"/>
              <pc:sldLayoutMk cId="61338459" sldId="2147484943"/>
              <ac:spMk id="6" creationId="{128084E7-240B-FF68-7783-95738E511B90}"/>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8" creationId="{F6000971-B7ED-E545-B6EE-BC72AE6F9E6F}"/>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9" creationId="{05F2B781-CFD0-A7AF-17C1-85B8CE4C43AA}"/>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10" creationId="{00460B6B-FB87-7234-C6D1-D394A5A39A8F}"/>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14" creationId="{AFD422A1-65D9-7946-89A2-42D41BBFC3F6}"/>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15" creationId="{4438DF18-8A12-753A-9039-806D244F3164}"/>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18" creationId="{03695909-D6FD-2419-586C-096430F90ACA}"/>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21" creationId="{B41953E9-B3C0-5E70-74A3-32148AC21DA0}"/>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22" creationId="{F91F731E-150E-0BD8-89FD-EC116CDDC688}"/>
            </ac:spMkLst>
          </pc:spChg>
          <pc:spChg chg="mod">
            <ac:chgData name="Philippe Beraud" userId="3b1c6667-7fbc-45cf-ac7c-d346ed9edd62" providerId="ADAL" clId="{D4641055-586B-49A2-839D-61696D1F63EA}" dt="2025-03-21T12:53:41.193" v="44"/>
            <ac:spMkLst>
              <pc:docMk/>
              <pc:sldMasterMk cId="3588427678" sldId="2147484229"/>
              <pc:sldLayoutMk cId="61338459" sldId="2147484943"/>
              <ac:spMk id="23" creationId="{5F026456-2C36-4FC3-54DF-D5E1218D9DF7}"/>
            </ac:spMkLst>
          </pc:spChg>
          <pc:grpChg chg="mod">
            <ac:chgData name="Philippe Beraud" userId="3b1c6667-7fbc-45cf-ac7c-d346ed9edd62" providerId="ADAL" clId="{D4641055-586B-49A2-839D-61696D1F63EA}" dt="2025-03-21T12:53:46.592" v="47" actId="1037"/>
            <ac:grpSpMkLst>
              <pc:docMk/>
              <pc:sldMasterMk cId="3588427678" sldId="2147484229"/>
              <pc:sldLayoutMk cId="61338459" sldId="2147484943"/>
              <ac:grpSpMk id="4" creationId="{093CA3C8-B35D-2EAE-0E11-36AC71284EF7}"/>
            </ac:grpSpMkLst>
          </pc:grpChg>
        </pc:sldLayoutChg>
        <pc:sldLayoutChg chg="addSp modSp">
          <pc:chgData name="Philippe Beraud" userId="3b1c6667-7fbc-45cf-ac7c-d346ed9edd62" providerId="ADAL" clId="{D4641055-586B-49A2-839D-61696D1F63EA}" dt="2025-03-21T13:03:31.345" v="61"/>
          <pc:sldLayoutMkLst>
            <pc:docMk/>
            <pc:sldMasterMk cId="3588427678" sldId="2147484229"/>
            <pc:sldLayoutMk cId="2484971770" sldId="2147485189"/>
          </pc:sldLayoutMkLst>
          <pc:spChg chg="mod">
            <ac:chgData name="Philippe Beraud" userId="3b1c6667-7fbc-45cf-ac7c-d346ed9edd62" providerId="ADAL" clId="{D4641055-586B-49A2-839D-61696D1F63EA}" dt="2025-03-21T13:03:31.345" v="61"/>
            <ac:spMkLst>
              <pc:docMk/>
              <pc:sldMasterMk cId="3588427678" sldId="2147484229"/>
              <pc:sldLayoutMk cId="2484971770" sldId="2147485189"/>
              <ac:spMk id="7" creationId="{0F07E19E-9021-2587-A706-2CF78E5ECF6C}"/>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8" creationId="{4107C4EA-D65E-9662-F065-7C2A5B2F84F5}"/>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9" creationId="{8916ADAE-7F60-1631-07E7-82F2BC484575}"/>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12" creationId="{EA4B3EE8-F6D5-6C7E-0156-F255D0246C0C}"/>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13" creationId="{636690AF-F404-527E-BF83-94D934C60A02}"/>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15" creationId="{B3402EA2-F413-030B-3380-104CDA1734D3}"/>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16" creationId="{DBFDC976-0606-96A9-BED1-E7BE7FEDC445}"/>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18" creationId="{9DA968AA-18F3-BA33-EFAD-0D123FA764FC}"/>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22" creationId="{D3F3C220-D4DA-F595-1CF2-0BE98F76ACFC}"/>
            </ac:spMkLst>
          </pc:spChg>
          <pc:spChg chg="mod">
            <ac:chgData name="Philippe Beraud" userId="3b1c6667-7fbc-45cf-ac7c-d346ed9edd62" providerId="ADAL" clId="{D4641055-586B-49A2-839D-61696D1F63EA}" dt="2025-03-21T13:03:31.345" v="61"/>
            <ac:spMkLst>
              <pc:docMk/>
              <pc:sldMasterMk cId="3588427678" sldId="2147484229"/>
              <pc:sldLayoutMk cId="2484971770" sldId="2147485189"/>
              <ac:spMk id="23" creationId="{56B5B25B-5107-9180-C7A8-6175A22D3899}"/>
            </ac:spMkLst>
          </pc:spChg>
        </pc:sldLayoutChg>
        <pc:sldLayoutChg chg="addSp delSp modSp mod">
          <pc:chgData name="Philippe Beraud" userId="3b1c6667-7fbc-45cf-ac7c-d346ed9edd62" providerId="ADAL" clId="{D4641055-586B-49A2-839D-61696D1F63EA}" dt="2025-03-21T13:03:23.766" v="60"/>
          <pc:sldLayoutMkLst>
            <pc:docMk/>
            <pc:sldMasterMk cId="3588427678" sldId="2147484229"/>
            <pc:sldLayoutMk cId="1085263328" sldId="2147485203"/>
          </pc:sldLayoutMkLst>
          <pc:spChg chg="mod">
            <ac:chgData name="Philippe Beraud" userId="3b1c6667-7fbc-45cf-ac7c-d346ed9edd62" providerId="ADAL" clId="{D4641055-586B-49A2-839D-61696D1F63EA}" dt="2025-03-21T13:03:23.766" v="60"/>
            <ac:spMkLst>
              <pc:docMk/>
              <pc:sldMasterMk cId="3588427678" sldId="2147484229"/>
              <pc:sldLayoutMk cId="1085263328" sldId="2147485203"/>
              <ac:spMk id="39" creationId="{7149C6FE-6E9E-2B24-7319-68F2E6152D18}"/>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40" creationId="{66FDA656-5D99-1774-C0EC-67D451663259}"/>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41" creationId="{3A81BC76-3648-E0D3-74D3-2EE0260EC229}"/>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43" creationId="{FA5996B9-D6EA-C76C-69FC-A0A585D4A3C2}"/>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47" creationId="{5A6A7817-C5C8-F69F-734D-9F9FD9EDBE5C}"/>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48" creationId="{3F991941-46CB-6A8A-F4BA-23CB296FFD65}"/>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50" creationId="{81FA87E0-37FE-16C5-A444-E25AE9FDAFAF}"/>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54" creationId="{E0FA6AA5-F898-616E-B5B8-DC1279640CC1}"/>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55" creationId="{FEB14095-7A93-9BA7-84DD-28FB4D949D98}"/>
            </ac:spMkLst>
          </pc:spChg>
          <pc:spChg chg="mod">
            <ac:chgData name="Philippe Beraud" userId="3b1c6667-7fbc-45cf-ac7c-d346ed9edd62" providerId="ADAL" clId="{D4641055-586B-49A2-839D-61696D1F63EA}" dt="2025-03-21T13:03:23.766" v="60"/>
            <ac:spMkLst>
              <pc:docMk/>
              <pc:sldMasterMk cId="3588427678" sldId="2147484229"/>
              <pc:sldLayoutMk cId="1085263328" sldId="2147485203"/>
              <ac:spMk id="56" creationId="{41F5EC8B-E25B-AEBD-DB43-51CB24122B39}"/>
            </ac:spMkLst>
          </pc:spChg>
        </pc:sldLayoutChg>
        <pc:sldLayoutChg chg="del">
          <pc:chgData name="Philippe Beraud" userId="3b1c6667-7fbc-45cf-ac7c-d346ed9edd62" providerId="ADAL" clId="{D4641055-586B-49A2-839D-61696D1F63EA}" dt="2025-03-21T15:38:31.497" v="766" actId="47"/>
          <pc:sldLayoutMkLst>
            <pc:docMk/>
            <pc:sldMasterMk cId="3588427678" sldId="2147484229"/>
            <pc:sldLayoutMk cId="3262416980" sldId="2147485218"/>
          </pc:sldLayoutMkLst>
        </pc:sldLayoutChg>
        <pc:sldLayoutChg chg="addSp modSp mod ord">
          <pc:chgData name="Philippe Beraud" userId="3b1c6667-7fbc-45cf-ac7c-d346ed9edd62" providerId="ADAL" clId="{D4641055-586B-49A2-839D-61696D1F63EA}" dt="2025-03-21T14:31:19.081" v="461" actId="14100"/>
          <pc:sldLayoutMkLst>
            <pc:docMk/>
            <pc:sldMasterMk cId="3588427678" sldId="2147484229"/>
            <pc:sldLayoutMk cId="1914586850" sldId="2147485221"/>
          </pc:sldLayoutMkLst>
          <pc:spChg chg="mod">
            <ac:chgData name="Philippe Beraud" userId="3b1c6667-7fbc-45cf-ac7c-d346ed9edd62" providerId="ADAL" clId="{D4641055-586B-49A2-839D-61696D1F63EA}" dt="2025-03-21T14:31:19.081" v="461" actId="14100"/>
            <ac:spMkLst>
              <pc:docMk/>
              <pc:sldMasterMk cId="3588427678" sldId="2147484229"/>
              <pc:sldLayoutMk cId="1914586850" sldId="2147485221"/>
              <ac:spMk id="2" creationId="{00000000-0000-0000-0000-000000000000}"/>
            </ac:spMkLst>
          </pc:spChg>
          <pc:spChg chg="mod">
            <ac:chgData name="Philippe Beraud" userId="3b1c6667-7fbc-45cf-ac7c-d346ed9edd62" providerId="ADAL" clId="{D4641055-586B-49A2-839D-61696D1F63EA}" dt="2025-03-21T14:31:19.081" v="461" actId="14100"/>
            <ac:spMkLst>
              <pc:docMk/>
              <pc:sldMasterMk cId="3588427678" sldId="2147484229"/>
              <pc:sldLayoutMk cId="1914586850" sldId="2147485221"/>
              <ac:spMk id="5" creationId="{00000000-0000-0000-0000-000000000000}"/>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6" creationId="{5809053D-DE3C-373E-72E9-B46AA3333DE6}"/>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11" creationId="{B1D314B4-DC56-E4F5-2C2E-C9713C0D5EBF}"/>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13" creationId="{78799390-4C8C-02A5-472F-3E3F86A15955}"/>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14" creationId="{A90D9021-44DE-100F-9957-6FA3A5550F13}"/>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15" creationId="{1E5C809E-A732-729A-85C7-37D09D52B346}"/>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18" creationId="{8AAAE7C1-602F-0202-5FCA-EC929C5202A1}"/>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19" creationId="{570D967F-BE78-1E2C-7E07-6FE74D393DA0}"/>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21" creationId="{4B554BBB-66B0-3D1F-BF33-69879E19538B}"/>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22" creationId="{6128BB32-0800-EA5D-A30E-673F818EBCB7}"/>
            </ac:spMkLst>
          </pc:spChg>
          <pc:spChg chg="mod">
            <ac:chgData name="Philippe Beraud" userId="3b1c6667-7fbc-45cf-ac7c-d346ed9edd62" providerId="ADAL" clId="{D4641055-586B-49A2-839D-61696D1F63EA}" dt="2025-03-21T14:31:11.045" v="460"/>
            <ac:spMkLst>
              <pc:docMk/>
              <pc:sldMasterMk cId="3588427678" sldId="2147484229"/>
              <pc:sldLayoutMk cId="1914586850" sldId="2147485221"/>
              <ac:spMk id="23" creationId="{F743BD73-CA3A-4004-2E7F-BE70476BDFAE}"/>
            </ac:spMkLst>
          </pc:spChg>
        </pc:sldLayoutChg>
        <pc:sldLayoutChg chg="addSp modSp mod ord">
          <pc:chgData name="Philippe Beraud" userId="3b1c6667-7fbc-45cf-ac7c-d346ed9edd62" providerId="ADAL" clId="{D4641055-586B-49A2-839D-61696D1F63EA}" dt="2025-03-21T14:31:29.190" v="463" actId="14100"/>
          <pc:sldLayoutMkLst>
            <pc:docMk/>
            <pc:sldMasterMk cId="3588427678" sldId="2147484229"/>
            <pc:sldLayoutMk cId="1608568210" sldId="2147485222"/>
          </pc:sldLayoutMkLst>
          <pc:spChg chg="mod">
            <ac:chgData name="Philippe Beraud" userId="3b1c6667-7fbc-45cf-ac7c-d346ed9edd62" providerId="ADAL" clId="{D4641055-586B-49A2-839D-61696D1F63EA}" dt="2025-03-21T14:31:29.190" v="463" actId="14100"/>
            <ac:spMkLst>
              <pc:docMk/>
              <pc:sldMasterMk cId="3588427678" sldId="2147484229"/>
              <pc:sldLayoutMk cId="1608568210" sldId="2147485222"/>
              <ac:spMk id="2" creationId="{00000000-0000-0000-0000-000000000000}"/>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4" creationId="{8B89CA9E-8364-A339-6CA5-B3E870551330}"/>
            </ac:spMkLst>
          </pc:spChg>
          <pc:spChg chg="mod">
            <ac:chgData name="Philippe Beraud" userId="3b1c6667-7fbc-45cf-ac7c-d346ed9edd62" providerId="ADAL" clId="{D4641055-586B-49A2-839D-61696D1F63EA}" dt="2025-03-21T14:31:29.190" v="463" actId="14100"/>
            <ac:spMkLst>
              <pc:docMk/>
              <pc:sldMasterMk cId="3588427678" sldId="2147484229"/>
              <pc:sldLayoutMk cId="1608568210" sldId="2147485222"/>
              <ac:spMk id="5" creationId="{00000000-0000-0000-0000-000000000000}"/>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7" creationId="{031787D3-F218-7B30-9084-EADC9E57E1EF}"/>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0" creationId="{EFB4EFC2-4A5A-7DA3-C290-BC9008C2E338}"/>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2" creationId="{2529341A-5F7C-5660-C813-646CF46E603D}"/>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4" creationId="{F1386197-7AA7-65C2-A002-881512A97AD3}"/>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5" creationId="{56B512C0-9F62-8EF5-7B73-3B7DDAFA7EF2}"/>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6" creationId="{3ED9C79B-C7A3-8B66-EAA7-D868C5BFC5FF}"/>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7" creationId="{5936AB8C-1A52-8B4A-8E7D-3F6EFE26CABF}"/>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8" creationId="{1A1E303A-D01E-A0FD-764D-AB0D2A22165D}"/>
            </ac:spMkLst>
          </pc:spChg>
          <pc:spChg chg="mod">
            <ac:chgData name="Philippe Beraud" userId="3b1c6667-7fbc-45cf-ac7c-d346ed9edd62" providerId="ADAL" clId="{D4641055-586B-49A2-839D-61696D1F63EA}" dt="2025-03-21T14:31:22.231" v="462"/>
            <ac:spMkLst>
              <pc:docMk/>
              <pc:sldMasterMk cId="3588427678" sldId="2147484229"/>
              <pc:sldLayoutMk cId="1608568210" sldId="2147485222"/>
              <ac:spMk id="19" creationId="{81DC1FCD-7F2C-CF54-1077-4E081CED7467}"/>
            </ac:spMkLst>
          </pc:spChg>
        </pc:sldLayoutChg>
        <pc:sldLayoutChg chg="addSp modSp mod">
          <pc:chgData name="Philippe Beraud" userId="3b1c6667-7fbc-45cf-ac7c-d346ed9edd62" providerId="ADAL" clId="{D4641055-586B-49A2-839D-61696D1F63EA}" dt="2025-03-21T14:32:06.232" v="465" actId="14100"/>
          <pc:sldLayoutMkLst>
            <pc:docMk/>
            <pc:sldMasterMk cId="3588427678" sldId="2147484229"/>
            <pc:sldLayoutMk cId="3667327071" sldId="2147485223"/>
          </pc:sldLayoutMkLst>
          <pc:spChg chg="mod">
            <ac:chgData name="Philippe Beraud" userId="3b1c6667-7fbc-45cf-ac7c-d346ed9edd62" providerId="ADAL" clId="{D4641055-586B-49A2-839D-61696D1F63EA}" dt="2025-03-21T14:32:06.232" v="465" actId="14100"/>
            <ac:spMkLst>
              <pc:docMk/>
              <pc:sldMasterMk cId="3588427678" sldId="2147484229"/>
              <pc:sldLayoutMk cId="3667327071" sldId="2147485223"/>
              <ac:spMk id="2" creationId="{00000000-0000-0000-0000-000000000000}"/>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4" creationId="{23BD77B6-6210-5109-470C-76F48838481A}"/>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5" creationId="{859B55EE-3D2A-DC57-28DE-6BAE0CB26CA4}"/>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7" creationId="{9D44E532-0CC4-2C6F-29BE-4976E97A2EE5}"/>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10" creationId="{747B36DB-D81E-1D92-4596-CC6EDD72B74A}"/>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11" creationId="{543D3402-3E23-B129-1967-AB2A1113E8B4}"/>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12" creationId="{122BAA6E-123F-1974-8764-9D68636FB3AF}"/>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13" creationId="{7412811B-291E-A653-A886-AD6176CDEA7A}"/>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15" creationId="{A2DDD4EA-8687-215F-42DC-50649516598B}"/>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17" creationId="{45FEDF2A-4B56-4621-E9C9-B0A9D306030D}"/>
            </ac:spMkLst>
          </pc:spChg>
          <pc:spChg chg="mod">
            <ac:chgData name="Philippe Beraud" userId="3b1c6667-7fbc-45cf-ac7c-d346ed9edd62" providerId="ADAL" clId="{D4641055-586B-49A2-839D-61696D1F63EA}" dt="2025-03-21T14:32:01.154" v="464"/>
            <ac:spMkLst>
              <pc:docMk/>
              <pc:sldMasterMk cId="3588427678" sldId="2147484229"/>
              <pc:sldLayoutMk cId="3667327071" sldId="2147485223"/>
              <ac:spMk id="20" creationId="{0AC0890C-1AEE-87E9-41AA-52DD2D0AAAE9}"/>
            </ac:spMkLst>
          </pc:spChg>
        </pc:sldLayoutChg>
        <pc:sldLayoutChg chg="addSp modSp mod">
          <pc:chgData name="Philippe Beraud" userId="3b1c6667-7fbc-45cf-ac7c-d346ed9edd62" providerId="ADAL" clId="{D4641055-586B-49A2-839D-61696D1F63EA}" dt="2025-03-21T14:32:13.859" v="467" actId="14100"/>
          <pc:sldLayoutMkLst>
            <pc:docMk/>
            <pc:sldMasterMk cId="3588427678" sldId="2147484229"/>
            <pc:sldLayoutMk cId="4269919931" sldId="2147485224"/>
          </pc:sldLayoutMkLst>
          <pc:spChg chg="mod">
            <ac:chgData name="Philippe Beraud" userId="3b1c6667-7fbc-45cf-ac7c-d346ed9edd62" providerId="ADAL" clId="{D4641055-586B-49A2-839D-61696D1F63EA}" dt="2025-03-21T14:32:13.859" v="467" actId="14100"/>
            <ac:spMkLst>
              <pc:docMk/>
              <pc:sldMasterMk cId="3588427678" sldId="2147484229"/>
              <pc:sldLayoutMk cId="4269919931" sldId="2147485224"/>
              <ac:spMk id="2" creationId="{00000000-0000-0000-0000-000000000000}"/>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5" creationId="{371CA0D9-6151-F217-86A9-6835F8E4AD1C}"/>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6" creationId="{E249ADC7-122A-7E2C-B944-F07ADC53AEA5}"/>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0" creationId="{C2CCE206-6F62-1797-5217-50D4F5A8EF5B}"/>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1" creationId="{8090D669-562C-8991-B959-3C58FD84CBCE}"/>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2" creationId="{468BA2DF-E2F3-B351-6440-B707BF33A83B}"/>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3" creationId="{2BAF4D7B-4B78-CBEC-9040-1BAFC0196D0A}"/>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7" creationId="{CD4B2C81-6FD0-FF16-1B71-A706B4A0AF2A}"/>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8" creationId="{5AF5A7CC-219E-73ED-170E-6183FEC9C325}"/>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19" creationId="{780C8E1F-3F34-8F00-9478-922AC56B082F}"/>
            </ac:spMkLst>
          </pc:spChg>
          <pc:spChg chg="mod">
            <ac:chgData name="Philippe Beraud" userId="3b1c6667-7fbc-45cf-ac7c-d346ed9edd62" providerId="ADAL" clId="{D4641055-586B-49A2-839D-61696D1F63EA}" dt="2025-03-21T14:32:07.962" v="466"/>
            <ac:spMkLst>
              <pc:docMk/>
              <pc:sldMasterMk cId="3588427678" sldId="2147484229"/>
              <pc:sldLayoutMk cId="4269919931" sldId="2147485224"/>
              <ac:spMk id="21" creationId="{38FF2E27-8AEC-1AA3-F950-35C391CA3929}"/>
            </ac:spMkLst>
          </pc:spChg>
        </pc:sldLayoutChg>
        <pc:sldLayoutChg chg="del">
          <pc:chgData name="Philippe Beraud" userId="3b1c6667-7fbc-45cf-ac7c-d346ed9edd62" providerId="ADAL" clId="{D4641055-586B-49A2-839D-61696D1F63EA}" dt="2025-03-21T16:22:29.688" v="904" actId="2696"/>
          <pc:sldLayoutMkLst>
            <pc:docMk/>
            <pc:sldMasterMk cId="3588427678" sldId="2147484229"/>
            <pc:sldLayoutMk cId="953031" sldId="2147485226"/>
          </pc:sldLayoutMkLst>
        </pc:sldLayoutChg>
        <pc:sldLayoutChg chg="del">
          <pc:chgData name="Philippe Beraud" userId="3b1c6667-7fbc-45cf-ac7c-d346ed9edd62" providerId="ADAL" clId="{D4641055-586B-49A2-839D-61696D1F63EA}" dt="2025-03-21T16:22:29.688" v="904" actId="2696"/>
          <pc:sldLayoutMkLst>
            <pc:docMk/>
            <pc:sldMasterMk cId="3588427678" sldId="2147484229"/>
            <pc:sldLayoutMk cId="1195003453" sldId="2147485227"/>
          </pc:sldLayoutMkLst>
        </pc:sldLayoutChg>
      </pc:sldMasterChg>
    </pc:docChg>
  </pc:docChgLst>
  <pc:docChgLst>
    <pc:chgData name="Philippe Beraud" userId="3b1c6667-7fbc-45cf-ac7c-d346ed9edd62" providerId="ADAL" clId="{2DE617B2-8878-4968-95CA-FB85D3618D30}"/>
    <pc:docChg chg="undo custSel addSld delSld modSld sldOrd modMainMaster addSection delSection modSection">
      <pc:chgData name="Philippe Beraud" userId="3b1c6667-7fbc-45cf-ac7c-d346ed9edd62" providerId="ADAL" clId="{2DE617B2-8878-4968-95CA-FB85D3618D30}" dt="2024-03-05T08:27:22.416" v="2758" actId="20577"/>
      <pc:docMkLst>
        <pc:docMk/>
      </pc:docMkLst>
      <pc:sldChg chg="modSp mod">
        <pc:chgData name="Philippe Beraud" userId="3b1c6667-7fbc-45cf-ac7c-d346ed9edd62" providerId="ADAL" clId="{2DE617B2-8878-4968-95CA-FB85D3618D30}" dt="2024-03-04T08:55:20.385" v="84" actId="1076"/>
        <pc:sldMkLst>
          <pc:docMk/>
          <pc:sldMk cId="186779101" sldId="257"/>
        </pc:sldMkLst>
      </pc:sldChg>
      <pc:sldChg chg="addSp delSp modSp add mod modClrScheme chgLayout">
        <pc:chgData name="Philippe Beraud" userId="3b1c6667-7fbc-45cf-ac7c-d346ed9edd62" providerId="ADAL" clId="{2DE617B2-8878-4968-95CA-FB85D3618D30}" dt="2024-03-05T07:33:05.037" v="2740" actId="20577"/>
        <pc:sldMkLst>
          <pc:docMk/>
          <pc:sldMk cId="1731165916" sldId="750"/>
        </pc:sldMkLst>
      </pc:sldChg>
      <pc:sldChg chg="del">
        <pc:chgData name="Philippe Beraud" userId="3b1c6667-7fbc-45cf-ac7c-d346ed9edd62" providerId="ADAL" clId="{2DE617B2-8878-4968-95CA-FB85D3618D30}" dt="2024-03-04T08:55:25.814" v="85" actId="47"/>
        <pc:sldMkLst>
          <pc:docMk/>
          <pc:sldMk cId="497885293" sldId="2076137501"/>
        </pc:sldMkLst>
      </pc:sldChg>
      <pc:sldChg chg="modSp add mod">
        <pc:chgData name="Philippe Beraud" userId="3b1c6667-7fbc-45cf-ac7c-d346ed9edd62" providerId="ADAL" clId="{2DE617B2-8878-4968-95CA-FB85D3618D30}" dt="2024-03-05T08:27:22.416" v="2758" actId="20577"/>
        <pc:sldMkLst>
          <pc:docMk/>
          <pc:sldMk cId="2378851425" sldId="2123258675"/>
        </pc:sldMkLst>
      </pc:sldChg>
      <pc:sldChg chg="addSp modSp del mod modNotesTx">
        <pc:chgData name="Philippe Beraud" userId="3b1c6667-7fbc-45cf-ac7c-d346ed9edd62" providerId="ADAL" clId="{2DE617B2-8878-4968-95CA-FB85D3618D30}" dt="2024-03-04T15:42:14.920" v="1173" actId="2696"/>
        <pc:sldMkLst>
          <pc:docMk/>
          <pc:sldMk cId="3176250378" sldId="2123258675"/>
        </pc:sldMkLst>
      </pc:sldChg>
      <pc:sldChg chg="modSp mod">
        <pc:chgData name="Philippe Beraud" userId="3b1c6667-7fbc-45cf-ac7c-d346ed9edd62" providerId="ADAL" clId="{2DE617B2-8878-4968-95CA-FB85D3618D30}" dt="2024-03-05T07:20:48.778" v="2260" actId="20578"/>
        <pc:sldMkLst>
          <pc:docMk/>
          <pc:sldMk cId="3441082925" sldId="2123258676"/>
        </pc:sldMkLst>
      </pc:sldChg>
      <pc:sldChg chg="del">
        <pc:chgData name="Philippe Beraud" userId="3b1c6667-7fbc-45cf-ac7c-d346ed9edd62" providerId="ADAL" clId="{2DE617B2-8878-4968-95CA-FB85D3618D30}" dt="2024-03-04T15:35:08.982" v="1140" actId="47"/>
        <pc:sldMkLst>
          <pc:docMk/>
          <pc:sldMk cId="2711558876" sldId="2123258678"/>
        </pc:sldMkLst>
      </pc:sldChg>
      <pc:sldChg chg="addSp modSp del">
        <pc:chgData name="Philippe Beraud" userId="3b1c6667-7fbc-45cf-ac7c-d346ed9edd62" providerId="ADAL" clId="{2DE617B2-8878-4968-95CA-FB85D3618D30}" dt="2024-03-04T15:35:28.775" v="1145" actId="47"/>
        <pc:sldMkLst>
          <pc:docMk/>
          <pc:sldMk cId="1393651935" sldId="2123258679"/>
        </pc:sldMkLst>
      </pc:sldChg>
      <pc:sldChg chg="del">
        <pc:chgData name="Philippe Beraud" userId="3b1c6667-7fbc-45cf-ac7c-d346ed9edd62" providerId="ADAL" clId="{2DE617B2-8878-4968-95CA-FB85D3618D30}" dt="2024-03-04T15:35:08.982" v="1140" actId="47"/>
        <pc:sldMkLst>
          <pc:docMk/>
          <pc:sldMk cId="801472221" sldId="2123258680"/>
        </pc:sldMkLst>
      </pc:sldChg>
      <pc:sldChg chg="del">
        <pc:chgData name="Philippe Beraud" userId="3b1c6667-7fbc-45cf-ac7c-d346ed9edd62" providerId="ADAL" clId="{2DE617B2-8878-4968-95CA-FB85D3618D30}" dt="2024-03-04T08:55:25.814" v="85" actId="47"/>
        <pc:sldMkLst>
          <pc:docMk/>
          <pc:sldMk cId="1746652366" sldId="2147470628"/>
        </pc:sldMkLst>
      </pc:sldChg>
      <pc:sldChg chg="addSp delSp modSp del mod">
        <pc:chgData name="Philippe Beraud" userId="3b1c6667-7fbc-45cf-ac7c-d346ed9edd62" providerId="ADAL" clId="{2DE617B2-8878-4968-95CA-FB85D3618D30}" dt="2024-03-04T15:49:03.629" v="1324" actId="47"/>
        <pc:sldMkLst>
          <pc:docMk/>
          <pc:sldMk cId="1677925880" sldId="2147470629"/>
        </pc:sldMkLst>
      </pc:sldChg>
      <pc:sldChg chg="addSp modSp del">
        <pc:chgData name="Philippe Beraud" userId="3b1c6667-7fbc-45cf-ac7c-d346ed9edd62" providerId="ADAL" clId="{2DE617B2-8878-4968-95CA-FB85D3618D30}" dt="2024-03-04T15:33:46.790" v="1126" actId="47"/>
        <pc:sldMkLst>
          <pc:docMk/>
          <pc:sldMk cId="1247073704" sldId="2147470630"/>
        </pc:sldMkLst>
      </pc:sldChg>
      <pc:sldChg chg="modSp mod modAnim">
        <pc:chgData name="Philippe Beraud" userId="3b1c6667-7fbc-45cf-ac7c-d346ed9edd62" providerId="ADAL" clId="{2DE617B2-8878-4968-95CA-FB85D3618D30}" dt="2024-03-04T16:04:44.048" v="2100" actId="20577"/>
        <pc:sldMkLst>
          <pc:docMk/>
          <pc:sldMk cId="2960849163" sldId="2147470631"/>
        </pc:sldMkLst>
      </pc:sldChg>
      <pc:sldChg chg="modSp del mod">
        <pc:chgData name="Philippe Beraud" userId="3b1c6667-7fbc-45cf-ac7c-d346ed9edd62" providerId="ADAL" clId="{2DE617B2-8878-4968-95CA-FB85D3618D30}" dt="2024-03-04T15:47:33.649" v="1302" actId="47"/>
        <pc:sldMkLst>
          <pc:docMk/>
          <pc:sldMk cId="1466942173" sldId="2147470632"/>
        </pc:sldMkLst>
      </pc:sldChg>
      <pc:sldChg chg="addSp delSp modSp new del mod chgLayout">
        <pc:chgData name="Philippe Beraud" userId="3b1c6667-7fbc-45cf-ac7c-d346ed9edd62" providerId="ADAL" clId="{2DE617B2-8878-4968-95CA-FB85D3618D30}" dt="2024-03-04T15:49:18.307" v="1326" actId="47"/>
        <pc:sldMkLst>
          <pc:docMk/>
          <pc:sldMk cId="466536139" sldId="2147470633"/>
        </pc:sldMkLst>
      </pc:sldChg>
      <pc:sldChg chg="addSp delSp modSp new del mod chgLayout">
        <pc:chgData name="Philippe Beraud" userId="3b1c6667-7fbc-45cf-ac7c-d346ed9edd62" providerId="ADAL" clId="{2DE617B2-8878-4968-95CA-FB85D3618D30}" dt="2024-03-04T15:33:54.699" v="1127" actId="47"/>
        <pc:sldMkLst>
          <pc:docMk/>
          <pc:sldMk cId="2515933718" sldId="2147470634"/>
        </pc:sldMkLst>
      </pc:sldChg>
      <pc:sldChg chg="addSp modSp add mod modNotesTx">
        <pc:chgData name="Philippe Beraud" userId="3b1c6667-7fbc-45cf-ac7c-d346ed9edd62" providerId="ADAL" clId="{2DE617B2-8878-4968-95CA-FB85D3618D30}" dt="2024-03-04T15:57:00.048" v="1632" actId="790"/>
        <pc:sldMkLst>
          <pc:docMk/>
          <pc:sldMk cId="3573416678" sldId="2147471220"/>
        </pc:sldMkLst>
      </pc:sldChg>
      <pc:sldChg chg="addSp modSp add del mod">
        <pc:chgData name="Philippe Beraud" userId="3b1c6667-7fbc-45cf-ac7c-d346ed9edd62" providerId="ADAL" clId="{2DE617B2-8878-4968-95CA-FB85D3618D30}" dt="2024-03-04T15:55:59.600" v="1591" actId="47"/>
        <pc:sldMkLst>
          <pc:docMk/>
          <pc:sldMk cId="866305821" sldId="2147471221"/>
        </pc:sldMkLst>
      </pc:sldChg>
      <pc:sldChg chg="modSp add mod ord">
        <pc:chgData name="Philippe Beraud" userId="3b1c6667-7fbc-45cf-ac7c-d346ed9edd62" providerId="ADAL" clId="{2DE617B2-8878-4968-95CA-FB85D3618D30}" dt="2024-03-04T15:49:01.647" v="1323"/>
        <pc:sldMkLst>
          <pc:docMk/>
          <pc:sldMk cId="10692111" sldId="2147471222"/>
        </pc:sldMkLst>
      </pc:sldChg>
      <pc:sldChg chg="modSp add mod">
        <pc:chgData name="Philippe Beraud" userId="3b1c6667-7fbc-45cf-ac7c-d346ed9edd62" providerId="ADAL" clId="{2DE617B2-8878-4968-95CA-FB85D3618D30}" dt="2024-03-04T15:41:06.372" v="1170" actId="1076"/>
        <pc:sldMkLst>
          <pc:docMk/>
          <pc:sldMk cId="3398491940" sldId="2147471233"/>
        </pc:sldMkLst>
      </pc:sldChg>
      <pc:sldChg chg="modSp add mod">
        <pc:chgData name="Philippe Beraud" userId="3b1c6667-7fbc-45cf-ac7c-d346ed9edd62" providerId="ADAL" clId="{2DE617B2-8878-4968-95CA-FB85D3618D30}" dt="2024-03-04T15:41:16.404" v="1172" actId="404"/>
        <pc:sldMkLst>
          <pc:docMk/>
          <pc:sldMk cId="2590749482" sldId="2147471242"/>
        </pc:sldMkLst>
      </pc:sldChg>
      <pc:sldChg chg="add">
        <pc:chgData name="Philippe Beraud" userId="3b1c6667-7fbc-45cf-ac7c-d346ed9edd62" providerId="ADAL" clId="{2DE617B2-8878-4968-95CA-FB85D3618D30}" dt="2024-03-04T15:38:58.516" v="1146"/>
        <pc:sldMkLst>
          <pc:docMk/>
          <pc:sldMk cId="3857278450" sldId="2147471244"/>
        </pc:sldMkLst>
      </pc:sldChg>
      <pc:sldChg chg="addSp modSp add mod ord">
        <pc:chgData name="Philippe Beraud" userId="3b1c6667-7fbc-45cf-ac7c-d346ed9edd62" providerId="ADAL" clId="{2DE617B2-8878-4968-95CA-FB85D3618D30}" dt="2024-03-04T15:10:24.792" v="1114" actId="404"/>
        <pc:sldMkLst>
          <pc:docMk/>
          <pc:sldMk cId="1259337514" sldId="2147471248"/>
        </pc:sldMkLst>
      </pc:sldChg>
      <pc:sldChg chg="addSp modSp add del mod modNotesTx">
        <pc:chgData name="Philippe Beraud" userId="3b1c6667-7fbc-45cf-ac7c-d346ed9edd62" providerId="ADAL" clId="{2DE617B2-8878-4968-95CA-FB85D3618D30}" dt="2024-03-04T15:05:45.876" v="1110" actId="47"/>
        <pc:sldMkLst>
          <pc:docMk/>
          <pc:sldMk cId="2831524942" sldId="2147471249"/>
        </pc:sldMkLst>
      </pc:sldChg>
      <pc:sldChg chg="modSp add mod modNotesTx">
        <pc:chgData name="Philippe Beraud" userId="3b1c6667-7fbc-45cf-ac7c-d346ed9edd62" providerId="ADAL" clId="{2DE617B2-8878-4968-95CA-FB85D3618D30}" dt="2024-03-04T15:57:38.880" v="1658" actId="1076"/>
        <pc:sldMkLst>
          <pc:docMk/>
          <pc:sldMk cId="1725151171" sldId="2147471250"/>
        </pc:sldMkLst>
      </pc:sldChg>
      <pc:sldChg chg="modSp add del mod">
        <pc:chgData name="Philippe Beraud" userId="3b1c6667-7fbc-45cf-ac7c-d346ed9edd62" providerId="ADAL" clId="{2DE617B2-8878-4968-95CA-FB85D3618D30}" dt="2024-03-04T15:35:16.873" v="1141" actId="2696"/>
        <pc:sldMkLst>
          <pc:docMk/>
          <pc:sldMk cId="99449823" sldId="2147471251"/>
        </pc:sldMkLst>
      </pc:sldChg>
      <pc:sldChg chg="modSp add mod">
        <pc:chgData name="Philippe Beraud" userId="3b1c6667-7fbc-45cf-ac7c-d346ed9edd62" providerId="ADAL" clId="{2DE617B2-8878-4968-95CA-FB85D3618D30}" dt="2024-03-04T15:35:26.937" v="1144" actId="20577"/>
        <pc:sldMkLst>
          <pc:docMk/>
          <pc:sldMk cId="138598463" sldId="2147471251"/>
        </pc:sldMkLst>
      </pc:sldChg>
      <pc:sldChg chg="modSp add mod modAnim">
        <pc:chgData name="Philippe Beraud" userId="3b1c6667-7fbc-45cf-ac7c-d346ed9edd62" providerId="ADAL" clId="{2DE617B2-8878-4968-95CA-FB85D3618D30}" dt="2024-03-05T07:26:55.322" v="2737" actId="15"/>
        <pc:sldMkLst>
          <pc:docMk/>
          <pc:sldMk cId="2136764923" sldId="2147471252"/>
        </pc:sldMkLst>
      </pc:sldChg>
      <pc:sldChg chg="modSp add mod modAnim">
        <pc:chgData name="Philippe Beraud" userId="3b1c6667-7fbc-45cf-ac7c-d346ed9edd62" providerId="ADAL" clId="{2DE617B2-8878-4968-95CA-FB85D3618D30}" dt="2024-03-05T07:25:05.103" v="2608" actId="20577"/>
        <pc:sldMkLst>
          <pc:docMk/>
          <pc:sldMk cId="2029481300" sldId="2147471253"/>
        </pc:sldMkLst>
      </pc:sldChg>
      <pc:sldChg chg="add del">
        <pc:chgData name="Philippe Beraud" userId="3b1c6667-7fbc-45cf-ac7c-d346ed9edd62" providerId="ADAL" clId="{2DE617B2-8878-4968-95CA-FB85D3618D30}" dt="2024-03-04T15:47:33.649" v="1302" actId="47"/>
        <pc:sldMkLst>
          <pc:docMk/>
          <pc:sldMk cId="631081025" sldId="2147471254"/>
        </pc:sldMkLst>
      </pc:sldChg>
      <pc:sldChg chg="addSp delSp modSp add mod delAnim modAnim chgLayout modNotesTx">
        <pc:chgData name="Philippe Beraud" userId="3b1c6667-7fbc-45cf-ac7c-d346ed9edd62" providerId="ADAL" clId="{2DE617B2-8878-4968-95CA-FB85D3618D30}" dt="2024-03-04T15:55:51.832" v="1590" actId="1076"/>
        <pc:sldMkLst>
          <pc:docMk/>
          <pc:sldMk cId="1434968480" sldId="2147471254"/>
        </pc:sldMkLst>
      </pc:sldChg>
      <pc:sldChg chg="addSp delSp modSp add mod delAnim">
        <pc:chgData name="Philippe Beraud" userId="3b1c6667-7fbc-45cf-ac7c-d346ed9edd62" providerId="ADAL" clId="{2DE617B2-8878-4968-95CA-FB85D3618D30}" dt="2024-03-05T07:23:10.009" v="2461" actId="403"/>
        <pc:sldMkLst>
          <pc:docMk/>
          <pc:sldMk cId="4153093245" sldId="2147471255"/>
        </pc:sldMkLst>
      </pc:sldChg>
      <pc:sldMasterChg chg="modSldLayout">
        <pc:chgData name="Philippe Beraud" userId="3b1c6667-7fbc-45cf-ac7c-d346ed9edd62" providerId="ADAL" clId="{2DE617B2-8878-4968-95CA-FB85D3618D30}" dt="2024-03-04T08:54:34.486" v="36" actId="20577"/>
        <pc:sldMasterMkLst>
          <pc:docMk/>
          <pc:sldMasterMk cId="3588427678" sldId="2147484229"/>
        </pc:sldMasterMkLst>
        <pc:sldLayoutChg chg="modSp mod">
          <pc:chgData name="Philippe Beraud" userId="3b1c6667-7fbc-45cf-ac7c-d346ed9edd62" providerId="ADAL" clId="{2DE617B2-8878-4968-95CA-FB85D3618D30}" dt="2024-03-04T08:54:34.486" v="36" actId="20577"/>
          <pc:sldLayoutMkLst>
            <pc:docMk/>
            <pc:sldMasterMk cId="3588427678" sldId="2147484229"/>
            <pc:sldLayoutMk cId="925069136" sldId="2147484299"/>
          </pc:sldLayoutMkLst>
        </pc:sldLayoutChg>
      </pc:sldMasterChg>
    </pc:docChg>
  </pc:docChgLst>
  <pc:docChgLst>
    <pc:chgData name="Philippe Beraud" userId="3b1c6667-7fbc-45cf-ac7c-d346ed9edd62" providerId="ADAL" clId="{84B5F856-093C-423C-A092-A5E4B827B97D}"/>
    <pc:docChg chg="modSld">
      <pc:chgData name="Philippe Beraud" userId="3b1c6667-7fbc-45cf-ac7c-d346ed9edd62" providerId="ADAL" clId="{84B5F856-093C-423C-A092-A5E4B827B97D}" dt="2025-03-21T09:39:07.566" v="7" actId="1076"/>
      <pc:docMkLst>
        <pc:docMk/>
      </pc:docMkLst>
      <pc:sldChg chg="modSp mod">
        <pc:chgData name="Philippe Beraud" userId="3b1c6667-7fbc-45cf-ac7c-d346ed9edd62" providerId="ADAL" clId="{84B5F856-093C-423C-A092-A5E4B827B97D}" dt="2025-03-21T09:38:57.848" v="6" actId="20577"/>
        <pc:sldMkLst>
          <pc:docMk/>
          <pc:sldMk cId="186779101" sldId="257"/>
        </pc:sldMkLst>
        <pc:spChg chg="mod">
          <ac:chgData name="Philippe Beraud" userId="3b1c6667-7fbc-45cf-ac7c-d346ed9edd62" providerId="ADAL" clId="{84B5F856-093C-423C-A092-A5E4B827B97D}" dt="2025-03-21T09:38:57.848" v="6" actId="20577"/>
          <ac:spMkLst>
            <pc:docMk/>
            <pc:sldMk cId="186779101" sldId="257"/>
            <ac:spMk id="9" creationId="{B3C90CB1-036D-FD4F-C1B5-F5037E745533}"/>
          </ac:spMkLst>
        </pc:spChg>
      </pc:sldChg>
      <pc:sldChg chg="modSp mod">
        <pc:chgData name="Philippe Beraud" userId="3b1c6667-7fbc-45cf-ac7c-d346ed9edd62" providerId="ADAL" clId="{84B5F856-093C-423C-A092-A5E4B827B97D}" dt="2025-03-21T09:39:07.566" v="7" actId="1076"/>
        <pc:sldMkLst>
          <pc:docMk/>
          <pc:sldMk cId="2378851425" sldId="212325867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0D966C-D373-4EA5-BEAE-89D4F38F98C7}"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GB"/>
        </a:p>
      </dgm:t>
    </dgm:pt>
    <dgm:pt modelId="{91714FBD-2AD1-48F7-8980-389A846BC3C6}">
      <dgm:prSet phldrT="[Text]"/>
      <dgm:spPr/>
      <dgm:t>
        <a:bodyPr/>
        <a:lstStyle/>
        <a:p>
          <a:r>
            <a:rPr lang="en-GB" dirty="0"/>
            <a:t>Credential Types</a:t>
          </a:r>
        </a:p>
      </dgm:t>
    </dgm:pt>
    <dgm:pt modelId="{A5A177F6-D312-4039-979D-4B25FF3A823B}" type="parTrans" cxnId="{8CA64B02-49AB-40A9-AAB4-2505D731618B}">
      <dgm:prSet/>
      <dgm:spPr/>
      <dgm:t>
        <a:bodyPr/>
        <a:lstStyle/>
        <a:p>
          <a:endParaRPr lang="en-GB"/>
        </a:p>
      </dgm:t>
    </dgm:pt>
    <dgm:pt modelId="{E49C0F09-FE7E-441A-BEEA-0E23F8B82521}" type="sibTrans" cxnId="{8CA64B02-49AB-40A9-AAB4-2505D731618B}">
      <dgm:prSet/>
      <dgm:spPr/>
      <dgm:t>
        <a:bodyPr/>
        <a:lstStyle/>
        <a:p>
          <a:endParaRPr lang="en-GB"/>
        </a:p>
      </dgm:t>
    </dgm:pt>
    <dgm:pt modelId="{ED529AA6-804D-489F-AE45-24979CAE8A4C}">
      <dgm:prSet phldrT="[Text]"/>
      <dgm:spPr/>
      <dgm:t>
        <a:bodyPr/>
        <a:lstStyle/>
        <a:p>
          <a:r>
            <a:rPr lang="en-GB" dirty="0"/>
            <a:t>Managed Credentials</a:t>
          </a:r>
        </a:p>
      </dgm:t>
    </dgm:pt>
    <dgm:pt modelId="{660672F9-A952-4922-BD2B-7C32B514FEED}" type="parTrans" cxnId="{00AC95B6-2A98-43F3-9602-A00A97374741}">
      <dgm:prSet/>
      <dgm:spPr/>
      <dgm:t>
        <a:bodyPr/>
        <a:lstStyle/>
        <a:p>
          <a:endParaRPr lang="en-GB"/>
        </a:p>
      </dgm:t>
    </dgm:pt>
    <dgm:pt modelId="{82168895-7ADF-4C21-BF9B-713838C6B4FE}" type="sibTrans" cxnId="{00AC95B6-2A98-43F3-9602-A00A97374741}">
      <dgm:prSet/>
      <dgm:spPr/>
      <dgm:t>
        <a:bodyPr/>
        <a:lstStyle/>
        <a:p>
          <a:endParaRPr lang="en-GB"/>
        </a:p>
      </dgm:t>
    </dgm:pt>
    <dgm:pt modelId="{0102C271-B08D-4BB5-9158-138332DD9141}">
      <dgm:prSet phldrT="[Text]"/>
      <dgm:spPr/>
      <dgm:t>
        <a:bodyPr/>
        <a:lstStyle/>
        <a:p>
          <a:r>
            <a:rPr lang="en-GB" dirty="0"/>
            <a:t>Verified Employee</a:t>
          </a:r>
        </a:p>
      </dgm:t>
    </dgm:pt>
    <dgm:pt modelId="{4DF951C8-D1DC-4499-BFEB-E1AAAF8C5778}" type="parTrans" cxnId="{F463679D-2199-403A-AA02-6A7D14C13A78}">
      <dgm:prSet/>
      <dgm:spPr/>
      <dgm:t>
        <a:bodyPr/>
        <a:lstStyle/>
        <a:p>
          <a:endParaRPr lang="en-GB"/>
        </a:p>
      </dgm:t>
    </dgm:pt>
    <dgm:pt modelId="{E6AB5F73-1F43-46B6-BDC7-BAFFF54A9C83}" type="sibTrans" cxnId="{F463679D-2199-403A-AA02-6A7D14C13A78}">
      <dgm:prSet/>
      <dgm:spPr/>
      <dgm:t>
        <a:bodyPr/>
        <a:lstStyle/>
        <a:p>
          <a:endParaRPr lang="en-GB"/>
        </a:p>
      </dgm:t>
    </dgm:pt>
    <dgm:pt modelId="{12ED6905-89F3-4946-A277-CC1E5DE1BB0B}">
      <dgm:prSet phldrT="[Text]"/>
      <dgm:spPr/>
      <dgm:t>
        <a:bodyPr/>
        <a:lstStyle/>
        <a:p>
          <a:r>
            <a:rPr lang="en-GB" dirty="0"/>
            <a:t>Verified Student</a:t>
          </a:r>
        </a:p>
      </dgm:t>
    </dgm:pt>
    <dgm:pt modelId="{21211B34-71B5-4F0D-815B-228C956D6AD1}" type="parTrans" cxnId="{5B5B947A-F1B7-45A6-A686-CB3B62094CCF}">
      <dgm:prSet/>
      <dgm:spPr/>
      <dgm:t>
        <a:bodyPr/>
        <a:lstStyle/>
        <a:p>
          <a:endParaRPr lang="en-GB"/>
        </a:p>
      </dgm:t>
    </dgm:pt>
    <dgm:pt modelId="{F8730264-FB1B-4614-8D9A-68B28F496372}" type="sibTrans" cxnId="{5B5B947A-F1B7-45A6-A686-CB3B62094CCF}">
      <dgm:prSet/>
      <dgm:spPr/>
      <dgm:t>
        <a:bodyPr/>
        <a:lstStyle/>
        <a:p>
          <a:endParaRPr lang="en-GB"/>
        </a:p>
      </dgm:t>
    </dgm:pt>
    <dgm:pt modelId="{6C0C30D5-7278-482B-8A12-F1862E5CD3D4}">
      <dgm:prSet phldrT="[Text]"/>
      <dgm:spPr/>
      <dgm:t>
        <a:bodyPr/>
        <a:lstStyle/>
        <a:p>
          <a:r>
            <a:rPr lang="en-GB" dirty="0"/>
            <a:t>Custom Credentials</a:t>
          </a:r>
        </a:p>
      </dgm:t>
    </dgm:pt>
    <dgm:pt modelId="{22394C1E-B22B-4E77-8059-3BA12CCECCC2}" type="parTrans" cxnId="{B5B973DD-F3E6-4C7E-8E7E-F5C49D062B43}">
      <dgm:prSet/>
      <dgm:spPr/>
      <dgm:t>
        <a:bodyPr/>
        <a:lstStyle/>
        <a:p>
          <a:endParaRPr lang="en-GB"/>
        </a:p>
      </dgm:t>
    </dgm:pt>
    <dgm:pt modelId="{033066C2-A5F1-49BC-88FF-65C4B22B4315}" type="sibTrans" cxnId="{B5B973DD-F3E6-4C7E-8E7E-F5C49D062B43}">
      <dgm:prSet/>
      <dgm:spPr/>
      <dgm:t>
        <a:bodyPr/>
        <a:lstStyle/>
        <a:p>
          <a:endParaRPr lang="en-GB"/>
        </a:p>
      </dgm:t>
    </dgm:pt>
    <dgm:pt modelId="{8EB1F5DB-3C06-4457-A329-7A82D9964621}">
      <dgm:prSet phldrT="[Text]"/>
      <dgm:spPr/>
      <dgm:t>
        <a:bodyPr/>
        <a:lstStyle/>
        <a:p>
          <a:r>
            <a:rPr lang="en-GB" dirty="0" err="1"/>
            <a:t>Idtoken</a:t>
          </a:r>
          <a:endParaRPr lang="en-GB" dirty="0"/>
        </a:p>
      </dgm:t>
    </dgm:pt>
    <dgm:pt modelId="{5C10ECDF-9EBA-4AED-A8EF-925A8192D40A}" type="parTrans" cxnId="{3CEC6BFE-1712-4CDF-93D9-3FAC9C81113A}">
      <dgm:prSet/>
      <dgm:spPr/>
      <dgm:t>
        <a:bodyPr/>
        <a:lstStyle/>
        <a:p>
          <a:endParaRPr lang="en-GB"/>
        </a:p>
      </dgm:t>
    </dgm:pt>
    <dgm:pt modelId="{2993393C-78CD-4DB6-A40D-A2FF8CEA1C16}" type="sibTrans" cxnId="{3CEC6BFE-1712-4CDF-93D9-3FAC9C81113A}">
      <dgm:prSet/>
      <dgm:spPr/>
      <dgm:t>
        <a:bodyPr/>
        <a:lstStyle/>
        <a:p>
          <a:endParaRPr lang="en-GB"/>
        </a:p>
      </dgm:t>
    </dgm:pt>
    <dgm:pt modelId="{C4E34F6A-3125-4C57-AF54-FAA72597EEF2}">
      <dgm:prSet phldrT="[Text]"/>
      <dgm:spPr/>
      <dgm:t>
        <a:bodyPr/>
        <a:lstStyle/>
        <a:p>
          <a:r>
            <a:rPr lang="en-GB" dirty="0"/>
            <a:t>Verified Teacher</a:t>
          </a:r>
        </a:p>
      </dgm:t>
    </dgm:pt>
    <dgm:pt modelId="{7B7B163F-9634-4123-A602-C03EF22F7AC7}" type="parTrans" cxnId="{38F89A9C-2921-4B42-828C-908C35EA076A}">
      <dgm:prSet/>
      <dgm:spPr/>
      <dgm:t>
        <a:bodyPr/>
        <a:lstStyle/>
        <a:p>
          <a:endParaRPr lang="en-GB"/>
        </a:p>
      </dgm:t>
    </dgm:pt>
    <dgm:pt modelId="{EF34BD8E-6B79-448A-A474-1809A5C92DAD}" type="sibTrans" cxnId="{38F89A9C-2921-4B42-828C-908C35EA076A}">
      <dgm:prSet/>
      <dgm:spPr/>
      <dgm:t>
        <a:bodyPr/>
        <a:lstStyle/>
        <a:p>
          <a:endParaRPr lang="en-GB"/>
        </a:p>
      </dgm:t>
    </dgm:pt>
    <dgm:pt modelId="{75676089-050C-4BE2-B710-FA514B29809F}">
      <dgm:prSet phldrT="[Text]"/>
      <dgm:spPr/>
      <dgm:t>
        <a:bodyPr/>
        <a:lstStyle/>
        <a:p>
          <a:r>
            <a:rPr lang="en-GB" dirty="0" err="1"/>
            <a:t>Idtoken_hint</a:t>
          </a:r>
          <a:endParaRPr lang="en-GB" dirty="0"/>
        </a:p>
      </dgm:t>
    </dgm:pt>
    <dgm:pt modelId="{1AC07A69-B37F-468B-9865-37E8D576FB3F}" type="parTrans" cxnId="{6CC48F46-4ECB-435C-88BC-1EB7D9C101D7}">
      <dgm:prSet/>
      <dgm:spPr/>
      <dgm:t>
        <a:bodyPr/>
        <a:lstStyle/>
        <a:p>
          <a:endParaRPr lang="en-GB"/>
        </a:p>
      </dgm:t>
    </dgm:pt>
    <dgm:pt modelId="{C03AF067-4C69-487C-84A7-FFFA64CBD8FD}" type="sibTrans" cxnId="{6CC48F46-4ECB-435C-88BC-1EB7D9C101D7}">
      <dgm:prSet/>
      <dgm:spPr/>
      <dgm:t>
        <a:bodyPr/>
        <a:lstStyle/>
        <a:p>
          <a:endParaRPr lang="en-GB"/>
        </a:p>
      </dgm:t>
    </dgm:pt>
    <dgm:pt modelId="{48F0E57C-557C-481C-BF2D-22E13FA958E3}">
      <dgm:prSet phldrT="[Text]"/>
      <dgm:spPr/>
      <dgm:t>
        <a:bodyPr/>
        <a:lstStyle/>
        <a:p>
          <a:r>
            <a:rPr lang="en-GB" dirty="0"/>
            <a:t>Self Attested</a:t>
          </a:r>
        </a:p>
      </dgm:t>
    </dgm:pt>
    <dgm:pt modelId="{D2B4A76A-990E-47B6-BB86-CE27E7AABFD8}" type="parTrans" cxnId="{FEDE71DA-91CF-49EF-A4D4-8D6CD42C0D5C}">
      <dgm:prSet/>
      <dgm:spPr/>
      <dgm:t>
        <a:bodyPr/>
        <a:lstStyle/>
        <a:p>
          <a:endParaRPr lang="en-GB"/>
        </a:p>
      </dgm:t>
    </dgm:pt>
    <dgm:pt modelId="{1E5DD560-AB27-40A2-9B74-3682B9929CE2}" type="sibTrans" cxnId="{FEDE71DA-91CF-49EF-A4D4-8D6CD42C0D5C}">
      <dgm:prSet/>
      <dgm:spPr/>
      <dgm:t>
        <a:bodyPr/>
        <a:lstStyle/>
        <a:p>
          <a:endParaRPr lang="en-GB"/>
        </a:p>
      </dgm:t>
    </dgm:pt>
    <dgm:pt modelId="{7559DA8D-D9E9-4C86-8C12-5E8F3BA59B8E}">
      <dgm:prSet phldrT="[Text]"/>
      <dgm:spPr/>
      <dgm:t>
        <a:bodyPr/>
        <a:lstStyle/>
        <a:p>
          <a:r>
            <a:rPr lang="en-GB" dirty="0"/>
            <a:t>Presentation attestation</a:t>
          </a:r>
        </a:p>
      </dgm:t>
    </dgm:pt>
    <dgm:pt modelId="{521D4CD0-B2D6-4CFB-91E8-3E87D158CF8E}" type="parTrans" cxnId="{11F13C83-96F3-44F8-87C8-0EAF7FE537B6}">
      <dgm:prSet/>
      <dgm:spPr/>
      <dgm:t>
        <a:bodyPr/>
        <a:lstStyle/>
        <a:p>
          <a:endParaRPr lang="en-GB"/>
        </a:p>
      </dgm:t>
    </dgm:pt>
    <dgm:pt modelId="{CF8ED9ED-BAC5-42FF-B661-7602AEF8FD07}" type="sibTrans" cxnId="{11F13C83-96F3-44F8-87C8-0EAF7FE537B6}">
      <dgm:prSet/>
      <dgm:spPr/>
      <dgm:t>
        <a:bodyPr/>
        <a:lstStyle/>
        <a:p>
          <a:endParaRPr lang="en-GB"/>
        </a:p>
      </dgm:t>
    </dgm:pt>
    <dgm:pt modelId="{C97C200B-0F55-45C8-8013-0CD191F3185E}">
      <dgm:prSet phldrT="[Text]"/>
      <dgm:spPr/>
      <dgm:t>
        <a:bodyPr/>
        <a:lstStyle/>
        <a:p>
          <a:r>
            <a:rPr lang="en-GB" dirty="0"/>
            <a:t>Multiple attestations</a:t>
          </a:r>
        </a:p>
      </dgm:t>
    </dgm:pt>
    <dgm:pt modelId="{EB0CDBE3-6EC0-4542-A542-422C0CF22DB3}" type="parTrans" cxnId="{17EA707F-B339-49A8-800A-4471FF4B1CAE}">
      <dgm:prSet/>
      <dgm:spPr/>
      <dgm:t>
        <a:bodyPr/>
        <a:lstStyle/>
        <a:p>
          <a:endParaRPr lang="en-GB"/>
        </a:p>
      </dgm:t>
    </dgm:pt>
    <dgm:pt modelId="{78919A0D-B945-49C1-81AF-6195C52A5BC0}" type="sibTrans" cxnId="{17EA707F-B339-49A8-800A-4471FF4B1CAE}">
      <dgm:prSet/>
      <dgm:spPr/>
      <dgm:t>
        <a:bodyPr/>
        <a:lstStyle/>
        <a:p>
          <a:endParaRPr lang="en-GB"/>
        </a:p>
      </dgm:t>
    </dgm:pt>
    <dgm:pt modelId="{C374D174-884B-46C0-8C32-7BEF9C9CF853}" type="pres">
      <dgm:prSet presAssocID="{A70D966C-D373-4EA5-BEAE-89D4F38F98C7}" presName="mainComposite" presStyleCnt="0">
        <dgm:presLayoutVars>
          <dgm:chPref val="1"/>
          <dgm:dir/>
          <dgm:animOne val="branch"/>
          <dgm:animLvl val="lvl"/>
          <dgm:resizeHandles val="exact"/>
        </dgm:presLayoutVars>
      </dgm:prSet>
      <dgm:spPr/>
    </dgm:pt>
    <dgm:pt modelId="{45EB2018-A9FE-4D23-A677-942285240091}" type="pres">
      <dgm:prSet presAssocID="{A70D966C-D373-4EA5-BEAE-89D4F38F98C7}" presName="hierFlow" presStyleCnt="0"/>
      <dgm:spPr/>
    </dgm:pt>
    <dgm:pt modelId="{7783E4ED-A582-454D-8DAC-9BAE59039032}" type="pres">
      <dgm:prSet presAssocID="{A70D966C-D373-4EA5-BEAE-89D4F38F98C7}" presName="hierChild1" presStyleCnt="0">
        <dgm:presLayoutVars>
          <dgm:chPref val="1"/>
          <dgm:animOne val="branch"/>
          <dgm:animLvl val="lvl"/>
        </dgm:presLayoutVars>
      </dgm:prSet>
      <dgm:spPr/>
    </dgm:pt>
    <dgm:pt modelId="{34288F42-B4A7-403F-859F-82478214424A}" type="pres">
      <dgm:prSet presAssocID="{91714FBD-2AD1-48F7-8980-389A846BC3C6}" presName="Name14" presStyleCnt="0"/>
      <dgm:spPr/>
    </dgm:pt>
    <dgm:pt modelId="{0F8B8D94-59CC-450E-94A3-5E68B81DA509}" type="pres">
      <dgm:prSet presAssocID="{91714FBD-2AD1-48F7-8980-389A846BC3C6}" presName="level1Shape" presStyleLbl="node0" presStyleIdx="0" presStyleCnt="1">
        <dgm:presLayoutVars>
          <dgm:chPref val="3"/>
        </dgm:presLayoutVars>
      </dgm:prSet>
      <dgm:spPr/>
    </dgm:pt>
    <dgm:pt modelId="{80E65FA9-A1B0-42D1-AC6C-CB4C7B25F07D}" type="pres">
      <dgm:prSet presAssocID="{91714FBD-2AD1-48F7-8980-389A846BC3C6}" presName="hierChild2" presStyleCnt="0"/>
      <dgm:spPr/>
    </dgm:pt>
    <dgm:pt modelId="{EF48344D-C362-4096-B1BC-38EA90EFF797}" type="pres">
      <dgm:prSet presAssocID="{660672F9-A952-4922-BD2B-7C32B514FEED}" presName="Name19" presStyleLbl="parChTrans1D2" presStyleIdx="0" presStyleCnt="2"/>
      <dgm:spPr/>
    </dgm:pt>
    <dgm:pt modelId="{4B58DA30-6A8E-4C17-85C2-4A33CB9D24AC}" type="pres">
      <dgm:prSet presAssocID="{ED529AA6-804D-489F-AE45-24979CAE8A4C}" presName="Name21" presStyleCnt="0"/>
      <dgm:spPr/>
    </dgm:pt>
    <dgm:pt modelId="{780FDF4B-AD12-4805-B96F-61B70077663B}" type="pres">
      <dgm:prSet presAssocID="{ED529AA6-804D-489F-AE45-24979CAE8A4C}" presName="level2Shape" presStyleLbl="node2" presStyleIdx="0" presStyleCnt="2"/>
      <dgm:spPr/>
    </dgm:pt>
    <dgm:pt modelId="{2693D8E3-D6C7-41A2-ACE6-6A6F276A4916}" type="pres">
      <dgm:prSet presAssocID="{ED529AA6-804D-489F-AE45-24979CAE8A4C}" presName="hierChild3" presStyleCnt="0"/>
      <dgm:spPr/>
    </dgm:pt>
    <dgm:pt modelId="{A0EFAB18-0E61-49B8-8A45-0599141D18A9}" type="pres">
      <dgm:prSet presAssocID="{4DF951C8-D1DC-4499-BFEB-E1AAAF8C5778}" presName="Name19" presStyleLbl="parChTrans1D3" presStyleIdx="0" presStyleCnt="8"/>
      <dgm:spPr/>
    </dgm:pt>
    <dgm:pt modelId="{6B4BB646-B241-4EFA-9BE1-524156C728A4}" type="pres">
      <dgm:prSet presAssocID="{0102C271-B08D-4BB5-9158-138332DD9141}" presName="Name21" presStyleCnt="0"/>
      <dgm:spPr/>
    </dgm:pt>
    <dgm:pt modelId="{DDED0B51-EC62-4CF0-A25D-0B2333F33632}" type="pres">
      <dgm:prSet presAssocID="{0102C271-B08D-4BB5-9158-138332DD9141}" presName="level2Shape" presStyleLbl="node3" presStyleIdx="0" presStyleCnt="8"/>
      <dgm:spPr/>
    </dgm:pt>
    <dgm:pt modelId="{1F35844D-B845-4023-B055-0AA22309447E}" type="pres">
      <dgm:prSet presAssocID="{0102C271-B08D-4BB5-9158-138332DD9141}" presName="hierChild3" presStyleCnt="0"/>
      <dgm:spPr/>
    </dgm:pt>
    <dgm:pt modelId="{84F62AB7-1027-4EC8-8BEC-52F8BD517B95}" type="pres">
      <dgm:prSet presAssocID="{21211B34-71B5-4F0D-815B-228C956D6AD1}" presName="Name19" presStyleLbl="parChTrans1D3" presStyleIdx="1" presStyleCnt="8"/>
      <dgm:spPr/>
    </dgm:pt>
    <dgm:pt modelId="{3DE0C9CD-FEC9-471C-8977-32AC885EA6B3}" type="pres">
      <dgm:prSet presAssocID="{12ED6905-89F3-4946-A277-CC1E5DE1BB0B}" presName="Name21" presStyleCnt="0"/>
      <dgm:spPr/>
    </dgm:pt>
    <dgm:pt modelId="{7D8A92DD-1451-4BDA-92BE-963B7C051590}" type="pres">
      <dgm:prSet presAssocID="{12ED6905-89F3-4946-A277-CC1E5DE1BB0B}" presName="level2Shape" presStyleLbl="node3" presStyleIdx="1" presStyleCnt="8"/>
      <dgm:spPr/>
    </dgm:pt>
    <dgm:pt modelId="{93B74EB0-7422-470D-A1D5-01FECE5B3B61}" type="pres">
      <dgm:prSet presAssocID="{12ED6905-89F3-4946-A277-CC1E5DE1BB0B}" presName="hierChild3" presStyleCnt="0"/>
      <dgm:spPr/>
    </dgm:pt>
    <dgm:pt modelId="{DF84EE5F-0A67-48DE-92C8-CE146B153580}" type="pres">
      <dgm:prSet presAssocID="{7B7B163F-9634-4123-A602-C03EF22F7AC7}" presName="Name19" presStyleLbl="parChTrans1D3" presStyleIdx="2" presStyleCnt="8"/>
      <dgm:spPr/>
    </dgm:pt>
    <dgm:pt modelId="{B8C93C3B-1FF3-4797-86CA-801F3839ACCE}" type="pres">
      <dgm:prSet presAssocID="{C4E34F6A-3125-4C57-AF54-FAA72597EEF2}" presName="Name21" presStyleCnt="0"/>
      <dgm:spPr/>
    </dgm:pt>
    <dgm:pt modelId="{CE17B014-7023-4008-ADDD-0E4496C12DB9}" type="pres">
      <dgm:prSet presAssocID="{C4E34F6A-3125-4C57-AF54-FAA72597EEF2}" presName="level2Shape" presStyleLbl="node3" presStyleIdx="2" presStyleCnt="8"/>
      <dgm:spPr/>
    </dgm:pt>
    <dgm:pt modelId="{497B821F-5455-4CDB-A2DC-B508598BE586}" type="pres">
      <dgm:prSet presAssocID="{C4E34F6A-3125-4C57-AF54-FAA72597EEF2}" presName="hierChild3" presStyleCnt="0"/>
      <dgm:spPr/>
    </dgm:pt>
    <dgm:pt modelId="{355BFD30-352C-4E17-B1E5-A4F1B5E9D70A}" type="pres">
      <dgm:prSet presAssocID="{22394C1E-B22B-4E77-8059-3BA12CCECCC2}" presName="Name19" presStyleLbl="parChTrans1D2" presStyleIdx="1" presStyleCnt="2"/>
      <dgm:spPr/>
    </dgm:pt>
    <dgm:pt modelId="{A50E8AAF-C63D-4E49-8CD2-6845E1F62D1C}" type="pres">
      <dgm:prSet presAssocID="{6C0C30D5-7278-482B-8A12-F1862E5CD3D4}" presName="Name21" presStyleCnt="0"/>
      <dgm:spPr/>
    </dgm:pt>
    <dgm:pt modelId="{2A478A22-17F4-4611-B983-A6D1881432C3}" type="pres">
      <dgm:prSet presAssocID="{6C0C30D5-7278-482B-8A12-F1862E5CD3D4}" presName="level2Shape" presStyleLbl="node2" presStyleIdx="1" presStyleCnt="2"/>
      <dgm:spPr/>
    </dgm:pt>
    <dgm:pt modelId="{30039E0B-7415-4A2A-956F-69A651869BCC}" type="pres">
      <dgm:prSet presAssocID="{6C0C30D5-7278-482B-8A12-F1862E5CD3D4}" presName="hierChild3" presStyleCnt="0"/>
      <dgm:spPr/>
    </dgm:pt>
    <dgm:pt modelId="{38589DF6-22FC-47FF-9B5D-0B499909A7F2}" type="pres">
      <dgm:prSet presAssocID="{5C10ECDF-9EBA-4AED-A8EF-925A8192D40A}" presName="Name19" presStyleLbl="parChTrans1D3" presStyleIdx="3" presStyleCnt="8"/>
      <dgm:spPr/>
    </dgm:pt>
    <dgm:pt modelId="{FE0432B1-3251-4C56-B0AC-8D6762607FAF}" type="pres">
      <dgm:prSet presAssocID="{8EB1F5DB-3C06-4457-A329-7A82D9964621}" presName="Name21" presStyleCnt="0"/>
      <dgm:spPr/>
    </dgm:pt>
    <dgm:pt modelId="{8AF7EC2D-3BE3-4726-A781-01C5687B4CC5}" type="pres">
      <dgm:prSet presAssocID="{8EB1F5DB-3C06-4457-A329-7A82D9964621}" presName="level2Shape" presStyleLbl="node3" presStyleIdx="3" presStyleCnt="8"/>
      <dgm:spPr/>
    </dgm:pt>
    <dgm:pt modelId="{D89737F8-4F79-4908-AAA4-3BA915D77B5C}" type="pres">
      <dgm:prSet presAssocID="{8EB1F5DB-3C06-4457-A329-7A82D9964621}" presName="hierChild3" presStyleCnt="0"/>
      <dgm:spPr/>
    </dgm:pt>
    <dgm:pt modelId="{6FEA6553-B706-49BC-9D69-9B962257BCA1}" type="pres">
      <dgm:prSet presAssocID="{1AC07A69-B37F-468B-9865-37E8D576FB3F}" presName="Name19" presStyleLbl="parChTrans1D3" presStyleIdx="4" presStyleCnt="8"/>
      <dgm:spPr/>
    </dgm:pt>
    <dgm:pt modelId="{767FA667-5A2D-4094-8B03-FCBBF8B63B5C}" type="pres">
      <dgm:prSet presAssocID="{75676089-050C-4BE2-B710-FA514B29809F}" presName="Name21" presStyleCnt="0"/>
      <dgm:spPr/>
    </dgm:pt>
    <dgm:pt modelId="{76340431-1D66-4DB3-B190-65545681BEF9}" type="pres">
      <dgm:prSet presAssocID="{75676089-050C-4BE2-B710-FA514B29809F}" presName="level2Shape" presStyleLbl="node3" presStyleIdx="4" presStyleCnt="8"/>
      <dgm:spPr/>
    </dgm:pt>
    <dgm:pt modelId="{42D7DC70-EF94-4B81-8178-5FD47E7066CF}" type="pres">
      <dgm:prSet presAssocID="{75676089-050C-4BE2-B710-FA514B29809F}" presName="hierChild3" presStyleCnt="0"/>
      <dgm:spPr/>
    </dgm:pt>
    <dgm:pt modelId="{35F19F0D-0BBD-4064-BFBD-BB4979275DCC}" type="pres">
      <dgm:prSet presAssocID="{D2B4A76A-990E-47B6-BB86-CE27E7AABFD8}" presName="Name19" presStyleLbl="parChTrans1D3" presStyleIdx="5" presStyleCnt="8"/>
      <dgm:spPr/>
    </dgm:pt>
    <dgm:pt modelId="{8350BE6D-A2CB-460E-B75B-9E20E6DE6759}" type="pres">
      <dgm:prSet presAssocID="{48F0E57C-557C-481C-BF2D-22E13FA958E3}" presName="Name21" presStyleCnt="0"/>
      <dgm:spPr/>
    </dgm:pt>
    <dgm:pt modelId="{CDAC6060-AC80-430B-A51E-A2BF3093685C}" type="pres">
      <dgm:prSet presAssocID="{48F0E57C-557C-481C-BF2D-22E13FA958E3}" presName="level2Shape" presStyleLbl="node3" presStyleIdx="5" presStyleCnt="8"/>
      <dgm:spPr/>
    </dgm:pt>
    <dgm:pt modelId="{27909596-5521-45A5-BF18-00DCCDCC743B}" type="pres">
      <dgm:prSet presAssocID="{48F0E57C-557C-481C-BF2D-22E13FA958E3}" presName="hierChild3" presStyleCnt="0"/>
      <dgm:spPr/>
    </dgm:pt>
    <dgm:pt modelId="{29B523BE-524E-415B-B742-6D174C9CEE3D}" type="pres">
      <dgm:prSet presAssocID="{521D4CD0-B2D6-4CFB-91E8-3E87D158CF8E}" presName="Name19" presStyleLbl="parChTrans1D3" presStyleIdx="6" presStyleCnt="8"/>
      <dgm:spPr/>
    </dgm:pt>
    <dgm:pt modelId="{203886BC-D662-400B-8895-0D69E38D7FAE}" type="pres">
      <dgm:prSet presAssocID="{7559DA8D-D9E9-4C86-8C12-5E8F3BA59B8E}" presName="Name21" presStyleCnt="0"/>
      <dgm:spPr/>
    </dgm:pt>
    <dgm:pt modelId="{3155EB65-D76B-4825-BAC3-DFDCC0CDF96E}" type="pres">
      <dgm:prSet presAssocID="{7559DA8D-D9E9-4C86-8C12-5E8F3BA59B8E}" presName="level2Shape" presStyleLbl="node3" presStyleIdx="6" presStyleCnt="8"/>
      <dgm:spPr/>
    </dgm:pt>
    <dgm:pt modelId="{7D7C884F-728D-4ECD-9AB0-667BBF0D91E8}" type="pres">
      <dgm:prSet presAssocID="{7559DA8D-D9E9-4C86-8C12-5E8F3BA59B8E}" presName="hierChild3" presStyleCnt="0"/>
      <dgm:spPr/>
    </dgm:pt>
    <dgm:pt modelId="{1C272D70-DB5B-447A-86FC-758375D789EA}" type="pres">
      <dgm:prSet presAssocID="{EB0CDBE3-6EC0-4542-A542-422C0CF22DB3}" presName="Name19" presStyleLbl="parChTrans1D3" presStyleIdx="7" presStyleCnt="8"/>
      <dgm:spPr/>
    </dgm:pt>
    <dgm:pt modelId="{8D3B5B8D-E501-4041-9629-6604643D0637}" type="pres">
      <dgm:prSet presAssocID="{C97C200B-0F55-45C8-8013-0CD191F3185E}" presName="Name21" presStyleCnt="0"/>
      <dgm:spPr/>
    </dgm:pt>
    <dgm:pt modelId="{30A62FAC-3DC7-4456-9D2D-7A793693E17E}" type="pres">
      <dgm:prSet presAssocID="{C97C200B-0F55-45C8-8013-0CD191F3185E}" presName="level2Shape" presStyleLbl="node3" presStyleIdx="7" presStyleCnt="8"/>
      <dgm:spPr/>
    </dgm:pt>
    <dgm:pt modelId="{CF396E37-C177-4E32-9B46-8ED079848FD3}" type="pres">
      <dgm:prSet presAssocID="{C97C200B-0F55-45C8-8013-0CD191F3185E}" presName="hierChild3" presStyleCnt="0"/>
      <dgm:spPr/>
    </dgm:pt>
    <dgm:pt modelId="{FCDF953C-7310-47A6-8764-199411917346}" type="pres">
      <dgm:prSet presAssocID="{A70D966C-D373-4EA5-BEAE-89D4F38F98C7}" presName="bgShapesFlow" presStyleCnt="0"/>
      <dgm:spPr/>
    </dgm:pt>
  </dgm:ptLst>
  <dgm:cxnLst>
    <dgm:cxn modelId="{8CA64B02-49AB-40A9-AAB4-2505D731618B}" srcId="{A70D966C-D373-4EA5-BEAE-89D4F38F98C7}" destId="{91714FBD-2AD1-48F7-8980-389A846BC3C6}" srcOrd="0" destOrd="0" parTransId="{A5A177F6-D312-4039-979D-4B25FF3A823B}" sibTransId="{E49C0F09-FE7E-441A-BEEA-0E23F8B82521}"/>
    <dgm:cxn modelId="{B3374918-94A3-4BE8-B28F-08685127C494}" type="presOf" srcId="{4DF951C8-D1DC-4499-BFEB-E1AAAF8C5778}" destId="{A0EFAB18-0E61-49B8-8A45-0599141D18A9}" srcOrd="0" destOrd="0" presId="urn:microsoft.com/office/officeart/2005/8/layout/hierarchy6"/>
    <dgm:cxn modelId="{0E55471C-F77E-4CB3-AEB9-B96518A752D1}" type="presOf" srcId="{91714FBD-2AD1-48F7-8980-389A846BC3C6}" destId="{0F8B8D94-59CC-450E-94A3-5E68B81DA509}" srcOrd="0" destOrd="0" presId="urn:microsoft.com/office/officeart/2005/8/layout/hierarchy6"/>
    <dgm:cxn modelId="{2765F61C-D029-41B3-8889-7817452D3E8A}" type="presOf" srcId="{6C0C30D5-7278-482B-8A12-F1862E5CD3D4}" destId="{2A478A22-17F4-4611-B983-A6D1881432C3}" srcOrd="0" destOrd="0" presId="urn:microsoft.com/office/officeart/2005/8/layout/hierarchy6"/>
    <dgm:cxn modelId="{B0FA5020-C7D4-4A1E-B7C7-7ED42376F64A}" type="presOf" srcId="{22394C1E-B22B-4E77-8059-3BA12CCECCC2}" destId="{355BFD30-352C-4E17-B1E5-A4F1B5E9D70A}" srcOrd="0" destOrd="0" presId="urn:microsoft.com/office/officeart/2005/8/layout/hierarchy6"/>
    <dgm:cxn modelId="{8A88162C-D78B-4669-A384-44183D15A575}" type="presOf" srcId="{C97C200B-0F55-45C8-8013-0CD191F3185E}" destId="{30A62FAC-3DC7-4456-9D2D-7A793693E17E}" srcOrd="0" destOrd="0" presId="urn:microsoft.com/office/officeart/2005/8/layout/hierarchy6"/>
    <dgm:cxn modelId="{D9F85F2C-9DB6-4A4E-9621-C21AC9D21242}" type="presOf" srcId="{12ED6905-89F3-4946-A277-CC1E5DE1BB0B}" destId="{7D8A92DD-1451-4BDA-92BE-963B7C051590}" srcOrd="0" destOrd="0" presId="urn:microsoft.com/office/officeart/2005/8/layout/hierarchy6"/>
    <dgm:cxn modelId="{98459238-5925-408C-90D9-22856D1A470D}" type="presOf" srcId="{D2B4A76A-990E-47B6-BB86-CE27E7AABFD8}" destId="{35F19F0D-0BBD-4064-BFBD-BB4979275DCC}" srcOrd="0" destOrd="0" presId="urn:microsoft.com/office/officeart/2005/8/layout/hierarchy6"/>
    <dgm:cxn modelId="{6CC48F46-4ECB-435C-88BC-1EB7D9C101D7}" srcId="{6C0C30D5-7278-482B-8A12-F1862E5CD3D4}" destId="{75676089-050C-4BE2-B710-FA514B29809F}" srcOrd="1" destOrd="0" parTransId="{1AC07A69-B37F-468B-9865-37E8D576FB3F}" sibTransId="{C03AF067-4C69-487C-84A7-FFFA64CBD8FD}"/>
    <dgm:cxn modelId="{88C9C050-65EE-4A62-9E8A-80FE17A53C31}" type="presOf" srcId="{8EB1F5DB-3C06-4457-A329-7A82D9964621}" destId="{8AF7EC2D-3BE3-4726-A781-01C5687B4CC5}" srcOrd="0" destOrd="0" presId="urn:microsoft.com/office/officeart/2005/8/layout/hierarchy6"/>
    <dgm:cxn modelId="{5B5B947A-F1B7-45A6-A686-CB3B62094CCF}" srcId="{ED529AA6-804D-489F-AE45-24979CAE8A4C}" destId="{12ED6905-89F3-4946-A277-CC1E5DE1BB0B}" srcOrd="1" destOrd="0" parTransId="{21211B34-71B5-4F0D-815B-228C956D6AD1}" sibTransId="{F8730264-FB1B-4614-8D9A-68B28F496372}"/>
    <dgm:cxn modelId="{42C5CD7E-3350-4411-9CE5-1DD73157FA0D}" type="presOf" srcId="{21211B34-71B5-4F0D-815B-228C956D6AD1}" destId="{84F62AB7-1027-4EC8-8BEC-52F8BD517B95}" srcOrd="0" destOrd="0" presId="urn:microsoft.com/office/officeart/2005/8/layout/hierarchy6"/>
    <dgm:cxn modelId="{17EA707F-B339-49A8-800A-4471FF4B1CAE}" srcId="{6C0C30D5-7278-482B-8A12-F1862E5CD3D4}" destId="{C97C200B-0F55-45C8-8013-0CD191F3185E}" srcOrd="4" destOrd="0" parTransId="{EB0CDBE3-6EC0-4542-A542-422C0CF22DB3}" sibTransId="{78919A0D-B945-49C1-81AF-6195C52A5BC0}"/>
    <dgm:cxn modelId="{5A340380-26C6-4948-A4FA-F40730A22378}" type="presOf" srcId="{ED529AA6-804D-489F-AE45-24979CAE8A4C}" destId="{780FDF4B-AD12-4805-B96F-61B70077663B}" srcOrd="0" destOrd="0" presId="urn:microsoft.com/office/officeart/2005/8/layout/hierarchy6"/>
    <dgm:cxn modelId="{747E4881-8CF7-45F1-B09D-CA137FE7D491}" type="presOf" srcId="{EB0CDBE3-6EC0-4542-A542-422C0CF22DB3}" destId="{1C272D70-DB5B-447A-86FC-758375D789EA}" srcOrd="0" destOrd="0" presId="urn:microsoft.com/office/officeart/2005/8/layout/hierarchy6"/>
    <dgm:cxn modelId="{11F13C83-96F3-44F8-87C8-0EAF7FE537B6}" srcId="{6C0C30D5-7278-482B-8A12-F1862E5CD3D4}" destId="{7559DA8D-D9E9-4C86-8C12-5E8F3BA59B8E}" srcOrd="3" destOrd="0" parTransId="{521D4CD0-B2D6-4CFB-91E8-3E87D158CF8E}" sibTransId="{CF8ED9ED-BAC5-42FF-B661-7602AEF8FD07}"/>
    <dgm:cxn modelId="{9E37448B-8CC7-499D-82E7-C0170F62FA4B}" type="presOf" srcId="{0102C271-B08D-4BB5-9158-138332DD9141}" destId="{DDED0B51-EC62-4CF0-A25D-0B2333F33632}" srcOrd="0" destOrd="0" presId="urn:microsoft.com/office/officeart/2005/8/layout/hierarchy6"/>
    <dgm:cxn modelId="{38F89A9C-2921-4B42-828C-908C35EA076A}" srcId="{ED529AA6-804D-489F-AE45-24979CAE8A4C}" destId="{C4E34F6A-3125-4C57-AF54-FAA72597EEF2}" srcOrd="2" destOrd="0" parTransId="{7B7B163F-9634-4123-A602-C03EF22F7AC7}" sibTransId="{EF34BD8E-6B79-448A-A474-1809A5C92DAD}"/>
    <dgm:cxn modelId="{F463679D-2199-403A-AA02-6A7D14C13A78}" srcId="{ED529AA6-804D-489F-AE45-24979CAE8A4C}" destId="{0102C271-B08D-4BB5-9158-138332DD9141}" srcOrd="0" destOrd="0" parTransId="{4DF951C8-D1DC-4499-BFEB-E1AAAF8C5778}" sibTransId="{E6AB5F73-1F43-46B6-BDC7-BAFFF54A9C83}"/>
    <dgm:cxn modelId="{CD0FACA3-B42F-4138-9D60-A52A66D9A629}" type="presOf" srcId="{1AC07A69-B37F-468B-9865-37E8D576FB3F}" destId="{6FEA6553-B706-49BC-9D69-9B962257BCA1}" srcOrd="0" destOrd="0" presId="urn:microsoft.com/office/officeart/2005/8/layout/hierarchy6"/>
    <dgm:cxn modelId="{5D6A54A4-6245-42C9-9187-427A3A8E069D}" type="presOf" srcId="{5C10ECDF-9EBA-4AED-A8EF-925A8192D40A}" destId="{38589DF6-22FC-47FF-9B5D-0B499909A7F2}" srcOrd="0" destOrd="0" presId="urn:microsoft.com/office/officeart/2005/8/layout/hierarchy6"/>
    <dgm:cxn modelId="{6EF1DDAB-8AF6-41A6-84BC-BADC794A3E17}" type="presOf" srcId="{660672F9-A952-4922-BD2B-7C32B514FEED}" destId="{EF48344D-C362-4096-B1BC-38EA90EFF797}" srcOrd="0" destOrd="0" presId="urn:microsoft.com/office/officeart/2005/8/layout/hierarchy6"/>
    <dgm:cxn modelId="{4A6855B0-1BF6-438E-81A5-334FE8533B86}" type="presOf" srcId="{75676089-050C-4BE2-B710-FA514B29809F}" destId="{76340431-1D66-4DB3-B190-65545681BEF9}" srcOrd="0" destOrd="0" presId="urn:microsoft.com/office/officeart/2005/8/layout/hierarchy6"/>
    <dgm:cxn modelId="{00AC95B6-2A98-43F3-9602-A00A97374741}" srcId="{91714FBD-2AD1-48F7-8980-389A846BC3C6}" destId="{ED529AA6-804D-489F-AE45-24979CAE8A4C}" srcOrd="0" destOrd="0" parTransId="{660672F9-A952-4922-BD2B-7C32B514FEED}" sibTransId="{82168895-7ADF-4C21-BF9B-713838C6B4FE}"/>
    <dgm:cxn modelId="{FEDE71DA-91CF-49EF-A4D4-8D6CD42C0D5C}" srcId="{6C0C30D5-7278-482B-8A12-F1862E5CD3D4}" destId="{48F0E57C-557C-481C-BF2D-22E13FA958E3}" srcOrd="2" destOrd="0" parTransId="{D2B4A76A-990E-47B6-BB86-CE27E7AABFD8}" sibTransId="{1E5DD560-AB27-40A2-9B74-3682B9929CE2}"/>
    <dgm:cxn modelId="{B5B973DD-F3E6-4C7E-8E7E-F5C49D062B43}" srcId="{91714FBD-2AD1-48F7-8980-389A846BC3C6}" destId="{6C0C30D5-7278-482B-8A12-F1862E5CD3D4}" srcOrd="1" destOrd="0" parTransId="{22394C1E-B22B-4E77-8059-3BA12CCECCC2}" sibTransId="{033066C2-A5F1-49BC-88FF-65C4B22B4315}"/>
    <dgm:cxn modelId="{AC3F1BE4-84B9-4AA4-9985-B2A4C343A697}" type="presOf" srcId="{48F0E57C-557C-481C-BF2D-22E13FA958E3}" destId="{CDAC6060-AC80-430B-A51E-A2BF3093685C}" srcOrd="0" destOrd="0" presId="urn:microsoft.com/office/officeart/2005/8/layout/hierarchy6"/>
    <dgm:cxn modelId="{B2189AE9-2AE0-42F2-93E5-0ABB528DCADE}" type="presOf" srcId="{7B7B163F-9634-4123-A602-C03EF22F7AC7}" destId="{DF84EE5F-0A67-48DE-92C8-CE146B153580}" srcOrd="0" destOrd="0" presId="urn:microsoft.com/office/officeart/2005/8/layout/hierarchy6"/>
    <dgm:cxn modelId="{5D4C74EB-F009-4B3E-976A-E492DBF7CEF6}" type="presOf" srcId="{C4E34F6A-3125-4C57-AF54-FAA72597EEF2}" destId="{CE17B014-7023-4008-ADDD-0E4496C12DB9}" srcOrd="0" destOrd="0" presId="urn:microsoft.com/office/officeart/2005/8/layout/hierarchy6"/>
    <dgm:cxn modelId="{13B36CEE-AD02-452A-B331-1B8A0BBA7CF7}" type="presOf" srcId="{521D4CD0-B2D6-4CFB-91E8-3E87D158CF8E}" destId="{29B523BE-524E-415B-B742-6D174C9CEE3D}" srcOrd="0" destOrd="0" presId="urn:microsoft.com/office/officeart/2005/8/layout/hierarchy6"/>
    <dgm:cxn modelId="{68448AF6-9582-4E22-86DD-CCF649BB62DC}" type="presOf" srcId="{7559DA8D-D9E9-4C86-8C12-5E8F3BA59B8E}" destId="{3155EB65-D76B-4825-BAC3-DFDCC0CDF96E}" srcOrd="0" destOrd="0" presId="urn:microsoft.com/office/officeart/2005/8/layout/hierarchy6"/>
    <dgm:cxn modelId="{3CEC6BFE-1712-4CDF-93D9-3FAC9C81113A}" srcId="{6C0C30D5-7278-482B-8A12-F1862E5CD3D4}" destId="{8EB1F5DB-3C06-4457-A329-7A82D9964621}" srcOrd="0" destOrd="0" parTransId="{5C10ECDF-9EBA-4AED-A8EF-925A8192D40A}" sibTransId="{2993393C-78CD-4DB6-A40D-A2FF8CEA1C16}"/>
    <dgm:cxn modelId="{2B78BEFF-FF8B-47C1-ACB0-41866B5EC572}" type="presOf" srcId="{A70D966C-D373-4EA5-BEAE-89D4F38F98C7}" destId="{C374D174-884B-46C0-8C32-7BEF9C9CF853}" srcOrd="0" destOrd="0" presId="urn:microsoft.com/office/officeart/2005/8/layout/hierarchy6"/>
    <dgm:cxn modelId="{06BF9EE7-5F28-4308-8706-7590339B2790}" type="presParOf" srcId="{C374D174-884B-46C0-8C32-7BEF9C9CF853}" destId="{45EB2018-A9FE-4D23-A677-942285240091}" srcOrd="0" destOrd="0" presId="urn:microsoft.com/office/officeart/2005/8/layout/hierarchy6"/>
    <dgm:cxn modelId="{589DC920-BD83-4C0D-996F-BD1EA74B2A2E}" type="presParOf" srcId="{45EB2018-A9FE-4D23-A677-942285240091}" destId="{7783E4ED-A582-454D-8DAC-9BAE59039032}" srcOrd="0" destOrd="0" presId="urn:microsoft.com/office/officeart/2005/8/layout/hierarchy6"/>
    <dgm:cxn modelId="{865599E6-D124-47DE-9DBA-D304F0045CB2}" type="presParOf" srcId="{7783E4ED-A582-454D-8DAC-9BAE59039032}" destId="{34288F42-B4A7-403F-859F-82478214424A}" srcOrd="0" destOrd="0" presId="urn:microsoft.com/office/officeart/2005/8/layout/hierarchy6"/>
    <dgm:cxn modelId="{C84E919C-CC0D-41A4-BE47-A2C6A44F0D73}" type="presParOf" srcId="{34288F42-B4A7-403F-859F-82478214424A}" destId="{0F8B8D94-59CC-450E-94A3-5E68B81DA509}" srcOrd="0" destOrd="0" presId="urn:microsoft.com/office/officeart/2005/8/layout/hierarchy6"/>
    <dgm:cxn modelId="{1A79F279-01EE-4458-A678-E56DB2D271B0}" type="presParOf" srcId="{34288F42-B4A7-403F-859F-82478214424A}" destId="{80E65FA9-A1B0-42D1-AC6C-CB4C7B25F07D}" srcOrd="1" destOrd="0" presId="urn:microsoft.com/office/officeart/2005/8/layout/hierarchy6"/>
    <dgm:cxn modelId="{FFCDE7B9-581B-43D0-8DBD-B18D633C4B15}" type="presParOf" srcId="{80E65FA9-A1B0-42D1-AC6C-CB4C7B25F07D}" destId="{EF48344D-C362-4096-B1BC-38EA90EFF797}" srcOrd="0" destOrd="0" presId="urn:microsoft.com/office/officeart/2005/8/layout/hierarchy6"/>
    <dgm:cxn modelId="{B04F67C7-5BC5-4315-AB14-927739D85812}" type="presParOf" srcId="{80E65FA9-A1B0-42D1-AC6C-CB4C7B25F07D}" destId="{4B58DA30-6A8E-4C17-85C2-4A33CB9D24AC}" srcOrd="1" destOrd="0" presId="urn:microsoft.com/office/officeart/2005/8/layout/hierarchy6"/>
    <dgm:cxn modelId="{B721B2A6-7E79-47D8-9D3F-746C005C4FE8}" type="presParOf" srcId="{4B58DA30-6A8E-4C17-85C2-4A33CB9D24AC}" destId="{780FDF4B-AD12-4805-B96F-61B70077663B}" srcOrd="0" destOrd="0" presId="urn:microsoft.com/office/officeart/2005/8/layout/hierarchy6"/>
    <dgm:cxn modelId="{4420CC73-FBE9-41A4-9ABB-C72F9FBA14F0}" type="presParOf" srcId="{4B58DA30-6A8E-4C17-85C2-4A33CB9D24AC}" destId="{2693D8E3-D6C7-41A2-ACE6-6A6F276A4916}" srcOrd="1" destOrd="0" presId="urn:microsoft.com/office/officeart/2005/8/layout/hierarchy6"/>
    <dgm:cxn modelId="{21550827-1BE1-49C2-9A76-E20391017636}" type="presParOf" srcId="{2693D8E3-D6C7-41A2-ACE6-6A6F276A4916}" destId="{A0EFAB18-0E61-49B8-8A45-0599141D18A9}" srcOrd="0" destOrd="0" presId="urn:microsoft.com/office/officeart/2005/8/layout/hierarchy6"/>
    <dgm:cxn modelId="{40D611EE-6CDA-4A43-AEE0-0AB8EDF45594}" type="presParOf" srcId="{2693D8E3-D6C7-41A2-ACE6-6A6F276A4916}" destId="{6B4BB646-B241-4EFA-9BE1-524156C728A4}" srcOrd="1" destOrd="0" presId="urn:microsoft.com/office/officeart/2005/8/layout/hierarchy6"/>
    <dgm:cxn modelId="{1511853C-A230-4CD2-9802-1298735BFE4C}" type="presParOf" srcId="{6B4BB646-B241-4EFA-9BE1-524156C728A4}" destId="{DDED0B51-EC62-4CF0-A25D-0B2333F33632}" srcOrd="0" destOrd="0" presId="urn:microsoft.com/office/officeart/2005/8/layout/hierarchy6"/>
    <dgm:cxn modelId="{A6001EDA-FDA6-4035-BDB5-776764105EE4}" type="presParOf" srcId="{6B4BB646-B241-4EFA-9BE1-524156C728A4}" destId="{1F35844D-B845-4023-B055-0AA22309447E}" srcOrd="1" destOrd="0" presId="urn:microsoft.com/office/officeart/2005/8/layout/hierarchy6"/>
    <dgm:cxn modelId="{F215D354-B2AC-467F-AAD2-78891F309641}" type="presParOf" srcId="{2693D8E3-D6C7-41A2-ACE6-6A6F276A4916}" destId="{84F62AB7-1027-4EC8-8BEC-52F8BD517B95}" srcOrd="2" destOrd="0" presId="urn:microsoft.com/office/officeart/2005/8/layout/hierarchy6"/>
    <dgm:cxn modelId="{8372B0AE-0C6A-44FD-9CBA-7794BFB292EB}" type="presParOf" srcId="{2693D8E3-D6C7-41A2-ACE6-6A6F276A4916}" destId="{3DE0C9CD-FEC9-471C-8977-32AC885EA6B3}" srcOrd="3" destOrd="0" presId="urn:microsoft.com/office/officeart/2005/8/layout/hierarchy6"/>
    <dgm:cxn modelId="{4383FBE3-628F-470D-8E2B-82A41D772DF0}" type="presParOf" srcId="{3DE0C9CD-FEC9-471C-8977-32AC885EA6B3}" destId="{7D8A92DD-1451-4BDA-92BE-963B7C051590}" srcOrd="0" destOrd="0" presId="urn:microsoft.com/office/officeart/2005/8/layout/hierarchy6"/>
    <dgm:cxn modelId="{1F64E9DC-67CB-4081-A168-14316261569F}" type="presParOf" srcId="{3DE0C9CD-FEC9-471C-8977-32AC885EA6B3}" destId="{93B74EB0-7422-470D-A1D5-01FECE5B3B61}" srcOrd="1" destOrd="0" presId="urn:microsoft.com/office/officeart/2005/8/layout/hierarchy6"/>
    <dgm:cxn modelId="{3B87F2E7-0747-4EAF-AF46-DC9E9C20F215}" type="presParOf" srcId="{2693D8E3-D6C7-41A2-ACE6-6A6F276A4916}" destId="{DF84EE5F-0A67-48DE-92C8-CE146B153580}" srcOrd="4" destOrd="0" presId="urn:microsoft.com/office/officeart/2005/8/layout/hierarchy6"/>
    <dgm:cxn modelId="{17129B7A-3CF0-4280-94B8-6C4624260D1A}" type="presParOf" srcId="{2693D8E3-D6C7-41A2-ACE6-6A6F276A4916}" destId="{B8C93C3B-1FF3-4797-86CA-801F3839ACCE}" srcOrd="5" destOrd="0" presId="urn:microsoft.com/office/officeart/2005/8/layout/hierarchy6"/>
    <dgm:cxn modelId="{3FE86386-ECCB-4D71-8574-1ED844C01996}" type="presParOf" srcId="{B8C93C3B-1FF3-4797-86CA-801F3839ACCE}" destId="{CE17B014-7023-4008-ADDD-0E4496C12DB9}" srcOrd="0" destOrd="0" presId="urn:microsoft.com/office/officeart/2005/8/layout/hierarchy6"/>
    <dgm:cxn modelId="{FCA9CE78-3992-45B6-A016-7ED242C3A00A}" type="presParOf" srcId="{B8C93C3B-1FF3-4797-86CA-801F3839ACCE}" destId="{497B821F-5455-4CDB-A2DC-B508598BE586}" srcOrd="1" destOrd="0" presId="urn:microsoft.com/office/officeart/2005/8/layout/hierarchy6"/>
    <dgm:cxn modelId="{9ACE3B5E-5D54-4204-81D4-C941EFFB1AEE}" type="presParOf" srcId="{80E65FA9-A1B0-42D1-AC6C-CB4C7B25F07D}" destId="{355BFD30-352C-4E17-B1E5-A4F1B5E9D70A}" srcOrd="2" destOrd="0" presId="urn:microsoft.com/office/officeart/2005/8/layout/hierarchy6"/>
    <dgm:cxn modelId="{F64B674E-48C6-4505-9AD5-F27A68580F22}" type="presParOf" srcId="{80E65FA9-A1B0-42D1-AC6C-CB4C7B25F07D}" destId="{A50E8AAF-C63D-4E49-8CD2-6845E1F62D1C}" srcOrd="3" destOrd="0" presId="urn:microsoft.com/office/officeart/2005/8/layout/hierarchy6"/>
    <dgm:cxn modelId="{596202BB-ED01-4F5B-A1EF-EE837E811476}" type="presParOf" srcId="{A50E8AAF-C63D-4E49-8CD2-6845E1F62D1C}" destId="{2A478A22-17F4-4611-B983-A6D1881432C3}" srcOrd="0" destOrd="0" presId="urn:microsoft.com/office/officeart/2005/8/layout/hierarchy6"/>
    <dgm:cxn modelId="{E23D77BB-8C92-4C33-A046-8A8862CDD5C0}" type="presParOf" srcId="{A50E8AAF-C63D-4E49-8CD2-6845E1F62D1C}" destId="{30039E0B-7415-4A2A-956F-69A651869BCC}" srcOrd="1" destOrd="0" presId="urn:microsoft.com/office/officeart/2005/8/layout/hierarchy6"/>
    <dgm:cxn modelId="{7131A801-19B1-4EB9-8FE6-D4628DADBF54}" type="presParOf" srcId="{30039E0B-7415-4A2A-956F-69A651869BCC}" destId="{38589DF6-22FC-47FF-9B5D-0B499909A7F2}" srcOrd="0" destOrd="0" presId="urn:microsoft.com/office/officeart/2005/8/layout/hierarchy6"/>
    <dgm:cxn modelId="{A08DCA1F-E5FD-4481-9BBD-656F199D1292}" type="presParOf" srcId="{30039E0B-7415-4A2A-956F-69A651869BCC}" destId="{FE0432B1-3251-4C56-B0AC-8D6762607FAF}" srcOrd="1" destOrd="0" presId="urn:microsoft.com/office/officeart/2005/8/layout/hierarchy6"/>
    <dgm:cxn modelId="{A950693F-C9D2-4A82-8636-38813E3EDB3C}" type="presParOf" srcId="{FE0432B1-3251-4C56-B0AC-8D6762607FAF}" destId="{8AF7EC2D-3BE3-4726-A781-01C5687B4CC5}" srcOrd="0" destOrd="0" presId="urn:microsoft.com/office/officeart/2005/8/layout/hierarchy6"/>
    <dgm:cxn modelId="{C9A1F845-BF1A-4D36-9E7F-147E2A1ADC13}" type="presParOf" srcId="{FE0432B1-3251-4C56-B0AC-8D6762607FAF}" destId="{D89737F8-4F79-4908-AAA4-3BA915D77B5C}" srcOrd="1" destOrd="0" presId="urn:microsoft.com/office/officeart/2005/8/layout/hierarchy6"/>
    <dgm:cxn modelId="{33FF2BAE-4B69-425F-951F-973DC51B953F}" type="presParOf" srcId="{30039E0B-7415-4A2A-956F-69A651869BCC}" destId="{6FEA6553-B706-49BC-9D69-9B962257BCA1}" srcOrd="2" destOrd="0" presId="urn:microsoft.com/office/officeart/2005/8/layout/hierarchy6"/>
    <dgm:cxn modelId="{D37F5873-A60C-49F3-BE3A-4DD6D42EEBBA}" type="presParOf" srcId="{30039E0B-7415-4A2A-956F-69A651869BCC}" destId="{767FA667-5A2D-4094-8B03-FCBBF8B63B5C}" srcOrd="3" destOrd="0" presId="urn:microsoft.com/office/officeart/2005/8/layout/hierarchy6"/>
    <dgm:cxn modelId="{994B105D-E43E-4E00-BB20-E9A6DA34BBA8}" type="presParOf" srcId="{767FA667-5A2D-4094-8B03-FCBBF8B63B5C}" destId="{76340431-1D66-4DB3-B190-65545681BEF9}" srcOrd="0" destOrd="0" presId="urn:microsoft.com/office/officeart/2005/8/layout/hierarchy6"/>
    <dgm:cxn modelId="{00B0890E-C747-4D55-A8DD-343C503568BD}" type="presParOf" srcId="{767FA667-5A2D-4094-8B03-FCBBF8B63B5C}" destId="{42D7DC70-EF94-4B81-8178-5FD47E7066CF}" srcOrd="1" destOrd="0" presId="urn:microsoft.com/office/officeart/2005/8/layout/hierarchy6"/>
    <dgm:cxn modelId="{C4F45A9E-9F0D-4048-8582-09258EEAC3E5}" type="presParOf" srcId="{30039E0B-7415-4A2A-956F-69A651869BCC}" destId="{35F19F0D-0BBD-4064-BFBD-BB4979275DCC}" srcOrd="4" destOrd="0" presId="urn:microsoft.com/office/officeart/2005/8/layout/hierarchy6"/>
    <dgm:cxn modelId="{74F19CD8-5C54-4FC7-8BB6-7C60912932F9}" type="presParOf" srcId="{30039E0B-7415-4A2A-956F-69A651869BCC}" destId="{8350BE6D-A2CB-460E-B75B-9E20E6DE6759}" srcOrd="5" destOrd="0" presId="urn:microsoft.com/office/officeart/2005/8/layout/hierarchy6"/>
    <dgm:cxn modelId="{6C720E3A-5215-4CE5-9784-1B78C23C14D3}" type="presParOf" srcId="{8350BE6D-A2CB-460E-B75B-9E20E6DE6759}" destId="{CDAC6060-AC80-430B-A51E-A2BF3093685C}" srcOrd="0" destOrd="0" presId="urn:microsoft.com/office/officeart/2005/8/layout/hierarchy6"/>
    <dgm:cxn modelId="{01FD162E-1ECB-4249-BF0D-9B31F2EA8BE8}" type="presParOf" srcId="{8350BE6D-A2CB-460E-B75B-9E20E6DE6759}" destId="{27909596-5521-45A5-BF18-00DCCDCC743B}" srcOrd="1" destOrd="0" presId="urn:microsoft.com/office/officeart/2005/8/layout/hierarchy6"/>
    <dgm:cxn modelId="{D3B32BA9-1012-4831-85CE-9B865F500C8F}" type="presParOf" srcId="{30039E0B-7415-4A2A-956F-69A651869BCC}" destId="{29B523BE-524E-415B-B742-6D174C9CEE3D}" srcOrd="6" destOrd="0" presId="urn:microsoft.com/office/officeart/2005/8/layout/hierarchy6"/>
    <dgm:cxn modelId="{0CE675E0-170F-453E-AF0B-F9937046D311}" type="presParOf" srcId="{30039E0B-7415-4A2A-956F-69A651869BCC}" destId="{203886BC-D662-400B-8895-0D69E38D7FAE}" srcOrd="7" destOrd="0" presId="urn:microsoft.com/office/officeart/2005/8/layout/hierarchy6"/>
    <dgm:cxn modelId="{136B5B31-DE98-4E21-B4AA-2FAFEAA72437}" type="presParOf" srcId="{203886BC-D662-400B-8895-0D69E38D7FAE}" destId="{3155EB65-D76B-4825-BAC3-DFDCC0CDF96E}" srcOrd="0" destOrd="0" presId="urn:microsoft.com/office/officeart/2005/8/layout/hierarchy6"/>
    <dgm:cxn modelId="{09938D4C-2D29-4E84-AA56-800EAF3A6D84}" type="presParOf" srcId="{203886BC-D662-400B-8895-0D69E38D7FAE}" destId="{7D7C884F-728D-4ECD-9AB0-667BBF0D91E8}" srcOrd="1" destOrd="0" presId="urn:microsoft.com/office/officeart/2005/8/layout/hierarchy6"/>
    <dgm:cxn modelId="{DB43C11C-011B-4982-B594-18D509171177}" type="presParOf" srcId="{30039E0B-7415-4A2A-956F-69A651869BCC}" destId="{1C272D70-DB5B-447A-86FC-758375D789EA}" srcOrd="8" destOrd="0" presId="urn:microsoft.com/office/officeart/2005/8/layout/hierarchy6"/>
    <dgm:cxn modelId="{BE020115-1212-4136-925C-3929F4CB6E99}" type="presParOf" srcId="{30039E0B-7415-4A2A-956F-69A651869BCC}" destId="{8D3B5B8D-E501-4041-9629-6604643D0637}" srcOrd="9" destOrd="0" presId="urn:microsoft.com/office/officeart/2005/8/layout/hierarchy6"/>
    <dgm:cxn modelId="{18053EAF-7CE8-403D-9D1D-69AAEC518834}" type="presParOf" srcId="{8D3B5B8D-E501-4041-9629-6604643D0637}" destId="{30A62FAC-3DC7-4456-9D2D-7A793693E17E}" srcOrd="0" destOrd="0" presId="urn:microsoft.com/office/officeart/2005/8/layout/hierarchy6"/>
    <dgm:cxn modelId="{49EE5688-13C7-4BA5-AD7A-3B759EEEE5DE}" type="presParOf" srcId="{8D3B5B8D-E501-4041-9629-6604643D0637}" destId="{CF396E37-C177-4E32-9B46-8ED079848FD3}" srcOrd="1" destOrd="0" presId="urn:microsoft.com/office/officeart/2005/8/layout/hierarchy6"/>
    <dgm:cxn modelId="{674DFD0C-7573-4ED0-87A1-B51A556922F8}" type="presParOf" srcId="{C374D174-884B-46C0-8C32-7BEF9C9CF853}" destId="{FCDF953C-7310-47A6-8764-199411917346}"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B8D94-59CC-450E-94A3-5E68B81DA509}">
      <dsp:nvSpPr>
        <dsp:cNvPr id="0" name=""/>
        <dsp:cNvSpPr/>
      </dsp:nvSpPr>
      <dsp:spPr>
        <a:xfrm>
          <a:off x="4397076" y="1603527"/>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Credential Types</a:t>
          </a:r>
        </a:p>
      </dsp:txBody>
      <dsp:txXfrm>
        <a:off x="4419088" y="1625539"/>
        <a:ext cx="1083271" cy="707506"/>
      </dsp:txXfrm>
    </dsp:sp>
    <dsp:sp modelId="{EF48344D-C362-4096-B1BC-38EA90EFF797}">
      <dsp:nvSpPr>
        <dsp:cNvPr id="0" name=""/>
        <dsp:cNvSpPr/>
      </dsp:nvSpPr>
      <dsp:spPr>
        <a:xfrm>
          <a:off x="2029756" y="2355057"/>
          <a:ext cx="2930967" cy="300612"/>
        </a:xfrm>
        <a:custGeom>
          <a:avLst/>
          <a:gdLst/>
          <a:ahLst/>
          <a:cxnLst/>
          <a:rect l="0" t="0" r="0" b="0"/>
          <a:pathLst>
            <a:path>
              <a:moveTo>
                <a:pt x="2930967" y="0"/>
              </a:moveTo>
              <a:lnTo>
                <a:pt x="2930967" y="150306"/>
              </a:lnTo>
              <a:lnTo>
                <a:pt x="0" y="150306"/>
              </a:lnTo>
              <a:lnTo>
                <a:pt x="0" y="300612"/>
              </a:lnTo>
            </a:path>
          </a:pathLst>
        </a:cu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0FDF4B-AD12-4805-B96F-61B70077663B}">
      <dsp:nvSpPr>
        <dsp:cNvPr id="0" name=""/>
        <dsp:cNvSpPr/>
      </dsp:nvSpPr>
      <dsp:spPr>
        <a:xfrm>
          <a:off x="1466109" y="2655669"/>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Managed Credentials</a:t>
          </a:r>
        </a:p>
      </dsp:txBody>
      <dsp:txXfrm>
        <a:off x="1488121" y="2677681"/>
        <a:ext cx="1083271" cy="707506"/>
      </dsp:txXfrm>
    </dsp:sp>
    <dsp:sp modelId="{A0EFAB18-0E61-49B8-8A45-0599141D18A9}">
      <dsp:nvSpPr>
        <dsp:cNvPr id="0" name=""/>
        <dsp:cNvSpPr/>
      </dsp:nvSpPr>
      <dsp:spPr>
        <a:xfrm>
          <a:off x="564273" y="3407199"/>
          <a:ext cx="1465483" cy="300612"/>
        </a:xfrm>
        <a:custGeom>
          <a:avLst/>
          <a:gdLst/>
          <a:ahLst/>
          <a:cxnLst/>
          <a:rect l="0" t="0" r="0" b="0"/>
          <a:pathLst>
            <a:path>
              <a:moveTo>
                <a:pt x="1465483" y="0"/>
              </a:moveTo>
              <a:lnTo>
                <a:pt x="1465483" y="150306"/>
              </a:lnTo>
              <a:lnTo>
                <a:pt x="0" y="150306"/>
              </a:lnTo>
              <a:lnTo>
                <a:pt x="0"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ED0B51-EC62-4CF0-A25D-0B2333F33632}">
      <dsp:nvSpPr>
        <dsp:cNvPr id="0" name=""/>
        <dsp:cNvSpPr/>
      </dsp:nvSpPr>
      <dsp:spPr>
        <a:xfrm>
          <a:off x="625"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Verified Employee</a:t>
          </a:r>
        </a:p>
      </dsp:txBody>
      <dsp:txXfrm>
        <a:off x="22637" y="3729823"/>
        <a:ext cx="1083271" cy="707506"/>
      </dsp:txXfrm>
    </dsp:sp>
    <dsp:sp modelId="{84F62AB7-1027-4EC8-8BEC-52F8BD517B95}">
      <dsp:nvSpPr>
        <dsp:cNvPr id="0" name=""/>
        <dsp:cNvSpPr/>
      </dsp:nvSpPr>
      <dsp:spPr>
        <a:xfrm>
          <a:off x="1984036" y="3407199"/>
          <a:ext cx="91440" cy="300612"/>
        </a:xfrm>
        <a:custGeom>
          <a:avLst/>
          <a:gdLst/>
          <a:ahLst/>
          <a:cxnLst/>
          <a:rect l="0" t="0" r="0" b="0"/>
          <a:pathLst>
            <a:path>
              <a:moveTo>
                <a:pt x="45720" y="0"/>
              </a:moveTo>
              <a:lnTo>
                <a:pt x="45720"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8A92DD-1451-4BDA-92BE-963B7C051590}">
      <dsp:nvSpPr>
        <dsp:cNvPr id="0" name=""/>
        <dsp:cNvSpPr/>
      </dsp:nvSpPr>
      <dsp:spPr>
        <a:xfrm>
          <a:off x="1466109"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Verified Student</a:t>
          </a:r>
        </a:p>
      </dsp:txBody>
      <dsp:txXfrm>
        <a:off x="1488121" y="3729823"/>
        <a:ext cx="1083271" cy="707506"/>
      </dsp:txXfrm>
    </dsp:sp>
    <dsp:sp modelId="{DF84EE5F-0A67-48DE-92C8-CE146B153580}">
      <dsp:nvSpPr>
        <dsp:cNvPr id="0" name=""/>
        <dsp:cNvSpPr/>
      </dsp:nvSpPr>
      <dsp:spPr>
        <a:xfrm>
          <a:off x="2029756" y="3407199"/>
          <a:ext cx="1465483" cy="300612"/>
        </a:xfrm>
        <a:custGeom>
          <a:avLst/>
          <a:gdLst/>
          <a:ahLst/>
          <a:cxnLst/>
          <a:rect l="0" t="0" r="0" b="0"/>
          <a:pathLst>
            <a:path>
              <a:moveTo>
                <a:pt x="0" y="0"/>
              </a:moveTo>
              <a:lnTo>
                <a:pt x="0" y="150306"/>
              </a:lnTo>
              <a:lnTo>
                <a:pt x="1465483" y="150306"/>
              </a:lnTo>
              <a:lnTo>
                <a:pt x="1465483"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17B014-7023-4008-ADDD-0E4496C12DB9}">
      <dsp:nvSpPr>
        <dsp:cNvPr id="0" name=""/>
        <dsp:cNvSpPr/>
      </dsp:nvSpPr>
      <dsp:spPr>
        <a:xfrm>
          <a:off x="2931592"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Verified Teacher</a:t>
          </a:r>
        </a:p>
      </dsp:txBody>
      <dsp:txXfrm>
        <a:off x="2953604" y="3729823"/>
        <a:ext cx="1083271" cy="707506"/>
      </dsp:txXfrm>
    </dsp:sp>
    <dsp:sp modelId="{355BFD30-352C-4E17-B1E5-A4F1B5E9D70A}">
      <dsp:nvSpPr>
        <dsp:cNvPr id="0" name=""/>
        <dsp:cNvSpPr/>
      </dsp:nvSpPr>
      <dsp:spPr>
        <a:xfrm>
          <a:off x="4960723" y="2355057"/>
          <a:ext cx="2930967" cy="300612"/>
        </a:xfrm>
        <a:custGeom>
          <a:avLst/>
          <a:gdLst/>
          <a:ahLst/>
          <a:cxnLst/>
          <a:rect l="0" t="0" r="0" b="0"/>
          <a:pathLst>
            <a:path>
              <a:moveTo>
                <a:pt x="0" y="0"/>
              </a:moveTo>
              <a:lnTo>
                <a:pt x="0" y="150306"/>
              </a:lnTo>
              <a:lnTo>
                <a:pt x="2930967" y="150306"/>
              </a:lnTo>
              <a:lnTo>
                <a:pt x="2930967" y="300612"/>
              </a:lnTo>
            </a:path>
          </a:pathLst>
        </a:custGeom>
        <a:noFill/>
        <a:ln w="1079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478A22-17F4-4611-B983-A6D1881432C3}">
      <dsp:nvSpPr>
        <dsp:cNvPr id="0" name=""/>
        <dsp:cNvSpPr/>
      </dsp:nvSpPr>
      <dsp:spPr>
        <a:xfrm>
          <a:off x="7328043" y="2655669"/>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Custom Credentials</a:t>
          </a:r>
        </a:p>
      </dsp:txBody>
      <dsp:txXfrm>
        <a:off x="7350055" y="2677681"/>
        <a:ext cx="1083271" cy="707506"/>
      </dsp:txXfrm>
    </dsp:sp>
    <dsp:sp modelId="{38589DF6-22FC-47FF-9B5D-0B499909A7F2}">
      <dsp:nvSpPr>
        <dsp:cNvPr id="0" name=""/>
        <dsp:cNvSpPr/>
      </dsp:nvSpPr>
      <dsp:spPr>
        <a:xfrm>
          <a:off x="4960723" y="3407199"/>
          <a:ext cx="2930967" cy="300612"/>
        </a:xfrm>
        <a:custGeom>
          <a:avLst/>
          <a:gdLst/>
          <a:ahLst/>
          <a:cxnLst/>
          <a:rect l="0" t="0" r="0" b="0"/>
          <a:pathLst>
            <a:path>
              <a:moveTo>
                <a:pt x="2930967" y="0"/>
              </a:moveTo>
              <a:lnTo>
                <a:pt x="2930967" y="150306"/>
              </a:lnTo>
              <a:lnTo>
                <a:pt x="0" y="150306"/>
              </a:lnTo>
              <a:lnTo>
                <a:pt x="0"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F7EC2D-3BE3-4726-A781-01C5687B4CC5}">
      <dsp:nvSpPr>
        <dsp:cNvPr id="0" name=""/>
        <dsp:cNvSpPr/>
      </dsp:nvSpPr>
      <dsp:spPr>
        <a:xfrm>
          <a:off x="4397076"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err="1"/>
            <a:t>Idtoken</a:t>
          </a:r>
          <a:endParaRPr lang="en-GB" sz="1300" kern="1200" dirty="0"/>
        </a:p>
      </dsp:txBody>
      <dsp:txXfrm>
        <a:off x="4419088" y="3729823"/>
        <a:ext cx="1083271" cy="707506"/>
      </dsp:txXfrm>
    </dsp:sp>
    <dsp:sp modelId="{6FEA6553-B706-49BC-9D69-9B962257BCA1}">
      <dsp:nvSpPr>
        <dsp:cNvPr id="0" name=""/>
        <dsp:cNvSpPr/>
      </dsp:nvSpPr>
      <dsp:spPr>
        <a:xfrm>
          <a:off x="6426207" y="3407199"/>
          <a:ext cx="1465483" cy="300612"/>
        </a:xfrm>
        <a:custGeom>
          <a:avLst/>
          <a:gdLst/>
          <a:ahLst/>
          <a:cxnLst/>
          <a:rect l="0" t="0" r="0" b="0"/>
          <a:pathLst>
            <a:path>
              <a:moveTo>
                <a:pt x="1465483" y="0"/>
              </a:moveTo>
              <a:lnTo>
                <a:pt x="1465483" y="150306"/>
              </a:lnTo>
              <a:lnTo>
                <a:pt x="0" y="150306"/>
              </a:lnTo>
              <a:lnTo>
                <a:pt x="0"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340431-1D66-4DB3-B190-65545681BEF9}">
      <dsp:nvSpPr>
        <dsp:cNvPr id="0" name=""/>
        <dsp:cNvSpPr/>
      </dsp:nvSpPr>
      <dsp:spPr>
        <a:xfrm>
          <a:off x="5862559"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err="1"/>
            <a:t>Idtoken_hint</a:t>
          </a:r>
          <a:endParaRPr lang="en-GB" sz="1300" kern="1200" dirty="0"/>
        </a:p>
      </dsp:txBody>
      <dsp:txXfrm>
        <a:off x="5884571" y="3729823"/>
        <a:ext cx="1083271" cy="707506"/>
      </dsp:txXfrm>
    </dsp:sp>
    <dsp:sp modelId="{35F19F0D-0BBD-4064-BFBD-BB4979275DCC}">
      <dsp:nvSpPr>
        <dsp:cNvPr id="0" name=""/>
        <dsp:cNvSpPr/>
      </dsp:nvSpPr>
      <dsp:spPr>
        <a:xfrm>
          <a:off x="7845970" y="3407199"/>
          <a:ext cx="91440" cy="300612"/>
        </a:xfrm>
        <a:custGeom>
          <a:avLst/>
          <a:gdLst/>
          <a:ahLst/>
          <a:cxnLst/>
          <a:rect l="0" t="0" r="0" b="0"/>
          <a:pathLst>
            <a:path>
              <a:moveTo>
                <a:pt x="45720" y="0"/>
              </a:moveTo>
              <a:lnTo>
                <a:pt x="45720"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AC6060-AC80-430B-A51E-A2BF3093685C}">
      <dsp:nvSpPr>
        <dsp:cNvPr id="0" name=""/>
        <dsp:cNvSpPr/>
      </dsp:nvSpPr>
      <dsp:spPr>
        <a:xfrm>
          <a:off x="7328043"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Self Attested</a:t>
          </a:r>
        </a:p>
      </dsp:txBody>
      <dsp:txXfrm>
        <a:off x="7350055" y="3729823"/>
        <a:ext cx="1083271" cy="707506"/>
      </dsp:txXfrm>
    </dsp:sp>
    <dsp:sp modelId="{29B523BE-524E-415B-B742-6D174C9CEE3D}">
      <dsp:nvSpPr>
        <dsp:cNvPr id="0" name=""/>
        <dsp:cNvSpPr/>
      </dsp:nvSpPr>
      <dsp:spPr>
        <a:xfrm>
          <a:off x="7891690" y="3407199"/>
          <a:ext cx="1465483" cy="300612"/>
        </a:xfrm>
        <a:custGeom>
          <a:avLst/>
          <a:gdLst/>
          <a:ahLst/>
          <a:cxnLst/>
          <a:rect l="0" t="0" r="0" b="0"/>
          <a:pathLst>
            <a:path>
              <a:moveTo>
                <a:pt x="0" y="0"/>
              </a:moveTo>
              <a:lnTo>
                <a:pt x="0" y="150306"/>
              </a:lnTo>
              <a:lnTo>
                <a:pt x="1465483" y="150306"/>
              </a:lnTo>
              <a:lnTo>
                <a:pt x="1465483"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55EB65-D76B-4825-BAC3-DFDCC0CDF96E}">
      <dsp:nvSpPr>
        <dsp:cNvPr id="0" name=""/>
        <dsp:cNvSpPr/>
      </dsp:nvSpPr>
      <dsp:spPr>
        <a:xfrm>
          <a:off x="8793526"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Presentation attestation</a:t>
          </a:r>
        </a:p>
      </dsp:txBody>
      <dsp:txXfrm>
        <a:off x="8815538" y="3729823"/>
        <a:ext cx="1083271" cy="707506"/>
      </dsp:txXfrm>
    </dsp:sp>
    <dsp:sp modelId="{1C272D70-DB5B-447A-86FC-758375D789EA}">
      <dsp:nvSpPr>
        <dsp:cNvPr id="0" name=""/>
        <dsp:cNvSpPr/>
      </dsp:nvSpPr>
      <dsp:spPr>
        <a:xfrm>
          <a:off x="7891690" y="3407199"/>
          <a:ext cx="2930967" cy="300612"/>
        </a:xfrm>
        <a:custGeom>
          <a:avLst/>
          <a:gdLst/>
          <a:ahLst/>
          <a:cxnLst/>
          <a:rect l="0" t="0" r="0" b="0"/>
          <a:pathLst>
            <a:path>
              <a:moveTo>
                <a:pt x="0" y="0"/>
              </a:moveTo>
              <a:lnTo>
                <a:pt x="0" y="150306"/>
              </a:lnTo>
              <a:lnTo>
                <a:pt x="2930967" y="150306"/>
              </a:lnTo>
              <a:lnTo>
                <a:pt x="2930967" y="300612"/>
              </a:lnTo>
            </a:path>
          </a:pathLst>
        </a:custGeom>
        <a:noFill/>
        <a:ln w="1079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A62FAC-3DC7-4456-9D2D-7A793693E17E}">
      <dsp:nvSpPr>
        <dsp:cNvPr id="0" name=""/>
        <dsp:cNvSpPr/>
      </dsp:nvSpPr>
      <dsp:spPr>
        <a:xfrm>
          <a:off x="10259010" y="3707811"/>
          <a:ext cx="1127295" cy="75153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Multiple attestations</a:t>
          </a:r>
        </a:p>
      </dsp:txBody>
      <dsp:txXfrm>
        <a:off x="10281022" y="3729823"/>
        <a:ext cx="1083271" cy="70750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5/12/2025 3:55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‹N°›</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5/12/2025 3:54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‹N°›</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www.gartner.com/en/cybersecurity/topics/cybersecurity-threats" TargetMode="External"/><Relationship Id="rId3" Type="http://schemas.openxmlformats.org/officeDocument/2006/relationships/hyperlink" Target="https://www.forrester.com/blogs/state-of-cybersecurity-innovation-rsa-conference-2024/#:~:text=Forrester%20calls%20out%20deepfakes%20as%20one%20of%20the,and%20brand%20damage%2C%20amplification%20of%20misinformation%2C%20and%20more." TargetMode="External"/><Relationship Id="rId7" Type="http://schemas.openxmlformats.org/officeDocument/2006/relationships/hyperlink" Target="https://abcnews.go.com/US/mobile-breached-hackers-37-million-customers-impacted/story?id=96557559" TargetMode="External"/><Relationship Id="rId12" Type="http://schemas.openxmlformats.org/officeDocument/2006/relationships/hyperlink" Target="https://nypost.com/2023/10/06/mgm-loses-100m-refused-to-pay-ransom-to-end-cyberattack/"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t-mobile.com/news/business/customer-information" TargetMode="External"/><Relationship Id="rId11" Type="http://schemas.openxmlformats.org/officeDocument/2006/relationships/hyperlink" Target="https://www.gov.uk/government/statistics/cyber-security-breaches-survey-2024/cyber-security-breaches-survey-2024" TargetMode="External"/><Relationship Id="rId5" Type="http://schemas.openxmlformats.org/officeDocument/2006/relationships/hyperlink" Target="https://www.gartner.com/en/newsroom/press-releases/2022-05-31-gartner-identifies-top-five-trends-in-privacy-through-2024" TargetMode="External"/><Relationship Id="rId10" Type="http://schemas.openxmlformats.org/officeDocument/2006/relationships/hyperlink" Target="https://www.ftc.gov/business-guidance/blog/2024/04/new-ftc-data-spotlight-offers-illuminating-insights-impersonation-scams" TargetMode="External"/><Relationship Id="rId4" Type="http://schemas.openxmlformats.org/officeDocument/2006/relationships/hyperlink" Target="https://www.g2.com/articles/onboarding-statistics" TargetMode="External"/><Relationship Id="rId9" Type="http://schemas.openxmlformats.org/officeDocument/2006/relationships/hyperlink" Target="https://www.forbes.com/sites/suzannerowankelleher/2023/09/13/ransomware-attack-mgm-resorts/" TargetMode="Externa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www.forrester.com/blogs/state-of-cybersecurity-innovation-rsa-conference-2024/#:~:text=Forrester%20calls%20out%20deepfakes%20as%20one%20of%20the,and%20brand%20damage%2C%20amplification%20of%20misinformation%2C%20and%20more." TargetMode="External"/><Relationship Id="rId3" Type="http://schemas.openxmlformats.org/officeDocument/2006/relationships/hyperlink" Target="https://www.g2.com/articles/onboarding-statistics" TargetMode="External"/><Relationship Id="rId7" Type="http://schemas.openxmlformats.org/officeDocument/2006/relationships/hyperlink" Target="https://www.gartner.com/en/cybersecurity/topics/cybersecurity-threats" TargetMode="External"/><Relationship Id="rId12" Type="http://schemas.openxmlformats.org/officeDocument/2006/relationships/hyperlink" Target="https://nypost.com/2023/10/06/mgm-loses-100m-refused-to-pay-ransom-to-end-cyberattack/"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abcnews.go.com/US/mobile-breached-hackers-37-million-customers-impacted/story?id=96557559" TargetMode="External"/><Relationship Id="rId11" Type="http://schemas.openxmlformats.org/officeDocument/2006/relationships/hyperlink" Target="https://www.gov.uk/government/statistics/cyber-security-breaches-survey-2024/cyber-security-breaches-survey-2024" TargetMode="External"/><Relationship Id="rId5" Type="http://schemas.openxmlformats.org/officeDocument/2006/relationships/hyperlink" Target="https://www.t-mobile.com/news/business/customer-information" TargetMode="External"/><Relationship Id="rId10" Type="http://schemas.openxmlformats.org/officeDocument/2006/relationships/hyperlink" Target="https://www.ftc.gov/business-guidance/blog/2024/04/new-ftc-data-spotlight-offers-illuminating-insights-impersonation-scams" TargetMode="External"/><Relationship Id="rId4" Type="http://schemas.openxmlformats.org/officeDocument/2006/relationships/hyperlink" Target="https://www.gartner.com/en/newsroom/press-releases/2022-05-31-gartner-identifies-top-five-trends-in-privacy-through-2024" TargetMode="External"/><Relationship Id="rId9" Type="http://schemas.openxmlformats.org/officeDocument/2006/relationships/hyperlink" Target="https://www.forbes.com/sites/suzannerowankelleher/2023/09/13/ransomware-attack-mgm-resort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ka.ms/vcinterop"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microsoft.com/en/customers/story/1348169400682329017-nhs-foundation-trust-health-provider-m365"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digital.nhs.uk/services/digital-staff-passport"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g2.com/articles/onboarding-statistics"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www.forrester.com/blogs/state-of-cybersecurity-innovation-rsa-conference-2024/#:~:text=Forrester%20calls%20out%20deepfakes%20as%20one%20of%20the,and%20brand%20damage%2C%20amplification%20of%20misinformation%2C%20and%20more."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gartner.com/en/newsroom/press-releases/2022-05-31-gartner-identifies-top-five-trends-in-privacy-through-2024"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abcnews.go.com/US/mobile-breached-hackers-37-million-customers-impacted/story?id=96557559" TargetMode="External"/><Relationship Id="rId4" Type="http://schemas.openxmlformats.org/officeDocument/2006/relationships/hyperlink" Target="https://www.t-mobile.com/news/business/customer-information"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forbes.com/sites/suzannerowankelleher/2023/09/13/ransomware-attack-mgm-resorts/"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nypost.com/2023/10/06/mgm-loses-100m-refused-to-pay-ransom-to-end-cyberattack/" TargetMode="External"/><Relationship Id="rId5" Type="http://schemas.openxmlformats.org/officeDocument/2006/relationships/hyperlink" Target="https://www.gov.uk/government/statistics/cyber-security-breaches-survey-2024/cyber-security-breaches-survey-2024" TargetMode="External"/><Relationship Id="rId4" Type="http://schemas.openxmlformats.org/officeDocument/2006/relationships/hyperlink" Target="https://www.ftc.gov/business-guidance/blog/2024/04/new-ftc-data-spotlight-offers-illuminating-insights-impersonation-scams"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review.learn.microsoft.com/en-us/powershell/azure/install-azps-windows"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learn.microsoft.com/fr-fr/entra/verified-id/remote-onboarding-new-employees-id-verification" TargetMode="External"/><Relationship Id="rId2" Type="http://schemas.openxmlformats.org/officeDocument/2006/relationships/slide" Target="../slides/slide54.xml"/><Relationship Id="rId1" Type="http://schemas.openxmlformats.org/officeDocument/2006/relationships/notesMaster" Target="../notesMasters/notesMaster1.xml"/><Relationship Id="rId5" Type="http://schemas.openxmlformats.org/officeDocument/2006/relationships/hyperlink" Target="https://learn.microsoft.com/fr-fr/entra/id-governance/entitlement-management-verified-id-settings" TargetMode="External"/><Relationship Id="rId4" Type="http://schemas.openxmlformats.org/officeDocument/2006/relationships/hyperlink" Target="https://learn.microsoft.com/fr-fr/entra/verified-id/helpdesk-with-verified-id"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endParaRPr lang="en-US" dirty="0"/>
          </a:p>
        </p:txBody>
      </p:sp>
      <p:sp>
        <p:nvSpPr>
          <p:cNvPr id="5" name="Espace réservé du pied de page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Espace réservé de la date 5"/>
          <p:cNvSpPr>
            <a:spLocks noGrp="1"/>
          </p:cNvSpPr>
          <p:nvPr>
            <p:ph type="dt" idx="1"/>
          </p:nvPr>
        </p:nvSpPr>
        <p:spPr/>
        <p:txBody>
          <a:bodyPr/>
          <a:lstStyle/>
          <a:p>
            <a:fld id="{386CE63F-9E7F-4C04-9D0D-FCA25A8E9E86}" type="datetime8">
              <a:rPr lang="en-US" smtClean="0"/>
              <a:t>5/12/2025 3:54 PM</a:t>
            </a:fld>
            <a:endParaRPr lang="en-US" dirty="0"/>
          </a:p>
        </p:txBody>
      </p:sp>
      <p:sp>
        <p:nvSpPr>
          <p:cNvPr id="7" name="Espace réservé du numéro de diapositive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329901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endParaRPr lang="en-US" dirty="0"/>
          </a:p>
        </p:txBody>
      </p:sp>
      <p:sp>
        <p:nvSpPr>
          <p:cNvPr id="5" name="Espace réservé du pied de page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Espace réservé de la date 5"/>
          <p:cNvSpPr>
            <a:spLocks noGrp="1"/>
          </p:cNvSpPr>
          <p:nvPr>
            <p:ph type="dt" idx="1"/>
          </p:nvPr>
        </p:nvSpPr>
        <p:spPr/>
        <p:txBody>
          <a:bodyPr/>
          <a:lstStyle/>
          <a:p>
            <a:fld id="{386CE63F-9E7F-4C04-9D0D-FCA25A8E9E86}" type="datetime8">
              <a:rPr lang="en-US" smtClean="0"/>
              <a:t>5/12/2025 3:54 PM</a:t>
            </a:fld>
            <a:endParaRPr lang="en-US" dirty="0"/>
          </a:p>
        </p:txBody>
      </p:sp>
      <p:sp>
        <p:nvSpPr>
          <p:cNvPr id="7" name="Espace réservé du numéro de diapositive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606400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 </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1DD9654-15A7-4CEE-B317-59E69769D2B2}"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02864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Identity verification is becoming more important as work and life shifts more online. Digital identities are how people interact with the world today, both in work and personal life. Hackers understand this and are looking to take advantage of it by targeting identity more frequently and with more advanced methods such as deepfakes and other forms of impersonation powered by generative AI. Analysts understand these shifts and are giving us warnings.</a:t>
            </a:r>
          </a:p>
          <a:p>
            <a:endParaRPr lang="en-US" dirty="0"/>
          </a:p>
          <a:p>
            <a:r>
              <a:rPr lang="en-US" dirty="0"/>
              <a:t>TRANSITION: What are some specific areas where identify verification is especially needed?</a:t>
            </a:r>
          </a:p>
          <a:p>
            <a:endParaRPr lang="en-US" dirty="0"/>
          </a:p>
        </p:txBody>
      </p:sp>
      <p:sp>
        <p:nvSpPr>
          <p:cNvPr id="4" name="Espace réservé de l'en-tête 3"/>
          <p:cNvSpPr>
            <a:spLocks noGrp="1"/>
          </p:cNvSpPr>
          <p:nvPr>
            <p:ph type="hdr" sz="quarter"/>
          </p:nvPr>
        </p:nvSpPr>
        <p:spPr/>
        <p:txBody>
          <a:bodyPr/>
          <a:lstStyle/>
          <a:p>
            <a:endParaRPr lang="en-US" dirty="0"/>
          </a:p>
        </p:txBody>
      </p:sp>
      <p:sp>
        <p:nvSpPr>
          <p:cNvPr id="5" name="Espace réservé du pied de page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Espace réservé de la date 5"/>
          <p:cNvSpPr>
            <a:spLocks noGrp="1"/>
          </p:cNvSpPr>
          <p:nvPr>
            <p:ph type="dt" idx="1"/>
          </p:nvPr>
        </p:nvSpPr>
        <p:spPr/>
        <p:txBody>
          <a:bodyPr/>
          <a:lstStyle/>
          <a:p>
            <a:fld id="{386CE63F-9E7F-4C04-9D0D-FCA25A8E9E86}" type="datetime8">
              <a:rPr lang="en-US" smtClean="0"/>
              <a:t>5/12/2025 3:54 PM</a:t>
            </a:fld>
            <a:endParaRPr lang="en-US" dirty="0"/>
          </a:p>
        </p:txBody>
      </p:sp>
      <p:sp>
        <p:nvSpPr>
          <p:cNvPr id="7" name="Espace réservé du numéro de diapositive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4087316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1" dirty="0">
                <a:solidFill>
                  <a:srgbClr val="262626"/>
                </a:solidFill>
                <a:effectLst/>
                <a:latin typeface="Calibri" panose="020F0502020204030204" pitchFamily="34" charset="0"/>
                <a:ea typeface="MS Gothic" panose="020B0609070205080204" pitchFamily="49" charset="-128"/>
                <a:cs typeface="Segoe UI" panose="020B0502040204020203" pitchFamily="34" charset="0"/>
              </a:rPr>
              <a:t>Key interactions that every organization have on a regular basis are lacking in trust &amp; efficiency</a:t>
            </a:r>
            <a:endParaRPr lang="en-US" sz="1800" dirty="0">
              <a:solidFill>
                <a:srgbClr val="262626"/>
              </a:solidFill>
              <a:effectLst/>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solidFill>
                <a:srgbClr val="262626"/>
              </a:solidFill>
              <a:effectLst/>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dirty="0">
                <a:solidFill>
                  <a:srgbClr val="262626"/>
                </a:solidFill>
                <a:effectLst/>
                <a:latin typeface="Calibri" panose="020F0502020204030204" pitchFamily="34" charset="0"/>
                <a:ea typeface="MS Gothic" panose="020B0609070205080204" pitchFamily="49" charset="-128"/>
                <a:cs typeface="Segoe UI" panose="020B0502040204020203" pitchFamily="34" charset="0"/>
              </a:rPr>
              <a:t>H</a:t>
            </a:r>
            <a:r>
              <a:rPr lang="en-US" sz="1800" dirty="0">
                <a:gradFill>
                  <a:gsLst>
                    <a:gs pos="35000">
                      <a:srgbClr val="282828"/>
                    </a:gs>
                    <a:gs pos="10000">
                      <a:srgbClr val="282828"/>
                    </a:gs>
                  </a:gsLst>
                  <a:path path="circle">
                    <a:fillToRect l="100000" t="100000"/>
                  </a:path>
                </a:gradFill>
                <a:latin typeface="Segoe UI"/>
              </a:rPr>
              <a:t>eightened the importance of managing online identities efficiently while providing a simple user experience and protection for identities and personal information.</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b="0" dirty="0">
              <a:gradFill>
                <a:gsLst>
                  <a:gs pos="35000">
                    <a:srgbClr val="282828"/>
                  </a:gs>
                  <a:gs pos="10000">
                    <a:srgbClr val="282828"/>
                  </a:gs>
                </a:gsLst>
                <a:path path="circle">
                  <a:fillToRect l="100000" t="100000"/>
                </a:path>
              </a:gradFill>
              <a:effectLst/>
              <a:latin typeface="Segoe UI"/>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GB" sz="2800" b="0" i="0" dirty="0">
                <a:solidFill>
                  <a:srgbClr val="333333"/>
                </a:solidFill>
                <a:effectLst/>
                <a:latin typeface="SegoeUI"/>
              </a:rPr>
              <a:t>There’s a growing risk of impersonation and account takeover. Bad actors use insecure credentials in 66% of attack paths. For example, impersonators may use a compromised password to fraudulently log in to a system. With advancements in generative AI, </a:t>
            </a:r>
            <a:r>
              <a:rPr lang="en-GB" sz="2800" b="0" i="0" u="sng" dirty="0">
                <a:solidFill>
                  <a:srgbClr val="146CAC"/>
                </a:solidFill>
                <a:effectLst/>
                <a:latin typeface="SegoeUI"/>
                <a:hlinkClick r:id="rId3"/>
              </a:rPr>
              <a:t>complex impersonation tactics such as deepfakes</a:t>
            </a:r>
            <a:r>
              <a:rPr lang="en-GB" sz="2800" b="0" i="0" dirty="0">
                <a:solidFill>
                  <a:srgbClr val="333333"/>
                </a:solidFill>
                <a:effectLst/>
                <a:latin typeface="SegoeUI"/>
              </a:rPr>
              <a:t> are growing as well. Many organizations regularly onboard new employees remotely and offer a remote help desk. Without strong identity verification, how can organizations know who is on the other side of these digital interactions? Impersonators can easily bypass common verification methods such as counting bicycles on a CAPTCHA or asking which street you grew up on. As fraud skyrockets for businesses and consumers, and impersonation tactics have become increasingly complex, identity verification has never been more important.</a:t>
            </a:r>
            <a:endParaRPr lang="en-US" sz="1800" b="0" dirty="0">
              <a:solidFill>
                <a:srgbClr val="262626"/>
              </a:solidFill>
              <a:effectLst/>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dirty="0">
                <a:effectLst/>
                <a:latin typeface="Calibri" panose="020F0502020204030204" pitchFamily="34" charset="0"/>
                <a:ea typeface="MS Gothic" panose="020B0609070205080204" pitchFamily="49" charset="-128"/>
                <a:cs typeface="Arial" panose="020B0604020202020204" pitchFamily="34" charset="0"/>
              </a:rPr>
              <a:t>Many organizations today are hampered with inefficiencies and extra costs due to the strain of identity management processes and identity verification. They are managing the personal data for their employees, customers, and guests. This practice is not sustainable and unnecessarily adds to the burden of identity management</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dirty="0">
                <a:solidFill>
                  <a:srgbClr val="262626"/>
                </a:solidFill>
                <a:effectLst/>
                <a:latin typeface="Calibri" panose="020F0502020204030204" pitchFamily="34" charset="0"/>
                <a:ea typeface="MS Gothic" panose="020B0609070205080204" pitchFamily="49" charset="-128"/>
                <a:cs typeface="Segoe UI" panose="020B0502040204020203" pitchFamily="34" charset="0"/>
              </a:rPr>
              <a:t>The current status quo is not sustainable for the digital future. Organizations will have to find a better way to manage their user’s identities, or they will continue to leave themselves bogged down in managing inefficient identification processes as well as more vulnerable to impersonation attacks.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1" dirty="0">
                <a:effectLst/>
                <a:latin typeface="Calibri" panose="020F0502020204030204" pitchFamily="34" charset="0"/>
                <a:ea typeface="MS Gothic" panose="020B0609070205080204" pitchFamily="49" charset="-128"/>
                <a:cs typeface="Arial" panose="020B0604020202020204" pitchFamily="34" charset="0"/>
              </a:rPr>
              <a:t>Key challenges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800" b="1" dirty="0"/>
              <a:t>Onboarding</a:t>
            </a: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800" b="1" baseline="30000" dirty="0"/>
              <a:t>1</a:t>
            </a:r>
            <a:r>
              <a:rPr lang="en-US" sz="1800" b="1" dirty="0"/>
              <a:t> </a:t>
            </a:r>
            <a:r>
              <a:rPr lang="en-US" sz="1800" b="0" dirty="0"/>
              <a:t>***lots of great stats to look at from the source: </a:t>
            </a:r>
            <a:r>
              <a:rPr lang="en-US" sz="4000" dirty="0"/>
              <a:t>https://www.g2.com/articles/onboarding-statistics</a:t>
            </a:r>
            <a:r>
              <a:rPr lang="en-US" sz="2800" dirty="0"/>
              <a:t>***</a:t>
            </a:r>
            <a:endParaRPr lang="en-US" sz="1800" b="1"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88% of workers think their company’s onboarding has room for improvement</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Great onboarding can improve retention by 82% and work quality by over 70%</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Onboarding is biggest challenge for 37.4% of HR professionals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2800" b="0" i="0" dirty="0">
                <a:solidFill>
                  <a:srgbClr val="111111"/>
                </a:solidFill>
                <a:effectLst/>
                <a:latin typeface="Barlow" panose="00000500000000000000" pitchFamily="2" charset="0"/>
              </a:rPr>
              <a:t>47% of businesses face difficulties in onboarding due to problems with accessing infrastructure.</a:t>
            </a:r>
            <a:endParaRPr lang="en-US" sz="18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22</a:t>
            </a:r>
            <a:r>
              <a:rPr kumimoji="0" lang="en-US" sz="18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 employee turnover without efficient </a:t>
            </a:r>
            <a:r>
              <a:rPr lang="en-US" sz="1800" dirty="0">
                <a:gradFill>
                  <a:gsLst>
                    <a:gs pos="83000">
                      <a:schemeClr val="tx1"/>
                    </a:gs>
                    <a:gs pos="100000">
                      <a:schemeClr val="tx1"/>
                    </a:gs>
                  </a:gsLst>
                  <a:lin ang="5400000" scaled="1"/>
                </a:gradFill>
                <a:latin typeface="Segoe UI"/>
                <a:ea typeface="Segoe UI" pitchFamily="34" charset="0"/>
                <a:cs typeface="Segoe UI" pitchFamily="34" charset="0"/>
              </a:rPr>
              <a:t>onboarding </a:t>
            </a:r>
            <a:r>
              <a:rPr kumimoji="0" lang="en-US" sz="18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within the first 45 days of employment</a:t>
            </a:r>
            <a:r>
              <a:rPr kumimoji="0" lang="en-US" sz="28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endParaRPr lang="en-US" sz="1800" b="0" dirty="0"/>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Access Challenges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Regulation over data and access is growing:</a:t>
            </a: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 </a:t>
            </a:r>
            <a:r>
              <a:rPr lang="en-US" sz="1800" b="1" dirty="0"/>
              <a:t>75% of global population’s personal data will be under privacy regulation by year-end 2024</a:t>
            </a:r>
            <a:r>
              <a:rPr lang="en-US" sz="1800" b="0" dirty="0"/>
              <a:t> according to </a:t>
            </a:r>
            <a:r>
              <a:rPr lang="en-US" sz="1800" b="0" baseline="0" dirty="0"/>
              <a:t>Gartner</a:t>
            </a:r>
            <a:r>
              <a:rPr lang="en-US" sz="1800" b="0" baseline="30000" dirty="0"/>
              <a:t>2</a:t>
            </a:r>
            <a:r>
              <a:rPr lang="en-US" sz="1800" b="0" baseline="0" dirty="0"/>
              <a:t>. </a:t>
            </a:r>
            <a:endParaRPr lang="en-US" sz="1800" b="0" baseline="0" dirty="0">
              <a:effectLst/>
              <a:latin typeface="+mn-lt"/>
              <a:ea typeface="+mn-ea"/>
              <a:cs typeface="+mn-cs"/>
            </a:endParaRP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Imperative to know who has access to your resources and trust them</a:t>
            </a:r>
            <a:r>
              <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 strict compliance requirements in place for regulated industries and government vendors. Hefty financial penalties for noncompliance</a:t>
            </a:r>
            <a:r>
              <a:rPr lang="en-US" sz="1800" dirty="0">
                <a:effectLst/>
                <a:latin typeface="Times New Roman" panose="02020603050405020304" pitchFamily="18" charset="0"/>
                <a:ea typeface="Times New Roman" panose="02020603050405020304" pitchFamily="18" charset="0"/>
              </a:rPr>
              <a:t>, many industries have complex privacy and identity related regulations to mange. Some examples include:</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FinServ: Know your customer (KYC) and anti-money laundering (AML)</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Healthcare: patient privacy laws such as HIPPA in the U.S.</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Edu: student privacy protection laws such as FERPA in the U.S.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1" dirty="0">
                <a:gradFill>
                  <a:gsLst>
                    <a:gs pos="83000">
                      <a:schemeClr val="tx1"/>
                    </a:gs>
                    <a:gs pos="100000">
                      <a:schemeClr val="tx1"/>
                    </a:gs>
                  </a:gsLst>
                  <a:lin ang="5400000" scaled="1"/>
                </a:gradFill>
                <a:latin typeface="+mj-lt"/>
                <a:cs typeface="Segoe UI" pitchFamily="34" charset="0"/>
              </a:rPr>
              <a:t>Example: </a:t>
            </a:r>
            <a:r>
              <a:rPr lang="en-US" sz="1800" dirty="0">
                <a:gradFill>
                  <a:gsLst>
                    <a:gs pos="83000">
                      <a:schemeClr val="tx1"/>
                    </a:gs>
                    <a:gs pos="100000">
                      <a:schemeClr val="tx1"/>
                    </a:gs>
                  </a:gsLst>
                  <a:lin ang="5400000" scaled="1"/>
                </a:gradFill>
                <a:latin typeface="+mj-lt"/>
                <a:cs typeface="Segoe UI" pitchFamily="34" charset="0"/>
              </a:rPr>
              <a:t>Access to resources without verification creates risks: </a:t>
            </a:r>
            <a:r>
              <a:rPr lang="en-US" sz="1800" b="0" dirty="0">
                <a:effectLst/>
                <a:latin typeface="Times New Roman" panose="02020603050405020304" pitchFamily="18" charset="0"/>
                <a:ea typeface="Times New Roman" panose="02020603050405020304" pitchFamily="18" charset="0"/>
              </a:rPr>
              <a:t>In 2023, an attacker got into T-Mobile through a single improperly secured API. Result was a data breach that affected approx. 37M customer accounts</a:t>
            </a:r>
            <a:r>
              <a:rPr lang="en-US" sz="1800" b="0" baseline="30000" dirty="0">
                <a:effectLst/>
                <a:latin typeface="Times New Roman" panose="02020603050405020304" pitchFamily="18" charset="0"/>
                <a:ea typeface="Times New Roman" panose="02020603050405020304" pitchFamily="18" charset="0"/>
              </a:rPr>
              <a:t>3,4</a:t>
            </a:r>
            <a:r>
              <a:rPr lang="en-US" sz="1800" b="0" baseline="0" dirty="0">
                <a:effectLst/>
                <a:latin typeface="Times New Roman" panose="02020603050405020304" pitchFamily="18" charset="0"/>
                <a:ea typeface="Times New Roman" panose="02020603050405020304" pitchFamily="18" charset="0"/>
              </a:rPr>
              <a:t>. Likely could have been avoided if they had proper ID verification before granting access </a:t>
            </a:r>
            <a:endParaRPr lang="en-US" sz="1800" b="0"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800" b="1" dirty="0"/>
          </a:p>
          <a:p>
            <a:pPr marL="0" marR="0" lvl="0" indent="0" algn="l" defTabSz="914400" rtl="0" eaLnBrk="1" fontAlgn="base" latinLnBrk="0" hangingPunct="1">
              <a:lnSpc>
                <a:spcPct val="107000"/>
              </a:lnSpc>
              <a:spcBef>
                <a:spcPts val="0"/>
              </a:spcBef>
              <a:spcAft>
                <a:spcPts val="800"/>
              </a:spcAft>
              <a:buClrTx/>
              <a:buSzTx/>
              <a:buFontTx/>
              <a:buNone/>
              <a:tabLst/>
              <a:defRPr/>
            </a:pPr>
            <a:r>
              <a:rPr lang="en-US" sz="1800" b="1" dirty="0"/>
              <a:t>Help desk vulnerability</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1" dirty="0"/>
              <a:t>330K+ reports of business impersonation scams, Over $1.1B loses to impersonation scams of all types in US in 2023</a:t>
            </a:r>
            <a:r>
              <a:rPr lang="en-US" sz="1800" b="1" baseline="30000" dirty="0"/>
              <a:t>8 </a:t>
            </a:r>
            <a:r>
              <a:rPr lang="en-US" sz="1800" baseline="0" dirty="0"/>
              <a:t>and </a:t>
            </a:r>
            <a:r>
              <a:rPr lang="en-US" sz="1800" b="1" dirty="0"/>
              <a:t>35% of business in the UK experienced an impersonation attack </a:t>
            </a:r>
            <a:r>
              <a:rPr lang="en-US" sz="1800" dirty="0"/>
              <a:t>over the last 12 months</a:t>
            </a:r>
            <a:r>
              <a:rPr lang="en-US" sz="1800" baseline="30000" dirty="0"/>
              <a:t>9.</a:t>
            </a:r>
            <a:endParaRPr lang="en-US" sz="1800" baseline="30000" dirty="0">
              <a:effectLst/>
              <a:latin typeface="Times New Roman" panose="02020603050405020304" pitchFamily="18" charset="0"/>
            </a:endParaRP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Impersonators often get in by posing as employees, calling the help desk, and getting their device registered to the employee’s account. </a:t>
            </a:r>
            <a:endParaRPr lang="en-US" sz="18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1" dirty="0">
                <a:effectLst/>
                <a:latin typeface="Times New Roman" panose="02020603050405020304" pitchFamily="18" charset="0"/>
                <a:ea typeface="Times New Roman" panose="02020603050405020304" pitchFamily="18" charset="0"/>
              </a:rPr>
              <a:t>Example: </a:t>
            </a:r>
            <a:r>
              <a:rPr lang="en-US" sz="1800" dirty="0">
                <a:effectLst/>
                <a:latin typeface="Times New Roman" panose="02020603050405020304" pitchFamily="18" charset="0"/>
                <a:ea typeface="Times New Roman" panose="02020603050405020304" pitchFamily="18" charset="0"/>
              </a:rPr>
              <a:t>Happened to MGM in 2023, impersonator had a 10 min call with the help desk, was given access to MGM internal systems, and did damage forced MGM to shut down all systems and lost 100M in total</a:t>
            </a:r>
            <a:r>
              <a:rPr lang="en-US" sz="1800" baseline="30000" dirty="0">
                <a:effectLst/>
                <a:latin typeface="Times New Roman" panose="02020603050405020304" pitchFamily="18" charset="0"/>
                <a:ea typeface="Times New Roman" panose="02020603050405020304" pitchFamily="18" charset="0"/>
              </a:rPr>
              <a:t>7,10</a:t>
            </a:r>
            <a:r>
              <a:rPr lang="en-US" sz="1800" dirty="0">
                <a:effectLst/>
                <a:latin typeface="Times New Roman" panose="02020603050405020304" pitchFamily="18" charset="0"/>
                <a:ea typeface="Times New Roman" panose="02020603050405020304" pitchFamily="18" charset="0"/>
              </a:rPr>
              <a:t> </a:t>
            </a:r>
            <a:endParaRPr lang="en-US" sz="18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Hackers are getting smarter with impersonation and social engineering</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b="1" dirty="0"/>
              <a:t>Evolved phishing considered top threat for CIOs by Gartner</a:t>
            </a:r>
            <a:r>
              <a:rPr lang="en-US" sz="1800" b="1" baseline="30000" dirty="0"/>
              <a:t>5</a:t>
            </a:r>
            <a:r>
              <a:rPr lang="en-US" sz="1800" b="0" dirty="0"/>
              <a:t>: vishing (voice), smishing (text, social media, collaboration platforms). Phishing leads to credential theft and data exfiltration. Phishing is a top contributor to data loss</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b="1" dirty="0"/>
              <a:t>Credential abuse</a:t>
            </a:r>
            <a:r>
              <a:rPr lang="en-US" sz="1800" b="0" dirty="0"/>
              <a:t>: attacker logs in as someone with legitimate access, can sometimes defeat MFA which remains a best practice for authentication if using modern methods and flows</a:t>
            </a:r>
            <a:endParaRPr lang="en-US" sz="1800" b="1" dirty="0"/>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b="1" dirty="0"/>
              <a:t>Deepfakes considered a top five cybersecurity threat of 2024</a:t>
            </a:r>
            <a:r>
              <a:rPr lang="en-US" sz="1800" b="0" dirty="0"/>
              <a:t> by Forrester</a:t>
            </a:r>
            <a:r>
              <a:rPr lang="en-US" sz="1800" b="0" baseline="30000" dirty="0"/>
              <a:t>6</a:t>
            </a:r>
            <a:r>
              <a:rPr lang="en-US" sz="1800" b="0" dirty="0">
                <a:effectLst/>
                <a:latin typeface="Calibri" panose="020F0502020204030204" pitchFamily="34" charset="0"/>
                <a:ea typeface="MS Gothic" panose="020B0609070205080204" pitchFamily="49" charset="-128"/>
                <a:cs typeface="Arial" panose="020B0604020202020204" pitchFamily="34" charset="0"/>
              </a:rPr>
              <a:t>. </a:t>
            </a:r>
            <a:r>
              <a:rPr lang="en-US" sz="1800" dirty="0">
                <a:effectLst/>
                <a:latin typeface="Calibri" panose="020F0502020204030204" pitchFamily="34" charset="0"/>
                <a:ea typeface="MS Gothic" panose="020B0609070205080204" pitchFamily="49" charset="-128"/>
                <a:cs typeface="Arial" panose="020B0604020202020204" pitchFamily="34" charset="0"/>
              </a:rPr>
              <a:t>The rise of deepfakes and other gen-AI impersonation tactics creates new security vulnerabilities that are growing in frequency.</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Sources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aseline="30000" dirty="0">
                <a:hlinkClick r:id="rId4"/>
              </a:rPr>
              <a:t>1</a:t>
            </a:r>
            <a:r>
              <a:rPr lang="en-US" sz="1800" dirty="0">
                <a:hlinkClick r:id="rId4"/>
              </a:rPr>
              <a:t>50+ Employee Onboarding Statistics You Must Know in 2024 (g2.com)</a:t>
            </a:r>
            <a:r>
              <a:rPr lang="en-US" sz="1800" dirty="0"/>
              <a:t>: https://www.g2.com/articles/onboarding-statistics</a:t>
            </a:r>
            <a:endParaRPr kumimoji="0" lang="en-US" sz="1800" b="0" i="0" u="none" strike="noStrike" kern="1200" cap="none" spc="0" normalizeH="0" baseline="0" noProof="0" dirty="0">
              <a:ln>
                <a:noFill/>
              </a:ln>
              <a:solidFill>
                <a:schemeClr val="accent1"/>
              </a:solidFill>
              <a:effectLst/>
              <a:uLnTx/>
              <a:uFillTx/>
              <a:latin typeface="+mn-lt"/>
              <a:ea typeface="+mn-ea"/>
              <a:cs typeface="+mn-cs"/>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2</a:t>
            </a:r>
            <a:r>
              <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Gartner 2024 Top Five Trends in Privacy: </a:t>
            </a:r>
            <a:r>
              <a:rPr lang="en-US" sz="4400" dirty="0">
                <a:hlinkClick r:id="rId5"/>
              </a:rPr>
              <a:t>https://www.gartner.com/en/newsroom/press-releases/2022-05-31-gartner-identifies-top-five-trends-in-privacy-through-2024</a:t>
            </a: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6000" baseline="30000" dirty="0">
                <a:hlinkClick r:id="rId6"/>
              </a:rPr>
              <a:t>3</a:t>
            </a:r>
            <a:r>
              <a:rPr lang="en-US" sz="6000" dirty="0">
                <a:hlinkClick r:id="rId6"/>
              </a:rPr>
              <a:t>T-Mobile Informing Impacted Customers about Unauthorized Activity - T-Mobile Newsroom</a:t>
            </a:r>
            <a:r>
              <a:rPr lang="en-US" sz="4400" dirty="0"/>
              <a:t>: https://www.t-mobile.com/news/business/customer-information</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6000" baseline="30000" dirty="0">
                <a:hlinkClick r:id="rId7"/>
              </a:rPr>
              <a:t>4</a:t>
            </a:r>
            <a:r>
              <a:rPr lang="en-US" sz="6000" dirty="0">
                <a:hlinkClick r:id="rId7"/>
              </a:rPr>
              <a:t>T-Mobile breached by hackers as 37 million customers impacted - ABC News (go.com)</a:t>
            </a:r>
            <a:r>
              <a:rPr lang="en-US" sz="4400" dirty="0"/>
              <a:t>: https://abcnews.go.com/US/mobile-breached-hackers-37-million-customers-impacted/story?id=96557559</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44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aseline="30000" dirty="0">
                <a:hlinkClick r:id="rId8"/>
              </a:rPr>
              <a:t>5</a:t>
            </a:r>
            <a:r>
              <a:rPr lang="en-US" sz="1800" dirty="0">
                <a:hlinkClick r:id="rId8"/>
              </a:rPr>
              <a:t>Comprehensive Protection Strategies Against Cyber Threats | Gartner</a:t>
            </a:r>
            <a:r>
              <a:rPr lang="en-US" sz="1800" dirty="0"/>
              <a:t>: Comprehensive Protection Strategies Against Cyber Threats | Gartner</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9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9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6</a:t>
            </a:r>
            <a:r>
              <a:rPr kumimoji="0" lang="en-US" sz="9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Forrester State of Cybersecurity Innovations: </a:t>
            </a:r>
            <a:r>
              <a:rPr lang="en-US" sz="1800" dirty="0">
                <a:hlinkClick r:id="rId3"/>
              </a:rPr>
              <a:t>https://www.forrester.com/blogs/state-of-cybersecurity-innovation-rsa-conference-2024/#:~:text=Forrester%20calls%20out%20deepfakes%20as%20one%20of%20the,and%20brand%20damage%2C%20amplification%20of%20misinformation%2C%20and%20more.</a:t>
            </a:r>
            <a:endParaRPr kumimoji="0" lang="en-US" sz="9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7</a:t>
            </a:r>
            <a:r>
              <a:rPr lang="en-US" sz="2800" dirty="0">
                <a:hlinkClick r:id="rId9"/>
              </a:rPr>
              <a:t>Inside The Ransomware Attack That Shut Down MGM Resorts (forbes.com)</a:t>
            </a:r>
            <a:r>
              <a:rPr lang="en-US" sz="2800" dirty="0"/>
              <a:t>: </a:t>
            </a:r>
            <a:r>
              <a:rPr lang="en-US" sz="1800" u="sng" dirty="0"/>
              <a:t>https://www.forbes.com/sites/suzannerowankelleher/2023/09/13/ransomware-attack-mgm-resorts/</a:t>
            </a:r>
            <a:endParaRPr lang="en-US" sz="1200" u="sng"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8</a:t>
            </a:r>
            <a:r>
              <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Federal Trade Commission Research: </a:t>
            </a:r>
            <a:r>
              <a:rPr lang="en-US" sz="4400" dirty="0">
                <a:hlinkClick r:id="rId10"/>
              </a:rPr>
              <a:t>https://www.ftc.gov/business-guidance/blog/2024/04/new-ftc-data-spotlight-offers-illuminating-insights-impersonation-scams</a:t>
            </a: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9</a:t>
            </a:r>
            <a:r>
              <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uk.gov research: </a:t>
            </a:r>
            <a:r>
              <a:rPr lang="en-US" sz="4400" dirty="0">
                <a:hlinkClick r:id="rId11"/>
              </a:rPr>
              <a:t>https://www.gov.uk/government/statistics/cyber-security-breaches-survey-2024/cyber-security-breaches-survey-2024</a:t>
            </a: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44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44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10</a:t>
            </a:r>
            <a:r>
              <a:rPr lang="en-US" sz="2800" dirty="0">
                <a:hlinkClick r:id="rId12"/>
              </a:rPr>
              <a:t>MGM loses $100M, refused to pay ransom to end cyberattack (nypost.com)</a:t>
            </a:r>
            <a:r>
              <a:rPr lang="en-US" sz="2800" dirty="0"/>
              <a:t> </a:t>
            </a:r>
            <a:r>
              <a:rPr lang="en-US" sz="2800" dirty="0">
                <a:hlinkClick r:id="rId12"/>
              </a:rPr>
              <a:t>MGM loses $100M, refused to pay ransom to end cyberattack (nypost.com)</a:t>
            </a:r>
            <a:endPar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a:endParaRPr lang="en-US" sz="18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a:p>
            <a:pPr marL="0" marR="0"/>
            <a:endParaRPr lang="en-US" sz="11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a:p>
            <a:pPr marL="0" marR="0"/>
            <a:endParaRPr lang="en-US" sz="11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3E014C3-AC8C-4A60-9C73-5E397988B9BB}"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209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2DCAC-55A3-84ED-249D-9FFEE5BF2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798A2-E1CF-912E-B80A-5C4816221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1FEBB-71BC-8F98-73BF-0058FB5EDD98}"/>
              </a:ext>
            </a:extLst>
          </p:cNvPr>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2800" u="sng" dirty="0">
                <a:latin typeface="Aptos" panose="020B0004020202020204" pitchFamily="34" charset="0"/>
                <a:ea typeface="Times New Roman" panose="02020603050405020304" pitchFamily="18" charset="0"/>
                <a:cs typeface="Times New Roman" panose="02020603050405020304" pitchFamily="18" charset="0"/>
              </a:rPr>
              <a:t>How can Microsoft help you address these issues?</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sz="2800" dirty="0">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2800" b="1" dirty="0">
                <a:latin typeface="Aptos" panose="020B0004020202020204" pitchFamily="34" charset="0"/>
                <a:ea typeface="Times New Roman" panose="02020603050405020304" pitchFamily="18" charset="0"/>
                <a:cs typeface="Times New Roman" panose="02020603050405020304" pitchFamily="18" charset="0"/>
              </a:rPr>
              <a:t>Introduce Verified ID in all these processes to improve trust &amp; efficiency</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sz="2800" dirty="0">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3200" dirty="0">
                <a:solidFill>
                  <a:srgbClr val="000000"/>
                </a:solidFill>
                <a:effectLst/>
                <a:latin typeface="Segoe UI" panose="020B0502040204020203" pitchFamily="34" charset="0"/>
                <a:ea typeface="Segoe UI" panose="020B0502040204020203" pitchFamily="34" charset="0"/>
              </a:rPr>
              <a:t>Microsoft Entra Verified ID is a </a:t>
            </a:r>
            <a:r>
              <a:rPr lang="en-US" sz="3200" b="1" dirty="0">
                <a:solidFill>
                  <a:srgbClr val="000000"/>
                </a:solidFill>
                <a:effectLst/>
                <a:latin typeface="Segoe UI" panose="020B0502040204020203" pitchFamily="34" charset="0"/>
                <a:ea typeface="Segoe UI" panose="020B0502040204020203" pitchFamily="34" charset="0"/>
              </a:rPr>
              <a:t>managed verifiable credential service </a:t>
            </a:r>
            <a:r>
              <a:rPr lang="en-US" sz="3200" dirty="0">
                <a:solidFill>
                  <a:srgbClr val="000000"/>
                </a:solidFill>
                <a:effectLst/>
                <a:latin typeface="Segoe UI" panose="020B0502040204020203" pitchFamily="34" charset="0"/>
                <a:ea typeface="Segoe UI" panose="020B0502040204020203" pitchFamily="34" charset="0"/>
              </a:rPr>
              <a:t>that lets organizations build unique user-owned identity scenarios designed for trustworthy, secure, and efficient interactions between people and organizations. </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sz="32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2800" dirty="0">
                <a:latin typeface="Aptos" panose="020B0004020202020204" pitchFamily="34" charset="0"/>
                <a:ea typeface="Times New Roman" panose="02020603050405020304" pitchFamily="18" charset="0"/>
                <a:cs typeface="Times New Roman" panose="02020603050405020304" pitchFamily="18" charset="0"/>
              </a:rPr>
              <a:t>Face Check with Microsoft Entra Verified ID introduces </a:t>
            </a:r>
            <a:r>
              <a:rPr lang="en-US" sz="2800" b="1" dirty="0">
                <a:latin typeface="Aptos" panose="020B0004020202020204" pitchFamily="34" charset="0"/>
                <a:ea typeface="Times New Roman" panose="02020603050405020304" pitchFamily="18" charset="0"/>
                <a:cs typeface="Times New Roman" panose="02020603050405020304" pitchFamily="18" charset="0"/>
              </a:rPr>
              <a:t>privacy-respecting facial matching </a:t>
            </a:r>
            <a:r>
              <a:rPr lang="en-US" sz="2800" dirty="0">
                <a:latin typeface="Aptos" panose="020B0004020202020204" pitchFamily="34" charset="0"/>
                <a:ea typeface="Times New Roman" panose="02020603050405020304" pitchFamily="18" charset="0"/>
                <a:cs typeface="Times New Roman" panose="02020603050405020304" pitchFamily="18" charset="0"/>
              </a:rPr>
              <a:t>into your identity verification processes. It </a:t>
            </a:r>
            <a:r>
              <a:rPr kumimoji="0" lang="en-US" sz="2400" b="0" i="0" u="none" strike="noStrike" kern="1200" cap="none" spc="0" normalizeH="0" baseline="0" noProof="0" dirty="0">
                <a:ln>
                  <a:noFill/>
                </a:ln>
                <a:solidFill>
                  <a:srgbClr val="000000"/>
                </a:solidFill>
                <a:effectLst/>
                <a:uLnTx/>
                <a:uFillTx/>
                <a:latin typeface="Segoe UI"/>
                <a:ea typeface="+mn-ea"/>
                <a:cs typeface="Segoe UI"/>
              </a:rPr>
              <a:t>unlocks a </a:t>
            </a:r>
            <a:r>
              <a:rPr kumimoji="0" lang="en-US" sz="2400" b="1" i="0" u="none" strike="noStrike" kern="1200" cap="none" spc="0" normalizeH="0" baseline="0" noProof="0" dirty="0">
                <a:ln>
                  <a:noFill/>
                </a:ln>
                <a:solidFill>
                  <a:srgbClr val="000000"/>
                </a:solidFill>
                <a:effectLst/>
                <a:uLnTx/>
                <a:uFillTx/>
                <a:latin typeface="Segoe UI"/>
                <a:ea typeface="+mn-ea"/>
                <a:cs typeface="Segoe UI"/>
              </a:rPr>
              <a:t>secure, compliant</a:t>
            </a:r>
            <a:r>
              <a:rPr kumimoji="0" lang="en-US" sz="2400" b="0" i="0" u="none" strike="noStrike" kern="1200" cap="none" spc="0" normalizeH="0" baseline="0" noProof="0" dirty="0">
                <a:ln>
                  <a:noFill/>
                </a:ln>
                <a:solidFill>
                  <a:srgbClr val="000000"/>
                </a:solidFill>
                <a:effectLst/>
                <a:uLnTx/>
                <a:uFillTx/>
                <a:latin typeface="Segoe UI"/>
                <a:ea typeface="+mn-ea"/>
                <a:cs typeface="Segoe UI"/>
              </a:rPr>
              <a:t> way to perform </a:t>
            </a:r>
            <a:r>
              <a:rPr kumimoji="0" lang="en-US" sz="2400" b="1" i="0" u="none" strike="noStrike" kern="1200" cap="none" spc="0" normalizeH="0" baseline="0" noProof="0" dirty="0">
                <a:ln>
                  <a:noFill/>
                </a:ln>
                <a:solidFill>
                  <a:srgbClr val="000000"/>
                </a:solidFill>
                <a:effectLst/>
                <a:uLnTx/>
                <a:uFillTx/>
                <a:latin typeface="Segoe UI"/>
                <a:ea typeface="+mn-ea"/>
                <a:cs typeface="Segoe UI"/>
              </a:rPr>
              <a:t>high-assurance identity verification at scale </a:t>
            </a:r>
            <a:r>
              <a:rPr kumimoji="0" lang="en-US" sz="2400" b="0" i="0" u="none" strike="noStrike" kern="1200" cap="none" spc="0" normalizeH="0" baseline="0" noProof="0" dirty="0">
                <a:ln>
                  <a:noFill/>
                </a:ln>
                <a:solidFill>
                  <a:srgbClr val="000000"/>
                </a:solidFill>
                <a:effectLst/>
                <a:uLnTx/>
                <a:uFillTx/>
                <a:latin typeface="Segoe UI"/>
                <a:ea typeface="+mn-ea"/>
                <a:cs typeface="Segoe UI"/>
              </a:rPr>
              <a:t>–</a:t>
            </a:r>
            <a:r>
              <a:rPr kumimoji="0" lang="en-US" sz="2400" b="1" i="0" u="none" strike="noStrike" kern="1200" cap="none" spc="0" normalizeH="0" baseline="0" noProof="0" dirty="0">
                <a:ln>
                  <a:noFill/>
                </a:ln>
                <a:solidFill>
                  <a:srgbClr val="000000"/>
                </a:solidFill>
                <a:effectLst/>
                <a:uLnTx/>
                <a:uFillTx/>
                <a:latin typeface="Segoe UI"/>
                <a:ea typeface="+mn-ea"/>
                <a:cs typeface="Segoe UI"/>
              </a:rPr>
              <a:t> </a:t>
            </a:r>
            <a:r>
              <a:rPr kumimoji="0" lang="en-US" sz="2400" b="0" i="0" u="none" strike="noStrike" kern="1200" cap="none" spc="0" normalizeH="0" baseline="0" noProof="0" dirty="0">
                <a:ln>
                  <a:noFill/>
                </a:ln>
                <a:solidFill>
                  <a:srgbClr val="000000"/>
                </a:solidFill>
                <a:effectLst/>
                <a:uLnTx/>
                <a:uFillTx/>
                <a:latin typeface="Segoe UI"/>
                <a:ea typeface="+mn-ea"/>
                <a:cs typeface="Segoe UI"/>
              </a:rPr>
              <a:t>all in a </a:t>
            </a:r>
            <a:r>
              <a:rPr kumimoji="0" lang="en-US" sz="2400" b="1" i="0" u="none" strike="noStrike" kern="1200" cap="none" spc="0" normalizeH="0" baseline="0" noProof="0" dirty="0">
                <a:ln>
                  <a:noFill/>
                </a:ln>
                <a:solidFill>
                  <a:srgbClr val="000000"/>
                </a:solidFill>
                <a:effectLst/>
                <a:uLnTx/>
                <a:uFillTx/>
                <a:latin typeface="Segoe UI"/>
                <a:ea typeface="+mn-ea"/>
                <a:cs typeface="Segoe UI"/>
              </a:rPr>
              <a:t>user-friendly flow. </a:t>
            </a:r>
            <a:r>
              <a:rPr kumimoji="0" lang="en-US" sz="2400" b="0" i="0" u="none" strike="noStrike" kern="1200" cap="none" spc="0" normalizeH="0" baseline="0" noProof="0" dirty="0">
                <a:ln>
                  <a:noFill/>
                </a:ln>
                <a:solidFill>
                  <a:srgbClr val="000000"/>
                </a:solidFill>
                <a:effectLst/>
                <a:uLnTx/>
                <a:uFillTx/>
                <a:latin typeface="Segoe UI"/>
                <a:ea typeface="+mn-ea"/>
                <a:cs typeface="Segoe UI"/>
              </a:rPr>
              <a:t>Designed to combat spoofing such as deepfakes or using a still image to impersonate someone.</a:t>
            </a:r>
            <a:endParaRPr lang="en-US" sz="2800" b="1" i="0" dirty="0">
              <a:solidFill>
                <a:srgbClr val="111111"/>
              </a:solidFill>
              <a:effectLst/>
              <a:latin typeface="Barlow" panose="00000500000000000000" pitchFamily="2"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2800" b="1" i="0" dirty="0">
              <a:solidFill>
                <a:srgbClr val="111111"/>
              </a:solidFill>
              <a:effectLst/>
              <a:latin typeface="Barlow" panose="00000500000000000000" pitchFamily="2"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2800" b="1" i="0" dirty="0">
                <a:solidFill>
                  <a:srgbClr val="111111"/>
                </a:solidFill>
                <a:effectLst/>
                <a:latin typeface="Barlow" panose="00000500000000000000" pitchFamily="2" charset="0"/>
              </a:rPr>
              <a:t>Problem: </a:t>
            </a:r>
            <a:r>
              <a:rPr lang="en-US" sz="2800" b="0" i="0" dirty="0">
                <a:solidFill>
                  <a:srgbClr val="111111"/>
                </a:solidFill>
                <a:effectLst/>
                <a:latin typeface="Barlow" panose="00000500000000000000" pitchFamily="2" charset="0"/>
              </a:rPr>
              <a:t>88% of workers think their company’s onboarding could be improved</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2800" b="1" i="0" dirty="0">
                <a:solidFill>
                  <a:srgbClr val="111111"/>
                </a:solidFill>
                <a:effectLst/>
                <a:latin typeface="Barlow" panose="00000500000000000000" pitchFamily="2" charset="0"/>
              </a:rPr>
              <a:t>Solution: </a:t>
            </a:r>
            <a:r>
              <a:rPr lang="en-US" sz="2800" b="0" i="0" dirty="0">
                <a:solidFill>
                  <a:srgbClr val="111111"/>
                </a:solidFill>
                <a:effectLst/>
                <a:latin typeface="Barlow" panose="00000500000000000000" pitchFamily="2" charset="0"/>
              </a:rPr>
              <a:t>Trustworthy remote onboarding</a:t>
            </a:r>
            <a:endParaRPr lang="en-US" sz="2800" b="1" i="0" dirty="0">
              <a:solidFill>
                <a:srgbClr val="111111"/>
              </a:solidFill>
              <a:effectLst/>
              <a:latin typeface="Barlow" panose="00000500000000000000" pitchFamily="2" charset="0"/>
            </a:endParaRPr>
          </a:p>
          <a:p>
            <a:pPr marL="457200" indent="-457200">
              <a:buFont typeface="Arial" panose="020B0604020202020204" pitchFamily="34" charset="0"/>
              <a:buChar char="•"/>
            </a:pPr>
            <a:r>
              <a:rPr lang="en-US" sz="2800" dirty="0"/>
              <a:t>Establish quick, self-service onboarding</a:t>
            </a:r>
          </a:p>
          <a:p>
            <a:pPr marL="457200" indent="-457200">
              <a:buFont typeface="Arial" panose="020B0604020202020204" pitchFamily="34" charset="0"/>
              <a:buChar char="•"/>
            </a:pPr>
            <a:r>
              <a:rPr lang="en-US" sz="2800" dirty="0"/>
              <a:t>Validate identity information with ID verification partners</a:t>
            </a:r>
          </a:p>
          <a:p>
            <a:pPr marL="457200" indent="-457200">
              <a:buFont typeface="Arial" panose="020B0604020202020204" pitchFamily="34" charset="0"/>
              <a:buChar char="•"/>
            </a:pPr>
            <a:r>
              <a:rPr lang="en-US" sz="2800" dirty="0"/>
              <a:t>Use Face Check to ensure the right person is onboarding</a:t>
            </a:r>
          </a:p>
          <a:p>
            <a:pPr marL="457200" indent="-457200">
              <a:buFont typeface="Arial" panose="020B0604020202020204" pitchFamily="34" charset="0"/>
              <a:buChar char="•"/>
            </a:pPr>
            <a:endParaRPr lang="en-US" sz="2800" dirty="0"/>
          </a:p>
          <a:p>
            <a:pPr marL="0" indent="0">
              <a:buFont typeface="Arial" panose="020B0604020202020204" pitchFamily="34" charset="0"/>
              <a:buNone/>
            </a:pPr>
            <a:r>
              <a:rPr lang="en-US" sz="2800" b="1" dirty="0"/>
              <a:t>Problem:</a:t>
            </a:r>
            <a:r>
              <a:rPr lang="en-US" sz="2800" b="0" dirty="0"/>
              <a:t> Privacy regulations are becoming more frequent and complex</a:t>
            </a:r>
            <a:endParaRPr lang="en-US" sz="2800" b="1" dirty="0"/>
          </a:p>
          <a:p>
            <a:pPr marL="0" indent="0">
              <a:buFont typeface="Arial" panose="020B0604020202020204" pitchFamily="34" charset="0"/>
              <a:buNone/>
            </a:pPr>
            <a:r>
              <a:rPr lang="en-US" sz="2800" b="1" dirty="0"/>
              <a:t>Solution: </a:t>
            </a:r>
            <a:r>
              <a:rPr lang="en-US" sz="2800" b="0" dirty="0"/>
              <a:t>Secure access to your organization’s resources</a:t>
            </a:r>
          </a:p>
          <a:p>
            <a:pPr marL="457200" indent="-457200">
              <a:buFont typeface="Arial" panose="020B0604020202020204" pitchFamily="34" charset="0"/>
              <a:buChar char="•"/>
            </a:pPr>
            <a:r>
              <a:rPr lang="en-US" sz="2800" dirty="0"/>
              <a:t>Allow access only to trusted users</a:t>
            </a:r>
          </a:p>
          <a:p>
            <a:pPr marL="457200" indent="-457200">
              <a:buFont typeface="Arial" panose="020B0604020202020204" pitchFamily="34" charset="0"/>
              <a:buChar char="•"/>
            </a:pPr>
            <a:r>
              <a:rPr lang="en-US" sz="2800" dirty="0"/>
              <a:t>Adhere to privacy regulations more easily by ensuring that malicious actors don’t have access</a:t>
            </a:r>
          </a:p>
          <a:p>
            <a:pPr marL="457200" indent="-457200">
              <a:buFont typeface="Arial" panose="020B0604020202020204" pitchFamily="34" charset="0"/>
              <a:buChar char="•"/>
            </a:pPr>
            <a:r>
              <a:rPr lang="en-US" sz="2800" dirty="0"/>
              <a:t>Use Face Check to ensure the right people have access without needing manual approval from admins or managers</a:t>
            </a:r>
          </a:p>
          <a:p>
            <a:pPr marL="457200" indent="-457200">
              <a:buFont typeface="Arial" panose="020B0604020202020204" pitchFamily="34" charset="0"/>
              <a:buChar char="•"/>
            </a:pPr>
            <a:endParaRPr lang="en-US" sz="2800" b="1" dirty="0"/>
          </a:p>
          <a:p>
            <a:pPr marL="0" indent="0">
              <a:buFont typeface="Arial" panose="020B0604020202020204" pitchFamily="34" charset="0"/>
              <a:buNone/>
            </a:pPr>
            <a:r>
              <a:rPr lang="en-US" sz="2800" b="1" dirty="0"/>
              <a:t>Problem:</a:t>
            </a:r>
            <a:r>
              <a:rPr lang="en-US" sz="2800" b="0" dirty="0"/>
              <a:t> Help desks are vulnerable and easily infiltrated by impersonators</a:t>
            </a:r>
            <a:endParaRPr lang="en-US" sz="2800" b="1" dirty="0"/>
          </a:p>
          <a:p>
            <a:pPr marL="0" indent="0">
              <a:buFont typeface="Arial" panose="020B0604020202020204" pitchFamily="34" charset="0"/>
              <a:buNone/>
            </a:pPr>
            <a:r>
              <a:rPr lang="en-US" sz="2800" b="1" dirty="0"/>
              <a:t>Solution: </a:t>
            </a:r>
            <a:r>
              <a:rPr lang="en-US" sz="2800" b="0" dirty="0"/>
              <a:t>Introduce verifiability and self-service options into your help desk</a:t>
            </a:r>
          </a:p>
          <a:p>
            <a:pPr marL="457200" indent="-457200">
              <a:buFont typeface="Arial" panose="020B0604020202020204" pitchFamily="34" charset="0"/>
              <a:buChar char="•"/>
            </a:pPr>
            <a:r>
              <a:rPr lang="en-US" sz="2800" dirty="0"/>
              <a:t>Verify who is calling the help desk to prevent attacks like the one discussed on the previous slide</a:t>
            </a:r>
          </a:p>
          <a:p>
            <a:pPr marL="457200" indent="-457200">
              <a:buFont typeface="Arial" panose="020B0604020202020204" pitchFamily="34" charset="0"/>
              <a:buChar char="•"/>
            </a:pPr>
            <a:r>
              <a:rPr lang="en-US" sz="2800" dirty="0"/>
              <a:t>Reduce support phone calls and security questions and create self-service help desk and account recovery flow options</a:t>
            </a:r>
          </a:p>
          <a:p>
            <a:pPr marL="457200" indent="-457200">
              <a:buFont typeface="Arial" panose="020B0604020202020204" pitchFamily="34" charset="0"/>
              <a:buChar char="•"/>
            </a:pPr>
            <a:r>
              <a:rPr lang="en-US" sz="2800" dirty="0"/>
              <a:t>Use Face Check to ensure the right person is accessing the help desk</a:t>
            </a:r>
          </a:p>
          <a:p>
            <a:pPr marL="457200" indent="-457200">
              <a:buFont typeface="Arial" panose="020B0604020202020204" pitchFamily="34" charset="0"/>
              <a:buChar char="•"/>
            </a:pPr>
            <a:endParaRPr lang="en-US" sz="2800" b="1" dirty="0"/>
          </a:p>
          <a:p>
            <a:pPr marL="0" indent="0">
              <a:buFont typeface="Arial" panose="020B0604020202020204" pitchFamily="34" charset="0"/>
              <a:buNone/>
            </a:pPr>
            <a:endParaRPr lang="en-US" sz="2800" b="1"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2800" b="0" i="0" dirty="0">
              <a:solidFill>
                <a:srgbClr val="111111"/>
              </a:solidFill>
              <a:effectLst/>
              <a:latin typeface="Barlow" panose="00000500000000000000" pitchFamily="2"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2800" b="0" i="0" dirty="0">
              <a:solidFill>
                <a:srgbClr val="111111"/>
              </a:solidFill>
              <a:effectLst/>
              <a:latin typeface="Barlow" panose="00000500000000000000" pitchFamily="2"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2800" b="0" i="0" dirty="0">
                <a:solidFill>
                  <a:srgbClr val="111111"/>
                </a:solidFill>
                <a:effectLst/>
                <a:latin typeface="Barlow" panose="00000500000000000000" pitchFamily="2" charset="0"/>
              </a:rPr>
              <a:t>By using Verified  in a well-structured onboarding program, businesses can significantly reduce turnover costs, boost productivity, and ultimately drive organizational success.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dirty="0">
                <a:effectLst/>
                <a:latin typeface="Calibri" panose="020F0502020204030204" pitchFamily="34" charset="0"/>
                <a:ea typeface="MS Gothic" panose="020B0609070205080204" pitchFamily="49" charset="-128"/>
                <a:cs typeface="Arial" panose="020B0604020202020204" pitchFamily="34" charset="0"/>
              </a:rPr>
              <a:t>Many organizations today are hampered with inefficiencies and extra costs due to the strain of suboptimal identity management processes and identity verification. They are managing the personal data for their employees, customers, and guests. This practice is not sustainable and unnecessarily adds to the burden of identity management</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1" dirty="0">
                <a:effectLst/>
                <a:latin typeface="Calibri" panose="020F0502020204030204" pitchFamily="34" charset="0"/>
                <a:ea typeface="MS Gothic" panose="020B0609070205080204" pitchFamily="49" charset="-128"/>
                <a:cs typeface="Arial" panose="020B0604020202020204" pitchFamily="34" charset="0"/>
              </a:rPr>
              <a:t>Key challenges</a:t>
            </a:r>
            <a:endParaRPr lang="en-US" sz="1800" dirty="0">
              <a:effectLst/>
              <a:latin typeface="Calibri" panose="020F0502020204030204" pitchFamily="34" charset="0"/>
              <a:ea typeface="MS Gothic" panose="020B0609070205080204" pitchFamily="49" charset="-128"/>
              <a:cs typeface="Arial" panose="020B0604020202020204" pitchFamily="34"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800" b="1" dirty="0"/>
              <a:t>Remote onboarding</a:t>
            </a:r>
            <a:r>
              <a:rPr lang="en-US" sz="1800" b="1" baseline="30000" dirty="0"/>
              <a:t>1</a:t>
            </a:r>
            <a:r>
              <a:rPr lang="en-US" sz="1800" b="1" dirty="0"/>
              <a:t> </a:t>
            </a:r>
            <a:r>
              <a:rPr lang="en-US" sz="1800" b="0" dirty="0"/>
              <a:t>***lots of great stats to look at from the source: </a:t>
            </a:r>
            <a:r>
              <a:rPr lang="en-US" sz="4000" dirty="0"/>
              <a:t>https://www.g2.com/articles/onboarding-statistics</a:t>
            </a:r>
            <a:r>
              <a:rPr lang="en-US" sz="2800" dirty="0"/>
              <a:t>***</a:t>
            </a:r>
            <a:endParaRPr lang="en-US" sz="1800" b="1"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88% of workers think their company’s onboarding has room for improvement</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Great onboarding can improve retention by 82% and work quality by over 70%</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Onboarding is biggest challenge for 37.4% of HR professionals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2800" b="0" i="0" dirty="0">
                <a:solidFill>
                  <a:srgbClr val="111111"/>
                </a:solidFill>
                <a:effectLst/>
                <a:latin typeface="Barlow" panose="00000500000000000000" pitchFamily="2" charset="0"/>
              </a:rPr>
              <a:t>47% of businesses face difficulties in onboarding due to problems with accessing infrastructure.</a:t>
            </a:r>
            <a:endParaRPr lang="en-US" sz="18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22</a:t>
            </a:r>
            <a:r>
              <a:rPr kumimoji="0" lang="en-US" sz="18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 employee turnover without efficient </a:t>
            </a:r>
            <a:r>
              <a:rPr lang="en-US" sz="1800" dirty="0">
                <a:gradFill>
                  <a:gsLst>
                    <a:gs pos="83000">
                      <a:schemeClr val="tx1"/>
                    </a:gs>
                    <a:gs pos="100000">
                      <a:schemeClr val="tx1"/>
                    </a:gs>
                  </a:gsLst>
                  <a:lin ang="5400000" scaled="1"/>
                </a:gradFill>
                <a:latin typeface="Segoe UI"/>
                <a:ea typeface="Segoe UI" pitchFamily="34" charset="0"/>
                <a:cs typeface="Segoe UI" pitchFamily="34" charset="0"/>
              </a:rPr>
              <a:t>onboarding </a:t>
            </a:r>
            <a:r>
              <a:rPr kumimoji="0" lang="en-US" sz="18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within the first 45 days of employment</a:t>
            </a:r>
            <a:r>
              <a:rPr kumimoji="0" lang="en-US" sz="28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endParaRPr lang="en-US" sz="1800" b="0" dirty="0"/>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Access Challenges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Regulation over data and access is growing:</a:t>
            </a: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 </a:t>
            </a:r>
            <a:r>
              <a:rPr lang="en-US" sz="1800" b="1" dirty="0"/>
              <a:t>75% of global population’s personal data will be under privacy regulation by year-end 2024</a:t>
            </a:r>
            <a:r>
              <a:rPr lang="en-US" sz="1800" b="0" dirty="0"/>
              <a:t> according to </a:t>
            </a:r>
            <a:r>
              <a:rPr lang="en-US" sz="1800" b="0" baseline="0" dirty="0"/>
              <a:t>Gartner</a:t>
            </a:r>
            <a:r>
              <a:rPr lang="en-US" sz="1800" b="0" baseline="30000" dirty="0"/>
              <a:t>2</a:t>
            </a:r>
            <a:r>
              <a:rPr lang="en-US" sz="1800" b="0" baseline="0" dirty="0"/>
              <a:t>. </a:t>
            </a:r>
            <a:endParaRPr lang="en-US" sz="1800" b="0" baseline="0" dirty="0">
              <a:effectLst/>
              <a:latin typeface="+mn-lt"/>
              <a:ea typeface="+mn-ea"/>
              <a:cs typeface="+mn-cs"/>
            </a:endParaRP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kumimoji="0" lang="en-US" sz="18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Imperative to know who has access to your resources and trust them</a:t>
            </a:r>
            <a:r>
              <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 strict compliance requirements in place for regulated industries and government vendors. Hefty financial penalties for noncompliance</a:t>
            </a:r>
            <a:r>
              <a:rPr lang="en-US" sz="1800" dirty="0">
                <a:effectLst/>
                <a:latin typeface="Times New Roman" panose="02020603050405020304" pitchFamily="18" charset="0"/>
                <a:ea typeface="Times New Roman" panose="02020603050405020304" pitchFamily="18" charset="0"/>
              </a:rPr>
              <a:t>, many industries have complex privacy and identity related regulations to mange. Some examples include:</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FinServ: Know your customer (KYC) and anti-money laundering (AML)</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Healthcare: patient privacy laws such as HIPPA in the U.S.</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Edu: student privacy protection laws such as FERPA in the U.S.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1" dirty="0">
                <a:gradFill>
                  <a:gsLst>
                    <a:gs pos="83000">
                      <a:schemeClr val="tx1"/>
                    </a:gs>
                    <a:gs pos="100000">
                      <a:schemeClr val="tx1"/>
                    </a:gs>
                  </a:gsLst>
                  <a:lin ang="5400000" scaled="1"/>
                </a:gradFill>
                <a:latin typeface="+mj-lt"/>
                <a:cs typeface="Segoe UI" pitchFamily="34" charset="0"/>
              </a:rPr>
              <a:t>Example: </a:t>
            </a:r>
            <a:r>
              <a:rPr lang="en-US" sz="1800" dirty="0">
                <a:gradFill>
                  <a:gsLst>
                    <a:gs pos="83000">
                      <a:schemeClr val="tx1"/>
                    </a:gs>
                    <a:gs pos="100000">
                      <a:schemeClr val="tx1"/>
                    </a:gs>
                  </a:gsLst>
                  <a:lin ang="5400000" scaled="1"/>
                </a:gradFill>
                <a:latin typeface="+mj-lt"/>
                <a:cs typeface="Segoe UI" pitchFamily="34" charset="0"/>
              </a:rPr>
              <a:t>Access to resources without verification creates risks: </a:t>
            </a:r>
            <a:r>
              <a:rPr lang="en-US" sz="1800" b="0" dirty="0">
                <a:effectLst/>
                <a:latin typeface="Times New Roman" panose="02020603050405020304" pitchFamily="18" charset="0"/>
                <a:ea typeface="Times New Roman" panose="02020603050405020304" pitchFamily="18" charset="0"/>
              </a:rPr>
              <a:t>In 2023, an attacker got into T-Mobile through a single improperly secured API. Result was a data breach that affected approx. 37M customer accounts</a:t>
            </a:r>
            <a:r>
              <a:rPr lang="en-US" sz="1800" b="0" baseline="30000" dirty="0">
                <a:effectLst/>
                <a:latin typeface="Times New Roman" panose="02020603050405020304" pitchFamily="18" charset="0"/>
                <a:ea typeface="Times New Roman" panose="02020603050405020304" pitchFamily="18" charset="0"/>
              </a:rPr>
              <a:t>3,4</a:t>
            </a:r>
            <a:r>
              <a:rPr lang="en-US" sz="1800" b="0" baseline="0" dirty="0">
                <a:effectLst/>
                <a:latin typeface="Times New Roman" panose="02020603050405020304" pitchFamily="18" charset="0"/>
                <a:ea typeface="Times New Roman" panose="02020603050405020304" pitchFamily="18" charset="0"/>
              </a:rPr>
              <a:t>. Likely could have been avoided if they had proper ID verification before granting access </a:t>
            </a:r>
            <a:endParaRPr lang="en-US" sz="1800" b="0"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800" b="1" dirty="0"/>
          </a:p>
          <a:p>
            <a:pPr marL="0" marR="0" lvl="0" indent="0" algn="l" defTabSz="914400" rtl="0" eaLnBrk="1" fontAlgn="base" latinLnBrk="0" hangingPunct="1">
              <a:lnSpc>
                <a:spcPct val="107000"/>
              </a:lnSpc>
              <a:spcBef>
                <a:spcPts val="0"/>
              </a:spcBef>
              <a:spcAft>
                <a:spcPts val="800"/>
              </a:spcAft>
              <a:buClrTx/>
              <a:buSzTx/>
              <a:buFontTx/>
              <a:buNone/>
              <a:tabLst/>
              <a:defRPr/>
            </a:pPr>
            <a:r>
              <a:rPr lang="en-US" sz="1800" b="1" dirty="0"/>
              <a:t>Help desk vulnerability</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1" dirty="0"/>
              <a:t>330K+ reports of business impersonation scams, Over $1.1B loses to impersonation scams of all types in US in 2023</a:t>
            </a:r>
            <a:r>
              <a:rPr lang="en-US" sz="1800" b="1" baseline="30000" dirty="0"/>
              <a:t>8 </a:t>
            </a:r>
            <a:r>
              <a:rPr lang="en-US" sz="1800" baseline="0" dirty="0"/>
              <a:t>and </a:t>
            </a:r>
            <a:r>
              <a:rPr lang="en-US" sz="1800" b="1" dirty="0"/>
              <a:t>35% of business in the UK experienced an impersonation attack </a:t>
            </a:r>
            <a:r>
              <a:rPr lang="en-US" sz="1800" dirty="0"/>
              <a:t>over the last 12 months</a:t>
            </a:r>
            <a:r>
              <a:rPr lang="en-US" sz="1800" baseline="30000" dirty="0"/>
              <a:t>9.</a:t>
            </a:r>
            <a:endParaRPr lang="en-US" sz="1800" baseline="30000" dirty="0">
              <a:effectLst/>
              <a:latin typeface="Times New Roman" panose="02020603050405020304" pitchFamily="18" charset="0"/>
            </a:endParaRP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dirty="0">
                <a:effectLst/>
                <a:latin typeface="Times New Roman" panose="02020603050405020304" pitchFamily="18" charset="0"/>
                <a:ea typeface="Times New Roman" panose="02020603050405020304" pitchFamily="18" charset="0"/>
              </a:rPr>
              <a:t>Impersonators often get in by posing as employees, calling the help desk, and getting their device registered to the employee’s account. </a:t>
            </a:r>
            <a:endParaRPr lang="en-US" sz="18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1" dirty="0">
                <a:effectLst/>
                <a:latin typeface="Times New Roman" panose="02020603050405020304" pitchFamily="18" charset="0"/>
                <a:ea typeface="Times New Roman" panose="02020603050405020304" pitchFamily="18" charset="0"/>
              </a:rPr>
              <a:t>Example: </a:t>
            </a:r>
            <a:r>
              <a:rPr lang="en-US" sz="1800" dirty="0">
                <a:effectLst/>
                <a:latin typeface="Times New Roman" panose="02020603050405020304" pitchFamily="18" charset="0"/>
                <a:ea typeface="Times New Roman" panose="02020603050405020304" pitchFamily="18" charset="0"/>
              </a:rPr>
              <a:t>Happened to MGM in 2023, impersonator had a 10 min call with the help desk, was given access to MGM internal systems, and did damage forced MGM to shut down all systems and lost 100M in total</a:t>
            </a:r>
            <a:r>
              <a:rPr lang="en-US" sz="1800" baseline="30000" dirty="0">
                <a:effectLst/>
                <a:latin typeface="Times New Roman" panose="02020603050405020304" pitchFamily="18" charset="0"/>
                <a:ea typeface="Times New Roman" panose="02020603050405020304" pitchFamily="18" charset="0"/>
              </a:rPr>
              <a:t>7,10</a:t>
            </a:r>
            <a:r>
              <a:rPr lang="en-US" sz="1800" dirty="0">
                <a:effectLst/>
                <a:latin typeface="Times New Roman" panose="02020603050405020304" pitchFamily="18" charset="0"/>
                <a:ea typeface="Times New Roman" panose="02020603050405020304" pitchFamily="18" charset="0"/>
              </a:rPr>
              <a:t> </a:t>
            </a:r>
            <a:endParaRPr lang="en-US" sz="18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800" b="0" dirty="0"/>
              <a:t>Hackers are getting smarter with impersonation and social engineering</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b="1" dirty="0"/>
              <a:t>Evolved phishing considered top threat for CIOs by Gartner</a:t>
            </a:r>
            <a:r>
              <a:rPr lang="en-US" sz="1800" b="1" baseline="30000" dirty="0"/>
              <a:t>5</a:t>
            </a:r>
            <a:r>
              <a:rPr lang="en-US" sz="1800" b="0" dirty="0"/>
              <a:t>: vishing (voice), smishing (text, social media, collaboration platforms). Phishing leads to credential theft and data exfiltration. Phishing is a top contributor to data loss</a:t>
            </a:r>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b="1" dirty="0"/>
              <a:t>Credential abuse</a:t>
            </a:r>
            <a:r>
              <a:rPr lang="en-US" sz="1800" b="0" dirty="0"/>
              <a:t>: attacker logs in as someone with legitimate access, can sometimes defeat MFA which remains a best practice for authentication if using modern methods and flows</a:t>
            </a:r>
            <a:endParaRPr lang="en-US" sz="1800" b="1" dirty="0"/>
          </a:p>
          <a:p>
            <a:pPr marL="742950" marR="0" lvl="1" indent="-285750" algn="l" defTabSz="914400" rtl="0" eaLnBrk="1" fontAlgn="base" latinLnBrk="0" hangingPunct="1">
              <a:lnSpc>
                <a:spcPct val="107000"/>
              </a:lnSpc>
              <a:spcBef>
                <a:spcPts val="0"/>
              </a:spcBef>
              <a:spcAft>
                <a:spcPts val="800"/>
              </a:spcAft>
              <a:buClrTx/>
              <a:buSzTx/>
              <a:buFontTx/>
              <a:buChar char="-"/>
              <a:tabLst/>
              <a:defRPr/>
            </a:pPr>
            <a:r>
              <a:rPr lang="en-US" sz="1800" b="1" dirty="0"/>
              <a:t>Deepfakes considered a top five cybersecurity threat of 2024</a:t>
            </a:r>
            <a:r>
              <a:rPr lang="en-US" sz="1800" b="0" dirty="0"/>
              <a:t> by Forrester</a:t>
            </a:r>
            <a:r>
              <a:rPr lang="en-US" sz="1800" b="0" baseline="30000" dirty="0"/>
              <a:t>6</a:t>
            </a:r>
            <a:r>
              <a:rPr lang="en-US" sz="1800" b="0" dirty="0">
                <a:effectLst/>
                <a:latin typeface="Calibri" panose="020F0502020204030204" pitchFamily="34" charset="0"/>
                <a:ea typeface="MS Gothic" panose="020B0609070205080204" pitchFamily="49" charset="-128"/>
                <a:cs typeface="Arial" panose="020B0604020202020204" pitchFamily="34" charset="0"/>
              </a:rPr>
              <a:t>. </a:t>
            </a:r>
            <a:r>
              <a:rPr lang="en-US" sz="1800" dirty="0">
                <a:effectLst/>
                <a:latin typeface="Calibri" panose="020F0502020204030204" pitchFamily="34" charset="0"/>
                <a:ea typeface="MS Gothic" panose="020B0609070205080204" pitchFamily="49" charset="-128"/>
                <a:cs typeface="Arial" panose="020B0604020202020204" pitchFamily="34" charset="0"/>
              </a:rPr>
              <a:t>The rise of deepfakes and other gen-AI impersonation tactics creates new security vulnerabilities that are growing in frequency.</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1" dirty="0">
                <a:solidFill>
                  <a:srgbClr val="262626"/>
                </a:solidFill>
                <a:effectLst/>
                <a:latin typeface="Calibri" panose="020F0502020204030204" pitchFamily="34" charset="0"/>
                <a:ea typeface="MS Gothic" panose="020B0609070205080204" pitchFamily="49" charset="-128"/>
                <a:cs typeface="Segoe UI" panose="020B0502040204020203" pitchFamily="34" charset="0"/>
              </a:rPr>
              <a:t>Conclusion</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dirty="0">
                <a:solidFill>
                  <a:srgbClr val="262626"/>
                </a:solidFill>
                <a:effectLst/>
                <a:latin typeface="Calibri" panose="020F0502020204030204" pitchFamily="34" charset="0"/>
                <a:ea typeface="MS Gothic" panose="020B0609070205080204" pitchFamily="49" charset="-128"/>
                <a:cs typeface="Segoe UI" panose="020B0502040204020203" pitchFamily="34" charset="0"/>
              </a:rPr>
              <a:t>The current status quo is not sustainable for the digital future. Organizations will have to find a better way to manage their user’s identities, or they will continue to leave themselves bogged down in managing inefficient identification processes as well as more vulnerable to impersonation attacks.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Sources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aseline="30000" dirty="0">
                <a:hlinkClick r:id="rId3"/>
              </a:rPr>
              <a:t>1</a:t>
            </a:r>
            <a:r>
              <a:rPr lang="en-US" sz="1800" dirty="0">
                <a:hlinkClick r:id="rId3"/>
              </a:rPr>
              <a:t>50+ Employee Onboarding Statistics You Must Know in 2024 (g2.com)</a:t>
            </a:r>
            <a:r>
              <a:rPr lang="en-US" sz="1800" dirty="0"/>
              <a:t>: https://www.g2.com/articles/onboarding-statistics</a:t>
            </a:r>
            <a:endParaRPr kumimoji="0" lang="en-US" sz="1800" b="0" i="0" u="none" strike="noStrike" kern="1200" cap="none" spc="0" normalizeH="0" baseline="0" noProof="0" dirty="0">
              <a:ln>
                <a:noFill/>
              </a:ln>
              <a:solidFill>
                <a:schemeClr val="accent1"/>
              </a:solidFill>
              <a:effectLst/>
              <a:uLnTx/>
              <a:uFillTx/>
              <a:latin typeface="+mn-lt"/>
              <a:ea typeface="+mn-ea"/>
              <a:cs typeface="+mn-cs"/>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2</a:t>
            </a:r>
            <a:r>
              <a:rPr kumimoji="0" lang="en-US" sz="18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Gartner 2024 Top Five Trends in Privacy: </a:t>
            </a:r>
            <a:r>
              <a:rPr lang="en-US" sz="4400" dirty="0">
                <a:hlinkClick r:id="rId4"/>
              </a:rPr>
              <a:t>https://www.gartner.com/en/newsroom/press-releases/2022-05-31-gartner-identifies-top-five-trends-in-privacy-through-2024</a:t>
            </a: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6000" baseline="30000" dirty="0">
                <a:hlinkClick r:id="rId5"/>
              </a:rPr>
              <a:t>3</a:t>
            </a:r>
            <a:r>
              <a:rPr lang="en-US" sz="6000" dirty="0">
                <a:hlinkClick r:id="rId5"/>
              </a:rPr>
              <a:t>T-Mobile Informing Impacted Customers about Unauthorized Activity - T-Mobile Newsroom</a:t>
            </a:r>
            <a:r>
              <a:rPr lang="en-US" sz="4400" dirty="0"/>
              <a:t>: https://www.t-mobile.com/news/business/customer-information</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6000" baseline="30000" dirty="0">
                <a:hlinkClick r:id="rId6"/>
              </a:rPr>
              <a:t>4</a:t>
            </a:r>
            <a:r>
              <a:rPr lang="en-US" sz="6000" dirty="0">
                <a:hlinkClick r:id="rId6"/>
              </a:rPr>
              <a:t>T-Mobile breached by hackers as 37 million customers impacted - ABC News (go.com)</a:t>
            </a:r>
            <a:r>
              <a:rPr lang="en-US" sz="4400" dirty="0"/>
              <a:t>: https://abcnews.go.com/US/mobile-breached-hackers-37-million-customers-impacted/story?id=96557559</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44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800" baseline="30000" dirty="0">
                <a:hlinkClick r:id="rId7"/>
              </a:rPr>
              <a:t>5</a:t>
            </a:r>
            <a:r>
              <a:rPr lang="en-US" sz="1800" dirty="0">
                <a:hlinkClick r:id="rId7"/>
              </a:rPr>
              <a:t>Comprehensive Protection Strategies Against Cyber Threats | Gartner</a:t>
            </a:r>
            <a:r>
              <a:rPr lang="en-US" sz="1800" dirty="0"/>
              <a:t>: Comprehensive Protection Strategies Against Cyber Threats | Gartner</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9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9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6</a:t>
            </a:r>
            <a:r>
              <a:rPr kumimoji="0" lang="en-US" sz="9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Forrester State of Cybersecurity Innovations: </a:t>
            </a:r>
            <a:r>
              <a:rPr lang="en-US" sz="1800" dirty="0">
                <a:hlinkClick r:id="rId8"/>
              </a:rPr>
              <a:t>https://www.forrester.com/blogs/state-of-cybersecurity-innovation-rsa-conference-2024/#:~:text=Forrester%20calls%20out%20deepfakes%20as%20one%20of%20the,and%20brand%20damage%2C%20amplification%20of%20misinformation%2C%20and%20more.</a:t>
            </a:r>
            <a:endParaRPr kumimoji="0" lang="en-US" sz="9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7</a:t>
            </a:r>
            <a:r>
              <a:rPr lang="en-US" sz="2800" dirty="0">
                <a:hlinkClick r:id="rId9"/>
              </a:rPr>
              <a:t>Inside The Ransomware Attack That Shut Down MGM Resorts (forbes.com)</a:t>
            </a:r>
            <a:r>
              <a:rPr lang="en-US" sz="2800" dirty="0"/>
              <a:t>: </a:t>
            </a:r>
            <a:r>
              <a:rPr lang="en-US" sz="1800" u="sng" dirty="0"/>
              <a:t>https://www.forbes.com/sites/suzannerowankelleher/2023/09/13/ransomware-attack-mgm-resorts/</a:t>
            </a:r>
            <a:endParaRPr lang="en-US" sz="1200" u="sng"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8</a:t>
            </a:r>
            <a:r>
              <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Federal Trade Commission Research: </a:t>
            </a:r>
            <a:r>
              <a:rPr lang="en-US" sz="4400" dirty="0">
                <a:hlinkClick r:id="rId10"/>
              </a:rPr>
              <a:t>https://www.ftc.gov/business-guidance/blog/2024/04/new-ftc-data-spotlight-offers-illuminating-insights-impersonation-scams</a:t>
            </a: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9</a:t>
            </a:r>
            <a:r>
              <a:rPr kumimoji="0" lang="en-US" sz="18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uk.gov research: </a:t>
            </a:r>
            <a:r>
              <a:rPr lang="en-US" sz="4400" dirty="0">
                <a:hlinkClick r:id="rId11"/>
              </a:rPr>
              <a:t>https://www.gov.uk/government/statistics/cyber-security-breaches-survey-2024/cyber-security-breaches-survey-2024</a:t>
            </a:r>
            <a:endParaRPr lang="en-US" sz="44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44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44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10</a:t>
            </a:r>
            <a:r>
              <a:rPr lang="en-US" sz="2800" dirty="0">
                <a:hlinkClick r:id="rId12"/>
              </a:rPr>
              <a:t>MGM loses $100M, refused to pay ransom to end cyberattack (nypost.com)</a:t>
            </a:r>
            <a:r>
              <a:rPr lang="en-US" sz="2800" dirty="0"/>
              <a:t> </a:t>
            </a:r>
            <a:r>
              <a:rPr lang="en-US" sz="2800" dirty="0">
                <a:hlinkClick r:id="rId12"/>
              </a:rPr>
              <a:t>MGM loses $100M, refused to pay ransom to end cyberattack (nypost.com)</a:t>
            </a:r>
            <a:endParaRPr kumimoji="0" lang="en-US" sz="18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a:endParaRPr lang="en-US" sz="18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0003EDE-6D21-54B2-C83A-1BDBAF2BD32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3E014C3-AC8C-4A60-9C73-5E397988B9BB}"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26168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57248-4E67-8DB8-4B7E-7C0F6F715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DA1C65-6906-450E-C098-B8D071604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F0ED9A-0E5E-BCF5-4606-A08267D1DDEC}"/>
              </a:ext>
            </a:extLst>
          </p:cNvPr>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200" b="1" dirty="0">
                <a:solidFill>
                  <a:srgbClr val="000000"/>
                </a:solidFill>
                <a:effectLst/>
                <a:latin typeface="Segoe UI" panose="020B0502040204020203" pitchFamily="34" charset="0"/>
                <a:ea typeface="Segoe UI" panose="020B0502040204020203" pitchFamily="34" charset="0"/>
              </a:rPr>
              <a:t>What is a Verified ID?</a:t>
            </a:r>
            <a:endParaRPr lang="en-US" sz="1200" b="0" dirty="0">
              <a:solidFill>
                <a:srgbClr val="000000"/>
              </a:solidFill>
              <a:effectLst/>
              <a:latin typeface="Segoe UI" panose="020B0502040204020203" pitchFamily="34" charset="0"/>
              <a:ea typeface="Segoe UI" panose="020B0502040204020203" pitchFamily="34"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200" b="0" dirty="0">
                <a:solidFill>
                  <a:srgbClr val="000000"/>
                </a:solidFill>
                <a:effectLst/>
                <a:latin typeface="Segoe UI" panose="020B0502040204020203" pitchFamily="34" charset="0"/>
                <a:ea typeface="Segoe UI" panose="020B0502040204020203" pitchFamily="34" charset="0"/>
              </a:rPr>
              <a:t>A card a user keeps in their digital wallet on their personal device that attests to an identity attribute. </a:t>
            </a:r>
            <a:r>
              <a:rPr lang="en-US" sz="1200" b="1" i="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Having a Verified ID means that a trusted authority is confirming an identity attribute about the user.</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b="1"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Issue easily</a:t>
            </a:r>
            <a:endParaRPr lang="en-US" b="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b="0" dirty="0"/>
              <a:t>Organizations that are trusted authorities (employer, university, government, trusted partner, etc.) create Verified IDs that confirm something about someone’s identity (who they are, their nationality, employment status, age, training/skills, permissions, another identity attribute, or multiple attributes) and distribute them to users (employees, students, citizens, consumers, etc.)</a:t>
            </a:r>
            <a:endParaRPr lang="en-US" b="1" dirty="0"/>
          </a:p>
          <a:p>
            <a:endParaRPr lang="en-US" b="1"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ln w="3175">
                  <a:noFill/>
                </a:ln>
                <a:gradFill>
                  <a:gsLst>
                    <a:gs pos="0">
                      <a:srgbClr val="000000"/>
                    </a:gs>
                    <a:gs pos="100000">
                      <a:srgbClr val="000000"/>
                    </a:gs>
                  </a:gsLst>
                  <a:lin ang="0" scaled="1"/>
                </a:gradFill>
                <a:cs typeface="Segoe UI" panose="020B0502040204020203" pitchFamily="34" charset="0"/>
              </a:rPr>
              <a:t>Use anywhere</a:t>
            </a:r>
            <a:endParaRPr lang="en-US" sz="1200" b="0" dirty="0">
              <a:ln w="3175">
                <a:noFill/>
              </a:ln>
              <a:gradFill>
                <a:gsLst>
                  <a:gs pos="0">
                    <a:srgbClr val="000000"/>
                  </a:gs>
                  <a:gs pos="100000">
                    <a:srgbClr val="000000"/>
                  </a:gs>
                </a:gsLst>
                <a:lin ang="0" scaled="1"/>
              </a:gradFill>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dirty="0">
                <a:ln w="3175">
                  <a:noFill/>
                </a:ln>
                <a:gradFill>
                  <a:gsLst>
                    <a:gs pos="0">
                      <a:srgbClr val="000000"/>
                    </a:gs>
                    <a:gs pos="100000">
                      <a:srgbClr val="000000"/>
                    </a:gs>
                  </a:gsLst>
                  <a:lin ang="0" scaled="1"/>
                </a:gradFill>
                <a:cs typeface="Segoe UI" panose="020B0502040204020203" pitchFamily="34" charset="0"/>
              </a:rPr>
              <a:t>Verified IDs are user owned credentials. They are stored on a digital wallet, could be Microsoft Authenticator app or a branded app. Users can see the identity attributes stored on the Verified ID. Users can use a single Verified ID for many verifications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b="0" dirty="0">
              <a:ln w="3175">
                <a:noFill/>
              </a:ln>
              <a:gradFill>
                <a:gsLst>
                  <a:gs pos="0">
                    <a:srgbClr val="000000"/>
                  </a:gs>
                  <a:gs pos="100000">
                    <a:srgbClr val="000000"/>
                  </a:gs>
                </a:gsLst>
                <a:lin ang="0" scaled="1"/>
              </a:gradFill>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ln w="3175">
                  <a:noFill/>
                </a:ln>
                <a:gradFill>
                  <a:gsLst>
                    <a:gs pos="0">
                      <a:srgbClr val="000000"/>
                    </a:gs>
                    <a:gs pos="100000">
                      <a:srgbClr val="000000"/>
                    </a:gs>
                  </a:gsLst>
                  <a:lin ang="0" scaled="1"/>
                </a:gradFill>
                <a:cs typeface="Segoe UI" panose="020B0502040204020203" pitchFamily="34" charset="0"/>
              </a:rPr>
              <a:t>Verify confidently</a:t>
            </a:r>
            <a:endParaRPr lang="en-US" sz="1200" b="0" dirty="0">
              <a:ln w="3175">
                <a:noFill/>
              </a:ln>
              <a:gradFill>
                <a:gsLst>
                  <a:gs pos="0">
                    <a:srgbClr val="000000"/>
                  </a:gs>
                  <a:gs pos="100000">
                    <a:srgbClr val="000000"/>
                  </a:gs>
                </a:gsLst>
                <a:lin ang="0" scaled="1"/>
              </a:gradFill>
              <a:cs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dirty="0">
                <a:ln w="3175">
                  <a:noFill/>
                </a:ln>
                <a:gradFill>
                  <a:gsLst>
                    <a:gs pos="0">
                      <a:srgbClr val="000000"/>
                    </a:gs>
                    <a:gs pos="100000">
                      <a:srgbClr val="000000"/>
                    </a:gs>
                  </a:gsLst>
                  <a:lin ang="0" scaled="1"/>
                </a:gradFill>
                <a:cs typeface="Segoe UI" panose="020B0502040204020203" pitchFamily="34" charset="0"/>
              </a:rPr>
              <a:t>Organizations can ask users to share their Verified ID to develop trust that the person they are interacting with is who they think it is.</a:t>
            </a:r>
            <a:endParaRPr lang="en-US" b="1" dirty="0"/>
          </a:p>
          <a:p>
            <a:endParaRPr lang="en-US" b="1" dirty="0"/>
          </a:p>
          <a:p>
            <a:r>
              <a:rPr lang="en-US" b="1" dirty="0"/>
              <a:t>Issue easily</a:t>
            </a:r>
          </a:p>
          <a:p>
            <a:r>
              <a:rPr lang="en-US" sz="900" dirty="0">
                <a:ln w="3175">
                  <a:noFill/>
                </a:ln>
                <a:gradFill>
                  <a:gsLst>
                    <a:gs pos="0">
                      <a:srgbClr val="000000"/>
                    </a:gs>
                    <a:gs pos="100000">
                      <a:srgbClr val="000000"/>
                    </a:gs>
                  </a:gsLst>
                  <a:lin ang="0" scaled="1"/>
                </a:gradFill>
                <a:cs typeface="Segoe UI" panose="020B0502040204020203" pitchFamily="34" charset="0"/>
              </a:rPr>
              <a:t>Users must request a Verified ID from an organization, usually by scanning a QR code that takes the user to an identity validation process. Employees, partners and customers that go through the organization’s process to validate their identity will be issued a Verified ID. Examples of what identity claims an organization could validate: name/identity, age, nationality, employer/employment status, a particular skill or licensure, student or alumni status, etc. Users can start the process of being issued a Verified ID with a simple QR code scan.</a:t>
            </a:r>
          </a:p>
          <a:p>
            <a:endParaRPr lang="en-US" b="1"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00" dirty="0">
              <a:ln w="3175">
                <a:noFill/>
              </a:ln>
              <a:gradFill>
                <a:gsLst>
                  <a:gs pos="0">
                    <a:srgbClr val="000000"/>
                  </a:gs>
                  <a:gs pos="100000">
                    <a:srgbClr val="000000"/>
                  </a:gs>
                </a:gsLst>
                <a:lin ang="0" scaled="1"/>
              </a:gradFill>
              <a:cs typeface="Segoe UI" panose="020B0502040204020203" pitchFamily="34" charset="0"/>
            </a:endParaRPr>
          </a:p>
        </p:txBody>
      </p:sp>
      <p:sp>
        <p:nvSpPr>
          <p:cNvPr id="4" name="Slide Number Placeholder 3">
            <a:extLst>
              <a:ext uri="{FF2B5EF4-FFF2-40B4-BE49-F238E27FC236}">
                <a16:creationId xmlns:a16="http://schemas.microsoft.com/office/drawing/2014/main" id="{510C8FEF-6302-B69E-25D6-805A00647E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DB5F54-946A-4008-B4D0-97DE998104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793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81884-9312-A7A9-E7F9-D994D1681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4F9E8-5763-7512-D16B-6FAB13ED6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855F0-067D-44B5-9A48-6BB9A79F0C73}"/>
              </a:ext>
            </a:extLst>
          </p:cNvPr>
          <p:cNvSpPr>
            <a:spLocks noGrp="1"/>
          </p:cNvSpPr>
          <p:nvPr>
            <p:ph type="body" idx="1"/>
          </p:nvPr>
        </p:nvSpPr>
        <p:spPr/>
        <p:txBody>
          <a:bodyPr/>
          <a:lstStyle/>
          <a:p>
            <a:r>
              <a:rPr lang="en-US" sz="900" dirty="0"/>
              <a:t>Verified ID begins and ends with the individual Verified ID holder. They own and manage their Verified IDs and store them in a digital wallet on their personal device. They can see what identity claims or information are on a Verified ID, so they know what data they are sharing when they present their Verified ID. Examples of identity claims on a Verified ID could be information as simple as one’s name, age, or date of birth. Other examples could be their employment status, whether they’ve completed a certain training or certification, nationality, or any other claim. Also, they are not forced to share the Verified ID, they choose to share when they need to prove their identity.</a:t>
            </a:r>
          </a:p>
          <a:p>
            <a:endParaRPr lang="en-US" sz="900" dirty="0"/>
          </a:p>
          <a:p>
            <a:r>
              <a:rPr lang="en-US" sz="900" dirty="0"/>
              <a:t>How does a holder get a Verified ID in the first place? Let’s look at the process on the left side of the graphic</a:t>
            </a:r>
          </a:p>
          <a:p>
            <a:endParaRPr lang="en-US" sz="900" dirty="0"/>
          </a:p>
          <a:p>
            <a:r>
              <a:rPr lang="en-US" sz="900" b="1" dirty="0"/>
              <a:t>Step1</a:t>
            </a:r>
          </a:p>
          <a:p>
            <a:r>
              <a:rPr lang="en-US" sz="900" dirty="0"/>
              <a:t>First the user requests a Verified ID from an issuer. Issuers are organizations that can attest to identity claims. An identity claim is any type of info that could be stored on a Verified ID (name, job role, age, etc.). </a:t>
            </a:r>
          </a:p>
          <a:p>
            <a:r>
              <a:rPr lang="en-US" sz="900" dirty="0"/>
              <a:t>Examples:</a:t>
            </a:r>
          </a:p>
          <a:p>
            <a:pPr marL="285750" indent="-285750">
              <a:buFontTx/>
              <a:buChar char="-"/>
            </a:pPr>
            <a:r>
              <a:rPr lang="en-US" sz="900" dirty="0"/>
              <a:t>An employer attesting that a new hire is an employee before giving them an employee credential. Employer is issuer, new hire being an employee of that company is the claim.</a:t>
            </a:r>
          </a:p>
          <a:p>
            <a:pPr marL="285750" indent="-285750">
              <a:buFontTx/>
              <a:buChar char="-"/>
            </a:pPr>
            <a:r>
              <a:rPr lang="en-US" sz="900" dirty="0"/>
              <a:t>After graduating, a student’s university can attest that they graduated and give them a digital diploma credential. University is issuer, graduating to alumni status is the claim</a:t>
            </a:r>
          </a:p>
          <a:p>
            <a:pPr marL="285750" indent="-285750">
              <a:buFontTx/>
              <a:buChar char="-"/>
            </a:pPr>
            <a:r>
              <a:rPr lang="en-US" sz="900" dirty="0"/>
              <a:t>A government could attest that someone is a citizen before giving a digital ID or passport. Government is the issuer, citizenship status is the claim. Age on the ID or passport could be another claim</a:t>
            </a:r>
          </a:p>
          <a:p>
            <a:pPr marL="0" indent="0">
              <a:buFontTx/>
              <a:buNone/>
            </a:pPr>
            <a:endParaRPr lang="en-US" sz="900" dirty="0"/>
          </a:p>
          <a:p>
            <a:pPr marL="0" indent="0">
              <a:buFontTx/>
              <a:buNone/>
            </a:pPr>
            <a:r>
              <a:rPr lang="en-US" sz="900" dirty="0"/>
              <a:t>Credentials including these and many other types could be made digital as Verified IDs.</a:t>
            </a:r>
          </a:p>
          <a:p>
            <a:endParaRPr lang="en-US" sz="900" dirty="0"/>
          </a:p>
          <a:p>
            <a:r>
              <a:rPr lang="en-US" sz="900" dirty="0"/>
              <a:t>After the user requests a Verified ID, the issuer responds by asking the holder to complete an identity attestation process. All this means is that the issuer wants to be sure about the individual’s identity before giving them a credential. Maybe an organization wants to see a passport or driver’s license to prove their identity. Another example could be passing an exam before being granted a professional certification.</a:t>
            </a:r>
          </a:p>
          <a:p>
            <a:endParaRPr lang="en-US" sz="9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Step2</a:t>
            </a:r>
            <a:endParaRPr lang="en-US" sz="900" dirty="0"/>
          </a:p>
          <a:p>
            <a:r>
              <a:rPr lang="en-US" sz="900" dirty="0"/>
              <a:t>Once the issuer is satisfied that they are sure of the individual user’s identity claim, they issue the Verified ID to the individual that attests to that identity claim. Holders only go through the identity attestation process once and then are given a Verified ID that they can use repeatedly, eliminating the cost and time taken to reverify frequently</a:t>
            </a:r>
          </a:p>
          <a:p>
            <a:endParaRPr lang="en-US" sz="9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Step3</a:t>
            </a:r>
            <a:endParaRPr lang="en-US" sz="900" dirty="0"/>
          </a:p>
          <a:p>
            <a:r>
              <a:rPr lang="en-US" sz="900" dirty="0"/>
              <a:t>Now that the holder has a Verified ID, they will use it to request approval to access something from a verifier.</a:t>
            </a:r>
          </a:p>
          <a:p>
            <a:endParaRPr lang="en-US" sz="9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Step4</a:t>
            </a:r>
            <a:endParaRPr lang="en-US" sz="900" dirty="0"/>
          </a:p>
          <a:p>
            <a:r>
              <a:rPr lang="en-US" sz="900" dirty="0"/>
              <a:t>The holder requests access from a verifier. A verifier is an organization that checks identity claims before granting an individual access approval to a protected resource the holder use, workflow they could join, or action they could take.</a:t>
            </a:r>
          </a:p>
          <a:p>
            <a:r>
              <a:rPr lang="en-US" sz="900" dirty="0"/>
              <a:t>Examples:</a:t>
            </a:r>
          </a:p>
          <a:p>
            <a:pPr marL="285750" indent="-285750">
              <a:buFontTx/>
              <a:buChar char="-"/>
            </a:pPr>
            <a:r>
              <a:rPr lang="en-US" sz="900" dirty="0"/>
              <a:t>A bank wants to see proof of employment before letting a customer open an account.</a:t>
            </a:r>
          </a:p>
          <a:p>
            <a:pPr marL="285750" indent="-285750">
              <a:buFontTx/>
              <a:buChar char="-"/>
            </a:pPr>
            <a:r>
              <a:rPr lang="en-US" sz="900" dirty="0"/>
              <a:t>An employer might want to see a university diploma before giving someone a job.</a:t>
            </a:r>
          </a:p>
          <a:p>
            <a:pPr marL="285750" indent="-285750">
              <a:buFontTx/>
              <a:buChar char="-"/>
            </a:pPr>
            <a:r>
              <a:rPr lang="en-US" sz="900" dirty="0"/>
              <a:t>Sometimes the issuer and verifier in a single interaction can be the same organization. If someone’s employer gave them an employee credential, that same employer may want to prove an individual’s employment status before letting them reset their account password or accessing the helpdesk.</a:t>
            </a:r>
          </a:p>
          <a:p>
            <a:pPr marL="0" indent="0">
              <a:buFontTx/>
              <a:buNone/>
            </a:pPr>
            <a:endParaRPr lang="en-US" sz="900" dirty="0"/>
          </a:p>
          <a:p>
            <a:pPr marL="0" indent="0">
              <a:buFontTx/>
              <a:buNone/>
            </a:pPr>
            <a:r>
              <a:rPr lang="en-US" sz="900" dirty="0"/>
              <a:t>Proof of employment and a diploma are just two examples of digital credentials that could be expressed in a Verified ID. </a:t>
            </a:r>
          </a:p>
          <a:p>
            <a:endParaRPr lang="en-US" sz="900" dirty="0"/>
          </a:p>
          <a:p>
            <a:r>
              <a:rPr lang="en-US" sz="900" dirty="0"/>
              <a:t>After the holder requests access to a resource, the verifier responds with an identity challenge. Usually this is a QR code that the holder will scan and then they will be prompted to present their Verified ID within the Microsoft Authenticator app, where Verified IDs are stored. This is where the holder decides whether or not they want to share their Verified ID. If the holder shares their Verified ID with the verifier, the identification process takes only a few seconds, and then the verifier can be confident in knowing who they are granting access to.</a:t>
            </a:r>
          </a:p>
          <a:p>
            <a:endParaRPr lang="en-US" sz="9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Step5</a:t>
            </a:r>
            <a:endParaRPr lang="en-US" sz="900" dirty="0"/>
          </a:p>
          <a:p>
            <a:r>
              <a:rPr lang="en-US" sz="900" dirty="0"/>
              <a:t>When the holder presents their valid Verified ID, the verifier (</a:t>
            </a:r>
            <a:r>
              <a:rPr lang="en-US" sz="900" dirty="0" err="1"/>
              <a:t>Fabriikam</a:t>
            </a:r>
            <a:r>
              <a:rPr lang="en-US" sz="900" dirty="0"/>
              <a:t>) will verify the “Verified ID” presented, and then grant the holder access to the resource in question.</a:t>
            </a:r>
          </a:p>
          <a:p>
            <a:endParaRPr lang="en-US" sz="850" dirty="0">
              <a:cs typeface="Segoe Sans Text"/>
            </a:endParaRPr>
          </a:p>
        </p:txBody>
      </p:sp>
      <p:sp>
        <p:nvSpPr>
          <p:cNvPr id="4" name="Header Placeholder 3">
            <a:extLst>
              <a:ext uri="{FF2B5EF4-FFF2-40B4-BE49-F238E27FC236}">
                <a16:creationId xmlns:a16="http://schemas.microsoft.com/office/drawing/2014/main" id="{3AA47559-3BD3-61D7-16D9-8ABF6FED5C56}"/>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02B9A88-7130-6338-992F-49901D2AEE49}"/>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87D2183-1DAB-D492-D4F8-BABEF5A71079}"/>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DD9654-15A7-4CEE-B317-59E69769D2B2}"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5/12/2025 3:54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F5A9F332-D62C-4A2A-812F-244D97FFCF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154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a:solidFill>
                  <a:srgbClr val="161616"/>
                </a:solidFill>
                <a:effectLst/>
                <a:latin typeface="Segoe UI" panose="020B0502040204020203" pitchFamily="34" charset="0"/>
              </a:rPr>
              <a:t>Microsoft is actively collaborating with members of the Decentralized Identity Foundation (DIF), the W3C Credentials Community Group, and the wider identity community. We’re working with these groups to identify and develop critical standards, and we've implemented the open standards in our services.</a:t>
            </a:r>
          </a:p>
          <a:p>
            <a:endParaRPr lang="en-GB" b="0" i="0">
              <a:solidFill>
                <a:srgbClr val="161616"/>
              </a:solidFill>
              <a:effectLst/>
              <a:latin typeface="Segoe UI" panose="020B0502040204020203" pitchFamily="34" charset="0"/>
            </a:endParaRPr>
          </a:p>
          <a:p>
            <a:pPr algn="l"/>
            <a:r>
              <a:rPr lang="en-GB" b="0" i="0">
                <a:solidFill>
                  <a:srgbClr val="161616"/>
                </a:solidFill>
                <a:effectLst/>
                <a:latin typeface="Segoe UI" panose="020B0502040204020203" pitchFamily="34" charset="0"/>
              </a:rPr>
              <a:t> Our collaboration efforts aim to build a Verifiable Credentials Interoperability profile to support standards-based issuance, revocation, presentation, and wallet portability.</a:t>
            </a:r>
          </a:p>
          <a:p>
            <a:pPr algn="l"/>
            <a:r>
              <a:rPr lang="en-GB" b="0" i="0">
                <a:solidFill>
                  <a:srgbClr val="161616"/>
                </a:solidFill>
                <a:effectLst/>
                <a:latin typeface="Segoe UI" panose="020B0502040204020203" pitchFamily="34" charset="0"/>
              </a:rPr>
              <a:t>Today, we have a working JWT verifiable credentials presentation profile that supports the interoperable presentation of verifiable credentials between wallets and verifiers/resource providers. Join us at the DIF Claims and Credentials working group, </a:t>
            </a:r>
            <a:r>
              <a:rPr lang="en-GB" b="0" i="0" u="none" strike="noStrike">
                <a:solidFill>
                  <a:srgbClr val="161616"/>
                </a:solidFill>
                <a:effectLst/>
                <a:latin typeface="Segoe UI" panose="020B0502040204020203" pitchFamily="34" charset="0"/>
                <a:hlinkClick r:id="rId3"/>
              </a:rPr>
              <a:t>aka.ms/</a:t>
            </a:r>
            <a:r>
              <a:rPr lang="en-GB" b="0" i="0" u="none" strike="noStrike" err="1">
                <a:solidFill>
                  <a:srgbClr val="161616"/>
                </a:solidFill>
                <a:effectLst/>
                <a:latin typeface="Segoe UI" panose="020B0502040204020203" pitchFamily="34" charset="0"/>
                <a:hlinkClick r:id="rId3"/>
              </a:rPr>
              <a:t>vcinterop</a:t>
            </a:r>
            <a:r>
              <a:rPr lang="en-GB" b="0" i="0">
                <a:solidFill>
                  <a:srgbClr val="161616"/>
                </a:solidFill>
                <a:effectLst/>
                <a:latin typeface="Segoe UI" panose="020B0502040204020203" pitchFamily="34" charset="0"/>
              </a:rPr>
              <a:t>.</a:t>
            </a:r>
          </a:p>
          <a:p>
            <a:endParaRPr lang="en-US"/>
          </a:p>
        </p:txBody>
      </p:sp>
      <p:sp>
        <p:nvSpPr>
          <p:cNvPr id="4" name="Slide Number Placeholder 3"/>
          <p:cNvSpPr>
            <a:spLocks noGrp="1"/>
          </p:cNvSpPr>
          <p:nvPr>
            <p:ph type="sldNum" sz="quarter" idx="5"/>
          </p:nvPr>
        </p:nvSpPr>
        <p:spPr/>
        <p:txBody>
          <a:bodyPr/>
          <a:lstStyle/>
          <a:p>
            <a:fld id="{3E1E7CE4-CFD5-47B9-9009-CE25E4B18887}" type="slidenum">
              <a:rPr lang="en-US" smtClean="0"/>
              <a:t>14</a:t>
            </a:fld>
            <a:endParaRPr lang="en-US"/>
          </a:p>
        </p:txBody>
      </p:sp>
    </p:spTree>
    <p:extLst>
      <p:ext uri="{BB962C8B-B14F-4D97-AF65-F5344CB8AC3E}">
        <p14:creationId xmlns:p14="http://schemas.microsoft.com/office/powerpoint/2010/main" val="2185987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gradFill>
                  <a:gsLst>
                    <a:gs pos="83000">
                      <a:srgbClr val="000000"/>
                    </a:gs>
                    <a:gs pos="100000">
                      <a:srgbClr val="000000"/>
                    </a:gs>
                  </a:gsLst>
                  <a:lin ang="5400000" scaled="1"/>
                </a:gradFill>
                <a:latin typeface="Segoe UI"/>
                <a:cs typeface="Arial"/>
              </a:rPr>
              <a:t>Issuance from MyAccount or custom site</a:t>
            </a:r>
          </a:p>
          <a:p>
            <a:endParaRPr lang="en-US" sz="1200">
              <a:gradFill>
                <a:gsLst>
                  <a:gs pos="83000">
                    <a:srgbClr val="000000"/>
                  </a:gs>
                  <a:gs pos="100000">
                    <a:srgbClr val="000000"/>
                  </a:gs>
                </a:gsLst>
                <a:lin ang="5400000" scaled="1"/>
              </a:gradFill>
              <a:latin typeface="Segoe UI"/>
              <a:cs typeface="Arial"/>
            </a:endParaRPr>
          </a:p>
          <a:p>
            <a:r>
              <a:rPr lang="en-US" sz="1200">
                <a:gradFill>
                  <a:gsLst>
                    <a:gs pos="83000">
                      <a:srgbClr val="000000"/>
                    </a:gs>
                    <a:gs pos="100000">
                      <a:srgbClr val="000000"/>
                    </a:gs>
                  </a:gsLst>
                  <a:lin ang="5400000" scaled="1"/>
                </a:gradFill>
                <a:latin typeface="Segoe UI"/>
                <a:cs typeface="Arial"/>
              </a:rPr>
              <a:t>User owns credentials in wallet, </a:t>
            </a:r>
            <a:r>
              <a:rPr lang="en-US" sz="1800">
                <a:effectLst/>
                <a:latin typeface="Segoe UI" panose="020B0502040204020203" pitchFamily="34" charset="0"/>
              </a:rPr>
              <a:t>can view activity for each owned verified id in a timeline view in the authenticator app or custom wallet</a:t>
            </a:r>
          </a:p>
          <a:p>
            <a:endParaRPr lang="en-US" sz="1800">
              <a:gradFill>
                <a:gsLst>
                  <a:gs pos="83000">
                    <a:srgbClr val="000000"/>
                  </a:gs>
                  <a:gs pos="100000">
                    <a:srgbClr val="000000"/>
                  </a:gs>
                </a:gsLst>
                <a:lin ang="5400000" scaled="1"/>
              </a:gradFill>
              <a:effectLst/>
              <a:latin typeface="Segoe UI" panose="020B0502040204020203" pitchFamily="34" charset="0"/>
              <a:cs typeface="Arial"/>
            </a:endParaRPr>
          </a:p>
          <a:p>
            <a:r>
              <a:rPr lang="en-US" sz="1800">
                <a:gradFill>
                  <a:gsLst>
                    <a:gs pos="83000">
                      <a:srgbClr val="000000"/>
                    </a:gs>
                    <a:gs pos="100000">
                      <a:srgbClr val="000000"/>
                    </a:gs>
                  </a:gsLst>
                  <a:lin ang="5400000" scaled="1"/>
                </a:gradFill>
                <a:effectLst/>
                <a:latin typeface="Segoe UI" panose="020B0502040204020203" pitchFamily="34" charset="0"/>
                <a:cs typeface="Arial"/>
              </a:rPr>
              <a:t>User shares credentials with orgs for verification</a:t>
            </a:r>
          </a:p>
          <a:p>
            <a:endParaRPr lang="en-US" sz="1800">
              <a:gradFill>
                <a:gsLst>
                  <a:gs pos="83000">
                    <a:srgbClr val="000000"/>
                  </a:gs>
                  <a:gs pos="100000">
                    <a:srgbClr val="000000"/>
                  </a:gs>
                </a:gsLst>
                <a:lin ang="5400000" scaled="1"/>
              </a:gradFill>
              <a:effectLst/>
              <a:latin typeface="Segoe UI" panose="020B0502040204020203" pitchFamily="34" charset="0"/>
              <a:cs typeface="Arial"/>
            </a:endParaRPr>
          </a:p>
          <a:p>
            <a:r>
              <a:rPr lang="en-US" sz="1800" b="1">
                <a:gradFill>
                  <a:gsLst>
                    <a:gs pos="83000">
                      <a:srgbClr val="000000"/>
                    </a:gs>
                    <a:gs pos="100000">
                      <a:srgbClr val="000000"/>
                    </a:gs>
                  </a:gsLst>
                  <a:lin ang="5400000" scaled="1"/>
                </a:gradFill>
                <a:effectLst/>
                <a:latin typeface="Segoe UI" panose="020B0502040204020203" pitchFamily="34" charset="0"/>
                <a:cs typeface="Arial"/>
              </a:rPr>
              <a:t>End of life, 3 options</a:t>
            </a:r>
            <a:endParaRPr lang="en-US" sz="1800" b="0">
              <a:gradFill>
                <a:gsLst>
                  <a:gs pos="83000">
                    <a:srgbClr val="000000"/>
                  </a:gs>
                  <a:gs pos="100000">
                    <a:srgbClr val="000000"/>
                  </a:gs>
                </a:gsLst>
                <a:lin ang="5400000" scaled="1"/>
              </a:gradFill>
              <a:effectLst/>
              <a:latin typeface="Segoe UI" panose="020B0502040204020203" pitchFamily="34" charset="0"/>
              <a:cs typeface="Arial"/>
            </a:endParaRPr>
          </a:p>
          <a:p>
            <a:r>
              <a:rPr lang="en-US" sz="1200" b="0">
                <a:gradFill>
                  <a:gsLst>
                    <a:gs pos="83000">
                      <a:srgbClr val="000000"/>
                    </a:gs>
                    <a:gs pos="100000">
                      <a:srgbClr val="000000"/>
                    </a:gs>
                  </a:gsLst>
                  <a:lin ang="5400000" scaled="1"/>
                </a:gradFill>
                <a:latin typeface="Segoe UI"/>
                <a:cs typeface="Arial"/>
              </a:rPr>
              <a:t>- A user may leave a job, a project might be finished, many reasons for a credential to expire</a:t>
            </a:r>
            <a:endParaRPr lang="en-US" sz="1200">
              <a:gradFill>
                <a:gsLst>
                  <a:gs pos="83000">
                    <a:srgbClr val="000000"/>
                  </a:gs>
                  <a:gs pos="100000">
                    <a:srgbClr val="000000"/>
                  </a:gs>
                </a:gsLst>
                <a:lin ang="5400000" scaled="1"/>
              </a:gradFill>
              <a:latin typeface="Segoe UI"/>
              <a:cs typeface="Arial"/>
            </a:endParaRPr>
          </a:p>
          <a:p>
            <a:r>
              <a:rPr lang="en-US" sz="1200">
                <a:effectLst/>
                <a:latin typeface="Segoe UI" panose="020B0502040204020203" pitchFamily="34" charset="0"/>
              </a:rPr>
              <a:t>- Admin can set expiry date for VC, so it has either to be re-issued or expires if not re-issued. (only custom credential, Verified Employee has always 6 months)</a:t>
            </a:r>
            <a:endParaRPr lang="en-US" sz="1200">
              <a:gradFill>
                <a:gsLst>
                  <a:gs pos="83000">
                    <a:srgbClr val="000000"/>
                  </a:gs>
                  <a:gs pos="100000">
                    <a:srgbClr val="000000"/>
                  </a:gs>
                </a:gsLst>
                <a:lin ang="5400000" scaled="1"/>
              </a:gradFill>
              <a:latin typeface="Segoe UI"/>
              <a:cs typeface="Arial"/>
            </a:endParaRPr>
          </a:p>
          <a:p>
            <a:r>
              <a:rPr lang="en-US" sz="1200">
                <a:gradFill>
                  <a:gsLst>
                    <a:gs pos="83000">
                      <a:srgbClr val="000000"/>
                    </a:gs>
                    <a:gs pos="100000">
                      <a:srgbClr val="000000"/>
                    </a:gs>
                  </a:gsLst>
                  <a:lin ang="5400000" scaled="1"/>
                </a:gradFill>
                <a:latin typeface="Segoe UI"/>
                <a:cs typeface="Arial"/>
              </a:rPr>
              <a:t>- If a credential expires or is revoked, it will no longer be valid to use if admin revokes it, even if user does not delete credential,</a:t>
            </a:r>
          </a:p>
          <a:p>
            <a:endParaRPr lang="en-US" sz="1200">
              <a:gradFill>
                <a:gsLst>
                  <a:gs pos="83000">
                    <a:srgbClr val="000000"/>
                  </a:gs>
                  <a:gs pos="100000">
                    <a:srgbClr val="000000"/>
                  </a:gs>
                </a:gsLst>
                <a:lin ang="5400000" scaled="1"/>
              </a:gradFill>
              <a:latin typeface="Segoe UI"/>
              <a:cs typeface="Arial"/>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3345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a:t>One way explore the possibilities and to get started with Face Check with Microsoft Entra Verified ID is to work with a partner. The right partner can help you set up a particular type of identity verification, help you implement Verified ID into your existing apps and resources, or help you craft your Verified ID scenario to handle a specific challenge.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a:t>So, you should have a good overview of what scenarios Verified ID can be used in and maybe you already have a scenario in mind which would work well for your own organization.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a:t>We have a large </a:t>
            </a:r>
            <a:r>
              <a:rPr lang="en-GB" b="0" i="0">
                <a:solidFill>
                  <a:srgbClr val="161616"/>
                </a:solidFill>
                <a:effectLst/>
                <a:latin typeface="Segoe UI" panose="020B0502040204020203" pitchFamily="34" charset="0"/>
              </a:rPr>
              <a:t>partner network which extends and accelerates Microsoft Entra Verified ID adoption. It’s a growing partner gallery</a:t>
            </a:r>
            <a:r>
              <a:rPr lang="en-US" b="0" i="0">
                <a:solidFill>
                  <a:schemeClr val="tx1"/>
                </a:solidFill>
                <a:effectLst/>
                <a:latin typeface="Segoe UI" panose="020B0502040204020203" pitchFamily="34" charset="0"/>
              </a:rPr>
              <a:t> and we have both Identity verification and</a:t>
            </a:r>
            <a:r>
              <a:rPr lang="en-GB" b="0" i="0">
                <a:solidFill>
                  <a:srgbClr val="161616"/>
                </a:solidFill>
                <a:effectLst/>
                <a:latin typeface="Segoe UI" panose="020B0502040204020203" pitchFamily="34" charset="0"/>
              </a:rPr>
              <a:t> services partner in this list.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GB" b="0" i="0">
              <a:solidFill>
                <a:srgbClr val="161616"/>
              </a:solidFill>
              <a:effectLst/>
              <a:latin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GB" b="0" i="0">
                <a:solidFill>
                  <a:srgbClr val="161616"/>
                </a:solidFill>
                <a:effectLst/>
                <a:latin typeface="Segoe UI" panose="020B0502040204020203" pitchFamily="34" charset="0"/>
              </a:rPr>
              <a:t>Identity verification partners (IDVs) help you build seamless identity proofing and verification experiences in your line of business apps - </a:t>
            </a:r>
            <a:r>
              <a:rPr lang="en-US"/>
              <a:t>IDV partner gallery is available at </a:t>
            </a:r>
            <a:r>
              <a:rPr lang="en-US" u="sng"/>
              <a:t>https://aka.ms/verifiedidisv</a:t>
            </a:r>
          </a:p>
          <a:p>
            <a:endParaRPr lang="en-GB" b="0" i="0">
              <a:solidFill>
                <a:srgbClr val="161616"/>
              </a:solidFill>
              <a:effectLst/>
              <a:latin typeface="Segoe UI" panose="020B0502040204020203" pitchFamily="34" charset="0"/>
            </a:endParaRPr>
          </a:p>
          <a:p>
            <a:r>
              <a:rPr lang="en-GB" b="0" i="0">
                <a:solidFill>
                  <a:srgbClr val="161616"/>
                </a:solidFill>
                <a:effectLst/>
                <a:latin typeface="Segoe UI" panose="020B0502040204020203" pitchFamily="34" charset="0"/>
              </a:rPr>
              <a:t>Service partners offer advisory, implementation, integration and managed service capabilities that can help you build seamless end-user experiences using Verified ID.</a:t>
            </a:r>
          </a:p>
          <a:p>
            <a:endParaRPr lang="en-GB" b="0" i="0">
              <a:solidFill>
                <a:srgbClr val="161616"/>
              </a:solidFill>
              <a:effectLst/>
              <a:latin typeface="Segoe UI" panose="020B0502040204020203" pitchFamily="34" charset="0"/>
            </a:endParaRPr>
          </a:p>
          <a:p>
            <a:r>
              <a:rPr lang="en-GB" b="0" i="0">
                <a:solidFill>
                  <a:srgbClr val="161616"/>
                </a:solidFill>
                <a:effectLst/>
                <a:latin typeface="Segoe UI" panose="020B0502040204020203" pitchFamily="34" charset="0"/>
              </a:rPr>
              <a:t>TRANSITION: Now that you know about the possibilities, let’s see pricing</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6CD9EF0-18BF-49C3-BDB5-9051A010349A}"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946175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66CF9-922A-F77C-A8DA-3E4E82128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2B8D6-8C46-2D9D-1CC7-7FCA7F476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8B1AF-29F4-6014-E0DE-44D9D790EB6E}"/>
              </a:ext>
            </a:extLst>
          </p:cNvPr>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400">
                <a:latin typeface="Aptos" panose="020B0004020202020204" pitchFamily="34" charset="0"/>
                <a:ea typeface="Times New Roman" panose="02020603050405020304" pitchFamily="18" charset="0"/>
                <a:cs typeface="Times New Roman" panose="02020603050405020304" pitchFamily="18" charset="0"/>
              </a:rPr>
              <a:t>Face Check with Microsoft Entra Verified ID introduces </a:t>
            </a:r>
            <a:r>
              <a:rPr lang="en-US" sz="1400" b="1">
                <a:latin typeface="Aptos" panose="020B0004020202020204" pitchFamily="34" charset="0"/>
                <a:ea typeface="Times New Roman" panose="02020603050405020304" pitchFamily="18" charset="0"/>
                <a:cs typeface="Times New Roman" panose="02020603050405020304" pitchFamily="18" charset="0"/>
              </a:rPr>
              <a:t>privacy-respecting facial matching </a:t>
            </a:r>
            <a:r>
              <a:rPr lang="en-US" sz="1400">
                <a:latin typeface="Aptos" panose="020B0004020202020204" pitchFamily="34" charset="0"/>
                <a:ea typeface="Times New Roman" panose="02020603050405020304" pitchFamily="18" charset="0"/>
                <a:cs typeface="Times New Roman" panose="02020603050405020304" pitchFamily="18" charset="0"/>
              </a:rPr>
              <a:t>into your identity verification processes. Use it to be certain that you know who is on the other side of a digital interaction when they present a Verified ID. </a:t>
            </a: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sz="1400">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400">
                <a:latin typeface="Aptos" panose="020B0004020202020204" pitchFamily="34" charset="0"/>
                <a:ea typeface="Times New Roman" panose="02020603050405020304" pitchFamily="18" charset="0"/>
                <a:cs typeface="Times New Roman" panose="02020603050405020304" pitchFamily="18" charset="0"/>
              </a:rPr>
              <a:t>Face Check is a premium add on that you can implement on top of Verified ID for an additional verification layer of liveness. </a:t>
            </a:r>
            <a:r>
              <a:rPr lang="en-US" sz="1400" b="1">
                <a:latin typeface="Aptos" panose="020B0004020202020204" pitchFamily="34" charset="0"/>
                <a:ea typeface="Times New Roman" panose="02020603050405020304" pitchFamily="18" charset="0"/>
                <a:cs typeface="Times New Roman" panose="02020603050405020304" pitchFamily="18" charset="0"/>
              </a:rPr>
              <a:t>Know who is presenting a Verified ID in the moment it is presented.</a:t>
            </a:r>
            <a:r>
              <a:rPr lang="en-US" sz="1400" b="0">
                <a:latin typeface="Aptos" panose="020B0004020202020204" pitchFamily="34" charset="0"/>
                <a:ea typeface="Times New Roman" panose="02020603050405020304" pitchFamily="18" charset="0"/>
                <a:cs typeface="Times New Roman" panose="02020603050405020304" pitchFamily="18" charset="0"/>
              </a:rPr>
              <a:t> All it takes is a quick selfie.</a:t>
            </a:r>
            <a:endParaRPr lang="en-US" sz="1400" b="1">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US" sz="1400">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lang="en-US" sz="1400">
                <a:latin typeface="Aptos" panose="020B0004020202020204" pitchFamily="34" charset="0"/>
                <a:ea typeface="Times New Roman" panose="02020603050405020304" pitchFamily="18" charset="0"/>
                <a:cs typeface="Times New Roman" panose="02020603050405020304" pitchFamily="18" charset="0"/>
              </a:rPr>
              <a:t>Face Check can be added to any Verified ID scenario. Stop impersonators from onboarding to your company, accessing your sensitive resources and apps, and from using the help desk as an entrance into your organization.</a:t>
            </a:r>
            <a:endParaRPr kumimoji="0" lang="en-US" sz="1400" b="0" i="0" u="sng"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kumimoji="0" lang="en-US" sz="1400" b="0" i="0" u="sng"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r>
              <a:rPr kumimoji="0" lang="en-US" sz="1400" b="0" i="0" u="sng" strike="noStrike" kern="1200" cap="none" spc="0" normalizeH="0" baseline="0" noProof="0">
                <a:ln>
                  <a:noFill/>
                </a:ln>
                <a:solidFill>
                  <a:srgbClr val="000000"/>
                </a:solidFill>
                <a:effectLst/>
                <a:uLnTx/>
                <a:uFillTx/>
                <a:latin typeface="Segoe UI"/>
                <a:ea typeface="+mn-ea"/>
                <a:cs typeface="Segoe UI"/>
              </a:rPr>
              <a:t>How does Face Check with Microsoft Entra Verified ID work?</a:t>
            </a:r>
            <a:r>
              <a:rPr kumimoji="0" lang="en-US" sz="1400" b="0" i="0" u="none" strike="noStrike" kern="1200" cap="none" spc="0" normalizeH="0" baseline="0" noProof="0">
                <a:ln>
                  <a:noFill/>
                </a:ln>
                <a:solidFill>
                  <a:srgbClr val="000000"/>
                </a:solidFill>
                <a:effectLst/>
                <a:uLnTx/>
                <a:uFillTx/>
                <a:latin typeface="Segoe UI"/>
                <a:ea typeface="+mn-ea"/>
                <a:cs typeface="Segoe UI"/>
              </a:rPr>
              <a:t> (left side of screen)</a:t>
            </a:r>
            <a:endParaRPr lang="en-US" sz="1500" u="sng">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endParaRPr lang="en-US" sz="150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r>
              <a:rPr lang="en-US" sz="1500" b="0">
                <a:latin typeface="Aptos" panose="020B0004020202020204" pitchFamily="34" charset="0"/>
                <a:ea typeface="Times New Roman" panose="02020603050405020304" pitchFamily="18" charset="0"/>
                <a:cs typeface="Times New Roman" panose="02020603050405020304" pitchFamily="18" charset="0"/>
              </a:rPr>
              <a:t>Users own Verified IDs, which contain information about their identity such as their name, age, employment status, nationality or any other identity. The Verified ID can store a picture, usually one that comes from </a:t>
            </a:r>
            <a:r>
              <a:rPr lang="en-US" sz="1500">
                <a:latin typeface="Aptos" panose="020B0004020202020204" pitchFamily="34" charset="0"/>
                <a:ea typeface="Times New Roman" panose="02020603050405020304" pitchFamily="18" charset="0"/>
                <a:cs typeface="Times New Roman" panose="02020603050405020304" pitchFamily="18" charset="0"/>
              </a:rPr>
              <a:t>a trusted document such as a passport, driver’s license, or employee credential.</a:t>
            </a:r>
            <a:endParaRPr lang="en-US" sz="1500" b="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endParaRPr lang="en-US" sz="1500" b="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r>
              <a:rPr lang="en-US" sz="1500" b="1">
                <a:latin typeface="Aptos" panose="020B0004020202020204" pitchFamily="34" charset="0"/>
                <a:ea typeface="Times New Roman" panose="02020603050405020304" pitchFamily="18" charset="0"/>
                <a:cs typeface="Times New Roman" panose="02020603050405020304" pitchFamily="18" charset="0"/>
              </a:rPr>
              <a:t>Face Check compares an individual’s live selfie with the photo that is stored on their Verified ID</a:t>
            </a:r>
            <a:r>
              <a:rPr lang="en-US" sz="1500">
                <a:latin typeface="Aptos" panose="020B0004020202020204" pitchFamily="34" charset="0"/>
                <a:ea typeface="Times New Roman" panose="02020603050405020304" pitchFamily="18" charset="0"/>
                <a:cs typeface="Times New Roman" panose="02020603050405020304" pitchFamily="18" charset="0"/>
              </a:rPr>
              <a:t>.</a:t>
            </a:r>
          </a:p>
          <a:p>
            <a:pPr marL="0" marR="0" indent="0">
              <a:lnSpc>
                <a:spcPct val="107000"/>
              </a:lnSpc>
              <a:spcBef>
                <a:spcPts val="0"/>
              </a:spcBef>
              <a:spcAft>
                <a:spcPts val="800"/>
              </a:spcAft>
              <a:buFont typeface="Arial" panose="020B0604020202020204" pitchFamily="34" charset="0"/>
              <a:buNone/>
            </a:pPr>
            <a:endParaRPr lang="en-US" sz="150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r>
              <a:rPr lang="en-US" sz="1500">
                <a:latin typeface="Aptos" panose="020B0004020202020204" pitchFamily="34" charset="0"/>
                <a:ea typeface="Times New Roman" panose="02020603050405020304" pitchFamily="18" charset="0"/>
                <a:cs typeface="Times New Roman" panose="02020603050405020304" pitchFamily="18" charset="0"/>
              </a:rPr>
              <a:t>Face Check is privacy-respecting, </a:t>
            </a:r>
            <a:r>
              <a:rPr lang="en-US" sz="1500" b="1">
                <a:latin typeface="Aptos" panose="020B0004020202020204" pitchFamily="34" charset="0"/>
                <a:ea typeface="Times New Roman" panose="02020603050405020304" pitchFamily="18" charset="0"/>
                <a:cs typeface="Times New Roman" panose="02020603050405020304" pitchFamily="18" charset="0"/>
              </a:rPr>
              <a:t>it does not pass or store any personal information after completing the Face Check. The live selfie is discarded, and the verifying organization only receives a confidence score </a:t>
            </a:r>
            <a:r>
              <a:rPr lang="en-US" sz="1500">
                <a:latin typeface="Aptos" panose="020B0004020202020204" pitchFamily="34" charset="0"/>
                <a:ea typeface="Times New Roman" panose="02020603050405020304" pitchFamily="18" charset="0"/>
                <a:cs typeface="Times New Roman" panose="02020603050405020304" pitchFamily="18" charset="0"/>
              </a:rPr>
              <a:t>that shows how closely the live selfie and stored Verified ID photo resemble each other. Verifiers set a threshold confidence score that they will deem as a valid score. Default is 75%</a:t>
            </a:r>
          </a:p>
          <a:p>
            <a:pPr marL="0" marR="0" indent="0">
              <a:lnSpc>
                <a:spcPct val="107000"/>
              </a:lnSpc>
              <a:spcBef>
                <a:spcPts val="0"/>
              </a:spcBef>
              <a:spcAft>
                <a:spcPts val="800"/>
              </a:spcAft>
              <a:buFont typeface="Arial" panose="020B0604020202020204" pitchFamily="34" charset="0"/>
              <a:buNone/>
            </a:pPr>
            <a:endParaRPr lang="en-US" sz="150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r>
              <a:rPr lang="en-US" sz="1500">
                <a:latin typeface="Aptos" panose="020B0004020202020204" pitchFamily="34" charset="0"/>
                <a:ea typeface="Times New Roman" panose="02020603050405020304" pitchFamily="18" charset="0"/>
                <a:cs typeface="Times New Roman" panose="02020603050405020304" pitchFamily="18" charset="0"/>
              </a:rPr>
              <a:t>Examples where you may want Face Check in addition to Verified ID:</a:t>
            </a:r>
          </a:p>
          <a:p>
            <a:pPr marL="285750" marR="0" indent="-285750">
              <a:lnSpc>
                <a:spcPct val="107000"/>
              </a:lnSpc>
              <a:spcBef>
                <a:spcPts val="0"/>
              </a:spcBef>
              <a:spcAft>
                <a:spcPts val="800"/>
              </a:spcAft>
              <a:buFontTx/>
              <a:buChar char="-"/>
            </a:pPr>
            <a:r>
              <a:rPr lang="en-US" sz="1500">
                <a:effectLst/>
                <a:latin typeface="Aptos" panose="020B0004020202020204" pitchFamily="34" charset="0"/>
                <a:ea typeface="Times New Roman" panose="02020603050405020304" pitchFamily="18" charset="0"/>
                <a:cs typeface="Times New Roman" panose="02020603050405020304" pitchFamily="18" charset="0"/>
              </a:rPr>
              <a:t>For a basic help desk function, just Verified ID is likely enough. If an employee wants to reset their password or recover their account, those are more sensitive actions where you might want to be more certain about who is taking the action. Use Face Check to ensure that the rightful user is taking this action and that an impersonator isn’t going to lock them out by changing a password</a:t>
            </a:r>
          </a:p>
          <a:p>
            <a:pPr marL="285750" marR="0" indent="-285750">
              <a:lnSpc>
                <a:spcPct val="107000"/>
              </a:lnSpc>
              <a:spcBef>
                <a:spcPts val="0"/>
              </a:spcBef>
              <a:spcAft>
                <a:spcPts val="800"/>
              </a:spcAft>
              <a:buFontTx/>
              <a:buChar char="-"/>
            </a:pPr>
            <a:r>
              <a:rPr lang="en-US" sz="1500">
                <a:effectLst/>
                <a:latin typeface="Aptos" panose="020B0004020202020204" pitchFamily="34" charset="0"/>
                <a:ea typeface="Times New Roman" panose="02020603050405020304" pitchFamily="18" charset="0"/>
                <a:cs typeface="Times New Roman" panose="02020603050405020304" pitchFamily="18" charset="0"/>
              </a:rPr>
              <a:t>If a banking customer is making an unusually large transaction, you may want to make sure the right person is spending that much money</a:t>
            </a:r>
          </a:p>
          <a:p>
            <a:pPr marL="285750" marR="0" indent="-285750">
              <a:lnSpc>
                <a:spcPct val="107000"/>
              </a:lnSpc>
              <a:spcBef>
                <a:spcPts val="0"/>
              </a:spcBef>
              <a:spcAft>
                <a:spcPts val="800"/>
              </a:spcAft>
              <a:buFontTx/>
              <a:buChar char="-"/>
            </a:pPr>
            <a:r>
              <a:rPr lang="en-US" sz="1500">
                <a:effectLst/>
                <a:latin typeface="Aptos" panose="020B0004020202020204" pitchFamily="34" charset="0"/>
                <a:ea typeface="Times New Roman" panose="02020603050405020304" pitchFamily="18" charset="0"/>
                <a:cs typeface="Times New Roman" panose="02020603050405020304" pitchFamily="18" charset="0"/>
              </a:rPr>
              <a:t>In academia, a university could want to make sure that the right student is about to take an online exam</a:t>
            </a:r>
          </a:p>
          <a:p>
            <a:pPr marL="285750" marR="0" indent="-285750">
              <a:lnSpc>
                <a:spcPct val="107000"/>
              </a:lnSpc>
              <a:spcBef>
                <a:spcPts val="0"/>
              </a:spcBef>
              <a:spcAft>
                <a:spcPts val="800"/>
              </a:spcAft>
              <a:buFontTx/>
              <a:buChar char="-"/>
            </a:pPr>
            <a:r>
              <a:rPr lang="en-US" sz="1500">
                <a:effectLst/>
                <a:latin typeface="Aptos" panose="020B0004020202020204" pitchFamily="34" charset="0"/>
                <a:ea typeface="Times New Roman" panose="02020603050405020304" pitchFamily="18" charset="0"/>
                <a:cs typeface="Times New Roman" panose="02020603050405020304" pitchFamily="18" charset="0"/>
              </a:rPr>
              <a:t>Use Face Check for an action in need of higher assurance that you’re dealing with the right person</a:t>
            </a:r>
          </a:p>
          <a:p>
            <a:pPr marL="0" marR="0" indent="0">
              <a:lnSpc>
                <a:spcPct val="107000"/>
              </a:lnSpc>
              <a:spcBef>
                <a:spcPts val="0"/>
              </a:spcBef>
              <a:spcAft>
                <a:spcPts val="800"/>
              </a:spcAft>
              <a:buFont typeface="Arial" panose="020B0604020202020204" pitchFamily="34" charset="0"/>
              <a:buNone/>
            </a:pPr>
            <a:endParaRPr lang="en-US" sz="150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endParaRPr lang="en-US" sz="150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Font typeface="Arial" panose="020B0604020202020204" pitchFamily="34" charset="0"/>
              <a:buNone/>
            </a:pPr>
            <a:r>
              <a:rPr lang="en-US" sz="1500">
                <a:latin typeface="Aptos" panose="020B0004020202020204" pitchFamily="34" charset="0"/>
                <a:ea typeface="Times New Roman" panose="02020603050405020304" pitchFamily="18" charset="0"/>
                <a:cs typeface="Times New Roman" panose="02020603050405020304" pitchFamily="18" charset="0"/>
              </a:rPr>
              <a:t>TRANSITION: Let’s see an example</a:t>
            </a:r>
          </a:p>
          <a:p>
            <a:pPr marL="0" marR="0" indent="0">
              <a:lnSpc>
                <a:spcPct val="107000"/>
              </a:lnSpc>
              <a:spcBef>
                <a:spcPts val="0"/>
              </a:spcBef>
              <a:spcAft>
                <a:spcPts val="800"/>
              </a:spcAft>
              <a:buFont typeface="Arial" panose="020B0604020202020204" pitchFamily="34" charset="0"/>
              <a:buNone/>
            </a:pPr>
            <a:endParaRPr lang="en-US" sz="1500">
              <a:latin typeface="Aptos" panose="020B000402020202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5ECDB86-34BC-7283-DB1B-F377473CC0B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0147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E1AD6AC-8143-4788-A1A5-2EF80CDD85BA}" type="datetime8">
              <a:rPr lang="en-US" smtClean="0"/>
              <a:t>5/12/2025 3:54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243035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F02F-9CAC-9666-A4A8-212526DF9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C288E-0B0B-09B6-46E8-FE338AB83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CD23D-EBE2-703B-83E9-0B2B87F6A49F}"/>
              </a:ext>
            </a:extLst>
          </p:cNvPr>
          <p:cNvSpPr>
            <a:spLocks noGrp="1"/>
          </p:cNvSpPr>
          <p:nvPr>
            <p:ph type="body" idx="1"/>
          </p:nvPr>
        </p:nvSpPr>
        <p:spPr/>
        <p:txBody>
          <a:bodyPr/>
          <a:lstStyle/>
          <a:p>
            <a:r>
              <a:rPr lang="en-US"/>
              <a:t>There are many ways to start using Verified ID depending on which scenario you want to use it for.</a:t>
            </a:r>
          </a:p>
          <a:p>
            <a:endParaRPr lang="en-US"/>
          </a:p>
          <a:p>
            <a:r>
              <a:rPr lang="en-US"/>
              <a:t>Can start using Verified ID with baseline credential issuance and verification capabilities for free up to 50k MAU. For over 50k MAU, Verified ID is included with Entra ID P1 or P2. This covers almost any use case with basic issuance and verification of credentials.</a:t>
            </a:r>
          </a:p>
          <a:p>
            <a:endParaRPr lang="en-US"/>
          </a:p>
          <a:p>
            <a:r>
              <a:rPr lang="en-US"/>
              <a:t>Face Check costs $0.25 per verification. If you purchase an Entra Suite license, 8 Face Checks per user per month are included in that price. If you use more than 8 PUPM, the standalone price kicks in for the additional verifications. The Face Checks are not tied to a specific user, they are pooled. Entra Suite license is $12 per use per month, but there is a free trial.</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To unlock the integration of Verified ID and entitlement management in ID governance, you will need an ID governance license. ID governance is included in the Entra Suite as well as Face Check with Verified ID. It is also sold separately at $7 PUPM standalone. </a:t>
            </a:r>
            <a:r>
              <a:rPr lang="en-US" i="1"/>
              <a:t>For more pricing details: https://www.microsoft.com/en-us/security/business/microsoft-entra-pricing#x9e9538c905ad47cfbdc6cf196d5eabf4</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TRANSITION: Now you know the basics, let’s talk about how to apply Verified ID to your organization</a:t>
            </a:r>
          </a:p>
          <a:p>
            <a:endParaRPr lang="en-US"/>
          </a:p>
        </p:txBody>
      </p:sp>
      <p:sp>
        <p:nvSpPr>
          <p:cNvPr id="4" name="Header Placeholder 3">
            <a:extLst>
              <a:ext uri="{FF2B5EF4-FFF2-40B4-BE49-F238E27FC236}">
                <a16:creationId xmlns:a16="http://schemas.microsoft.com/office/drawing/2014/main" id="{714FC219-6582-BA4B-AD75-5D23AF0A826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431952E-DE3C-41E8-034C-5F21054E71C6}"/>
              </a:ext>
            </a:extLst>
          </p:cNvPr>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6E9FB85-1225-7EF8-CEE4-B634B3F6EE6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1DD9654-15A7-4CEE-B317-59E69769D2B2}"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244B73B5-D8A0-3C0A-60BE-1852B367C0E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99053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defRPr/>
            </a:pPr>
            <a:r>
              <a:rPr lang="en-US" sz="900" dirty="0">
                <a:solidFill>
                  <a:srgbClr val="222222"/>
                </a:solidFill>
                <a:latin typeface="Segoe UI"/>
                <a:cs typeface="Segoe UI"/>
              </a:rPr>
              <a:t>What are common areas where you can use Verified ID and Face Check? Verified ID has been generally available for about two years, and these are the three most common scenarios we have seen. Let’s go through some details of each:</a:t>
            </a:r>
          </a:p>
          <a:p>
            <a:pPr>
              <a:defRPr/>
            </a:pPr>
            <a:endParaRPr lang="en-US" sz="900" dirty="0">
              <a:solidFill>
                <a:srgbClr val="222222"/>
              </a:solidFill>
              <a:latin typeface="Segoe UI"/>
              <a:cs typeface="Segoe UI"/>
            </a:endParaRPr>
          </a:p>
          <a:p>
            <a:pPr marL="171450" indent="-171450">
              <a:buFontTx/>
              <a:buChar char="-"/>
              <a:defRPr/>
            </a:pPr>
            <a:r>
              <a:rPr lang="en-US" sz="900" dirty="0">
                <a:solidFill>
                  <a:srgbClr val="222222"/>
                </a:solidFill>
                <a:latin typeface="Segoe UI"/>
                <a:cs typeface="Segoe UI"/>
              </a:rPr>
              <a:t>Onboarding which can help enable self-service enrollments and provide identity verification for employees, workers, contractors, consumers </a:t>
            </a:r>
            <a:r>
              <a:rPr lang="en-US" sz="900" dirty="0" err="1">
                <a:solidFill>
                  <a:srgbClr val="222222"/>
                </a:solidFill>
                <a:latin typeface="Segoe UI"/>
                <a:cs typeface="Segoe UI"/>
              </a:rPr>
              <a:t>etc</a:t>
            </a:r>
            <a:r>
              <a:rPr lang="en-US" sz="900" dirty="0">
                <a:solidFill>
                  <a:srgbClr val="222222"/>
                </a:solidFill>
                <a:latin typeface="Segoe UI"/>
                <a:cs typeface="Segoe UI"/>
              </a:rPr>
              <a:t> and support KYC journeys</a:t>
            </a:r>
          </a:p>
          <a:p>
            <a:pPr marL="171450" indent="-171450">
              <a:buFontTx/>
              <a:buChar char="-"/>
              <a:defRPr/>
            </a:pPr>
            <a:r>
              <a:rPr lang="en-US" sz="900" dirty="0">
                <a:solidFill>
                  <a:srgbClr val="222222"/>
                </a:solidFill>
                <a:latin typeface="Segoe UI"/>
                <a:cs typeface="Segoe UI"/>
              </a:rPr>
              <a:t>Access to roles and resources which help to grant access with confidence</a:t>
            </a:r>
          </a:p>
          <a:p>
            <a:pPr marL="171450" indent="-171450">
              <a:buFontTx/>
              <a:buChar char="-"/>
              <a:defRPr/>
            </a:pPr>
            <a:r>
              <a:rPr lang="en-US" sz="900" dirty="0">
                <a:solidFill>
                  <a:srgbClr val="222222"/>
                </a:solidFill>
                <a:latin typeface="Segoe UI"/>
                <a:cs typeface="Segoe UI"/>
              </a:rPr>
              <a:t>Helpdesk and account recovery, which can help replace support calls by having a streamlined self-service process. This is the one from the demo</a:t>
            </a:r>
          </a:p>
          <a:p>
            <a:endParaRPr lang="en-US" dirty="0"/>
          </a:p>
        </p:txBody>
      </p:sp>
      <p:sp>
        <p:nvSpPr>
          <p:cNvPr id="4" name="Espace réservé de l'en-tête 3"/>
          <p:cNvSpPr>
            <a:spLocks noGrp="1"/>
          </p:cNvSpPr>
          <p:nvPr>
            <p:ph type="hdr" sz="quarter"/>
          </p:nvPr>
        </p:nvSpPr>
        <p:spPr/>
        <p:txBody>
          <a:bodyPr/>
          <a:lstStyle/>
          <a:p>
            <a:endParaRPr lang="en-US"/>
          </a:p>
        </p:txBody>
      </p:sp>
      <p:sp>
        <p:nvSpPr>
          <p:cNvPr id="5" name="Espace réservé du pied de page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Espace réservé de la date 5"/>
          <p:cNvSpPr>
            <a:spLocks noGrp="1"/>
          </p:cNvSpPr>
          <p:nvPr>
            <p:ph type="dt" idx="1"/>
          </p:nvPr>
        </p:nvSpPr>
        <p:spPr/>
        <p:txBody>
          <a:bodyPr/>
          <a:lstStyle/>
          <a:p>
            <a:fld id="{386CE63F-9E7F-4C04-9D0D-FCA25A8E9E86}" type="datetime8">
              <a:rPr lang="en-US" smtClean="0"/>
              <a:t>5/12/2025 3:54 PM</a:t>
            </a:fld>
            <a:endParaRPr lang="en-US"/>
          </a:p>
        </p:txBody>
      </p:sp>
      <p:sp>
        <p:nvSpPr>
          <p:cNvPr id="7" name="Espace réservé du numéro de diapositive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009327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a:t>Medical &amp; insurance fraud</a:t>
            </a:r>
            <a:r>
              <a:rPr lang="en-US" b="0"/>
              <a:t>: make sure the right people are getting treatment and that someone isn’t impersonating a patient for monetary gain through insurance, getting other people’s prescriptions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1" i="0">
                <a:solidFill>
                  <a:srgbClr val="111111"/>
                </a:solidFill>
                <a:effectLst/>
                <a:latin typeface="-apple-system"/>
              </a:rPr>
              <a:t>Accurate patient identification: </a:t>
            </a:r>
            <a:r>
              <a:rPr lang="en-US" b="0" i="0">
                <a:solidFill>
                  <a:srgbClr val="111111"/>
                </a:solidFill>
                <a:effectLst/>
                <a:latin typeface="-apple-system"/>
              </a:rPr>
              <a:t>Misidentification can happen accidentally due to similar patient names, inaccurate or incomplete info, human error, etc. Minimize this by properly identifying patients</a:t>
            </a:r>
            <a:endParaRPr lang="en-US" b="1" i="0">
              <a:solidFill>
                <a:srgbClr val="111111"/>
              </a:solidFill>
              <a:effectLst/>
              <a:latin typeface="-apple-system"/>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1" i="0">
                <a:solidFill>
                  <a:srgbClr val="111111"/>
                </a:solidFill>
                <a:effectLst/>
                <a:latin typeface="-apple-system"/>
              </a:rPr>
              <a:t>Protecting access to medical records</a:t>
            </a:r>
            <a:r>
              <a:rPr lang="en-US" b="0" i="0">
                <a:solidFill>
                  <a:srgbClr val="111111"/>
                </a:solidFill>
                <a:effectLst/>
                <a:latin typeface="-apple-system"/>
              </a:rPr>
              <a:t>: </a:t>
            </a:r>
            <a:r>
              <a:rPr lang="en-US" b="0"/>
              <a:t>patients and medical professionals should be able to access the right data easily, but that data also needs to be protected from unauthorized access. How do healthcare providers make sure that only the right people have access?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1" i="0">
                <a:solidFill>
                  <a:srgbClr val="111111"/>
                </a:solidFill>
                <a:effectLst/>
                <a:latin typeface="-apple-system"/>
              </a:rPr>
              <a:t>Regulatory compliance</a:t>
            </a:r>
            <a:r>
              <a:rPr lang="en-US" b="0" i="0">
                <a:solidFill>
                  <a:srgbClr val="111111"/>
                </a:solidFill>
                <a:effectLst/>
                <a:latin typeface="-apple-system"/>
              </a:rPr>
              <a:t>: Protecting patient data while ensuring compliance with regulations like HIPAA and GDPR is a major concern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1" i="0">
                <a:solidFill>
                  <a:srgbClr val="111111"/>
                </a:solidFill>
                <a:effectLst/>
                <a:latin typeface="-apple-system"/>
              </a:rPr>
              <a:t>Digital transformation</a:t>
            </a:r>
            <a:r>
              <a:rPr lang="en-US" b="0" i="0">
                <a:solidFill>
                  <a:srgbClr val="111111"/>
                </a:solidFill>
                <a:effectLst/>
                <a:latin typeface="-apple-system"/>
              </a:rPr>
              <a:t>: streamlining and introducing verification into legacy systems, </a:t>
            </a:r>
            <a:r>
              <a:rPr lang="en-US" b="0"/>
              <a:t>medical systems and their IT infrastructure can be complex and unwieldy. Introducing proper identity verification into these processes can save costs and time</a:t>
            </a:r>
            <a:endParaRPr lang="en-US" b="0" i="0">
              <a:solidFill>
                <a:srgbClr val="111111"/>
              </a:solidFill>
              <a:effectLst/>
              <a:latin typeface="-apple-system"/>
            </a:endParaRPr>
          </a:p>
        </p:txBody>
      </p:sp>
      <p:sp>
        <p:nvSpPr>
          <p:cNvPr id="4" name="Slide Number Placeholder 3"/>
          <p:cNvSpPr>
            <a:spLocks noGrp="1"/>
          </p:cNvSpPr>
          <p:nvPr>
            <p:ph type="sldNum" sz="quarter" idx="5"/>
          </p:nvPr>
        </p:nvSpPr>
        <p:spPr/>
        <p:txBody>
          <a:bodyPr/>
          <a:lstStyle/>
          <a:p>
            <a:fld id="{5A04789D-D818-4FC1-8D25-3F5F625235E1}" type="slidenum">
              <a:rPr lang="en-US" smtClean="0"/>
              <a:t>21</a:t>
            </a:fld>
            <a:endParaRPr lang="en-US"/>
          </a:p>
        </p:txBody>
      </p:sp>
    </p:spTree>
    <p:extLst>
      <p:ext uri="{BB962C8B-B14F-4D97-AF65-F5344CB8AC3E}">
        <p14:creationId xmlns:p14="http://schemas.microsoft.com/office/powerpoint/2010/main" val="2687160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6A291-5C4E-9520-CB3A-B6469669D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E62DC-9299-3265-885B-157486C91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39E1E-F039-C4C3-617B-29547B71476F}"/>
              </a:ext>
            </a:extLst>
          </p:cNvPr>
          <p:cNvSpPr>
            <a:spLocks noGrp="1"/>
          </p:cNvSpPr>
          <p:nvPr>
            <p:ph type="body" idx="1"/>
          </p:nvPr>
        </p:nvSpPr>
        <p:spPr/>
        <p:txBody>
          <a:bodyPr/>
          <a:lstStyle/>
          <a:p>
            <a:pPr marL="0" indent="0">
              <a:buFontTx/>
              <a:buNone/>
            </a:pPr>
            <a:r>
              <a:rPr lang="en-US" sz="1200" b="1">
                <a:gradFill>
                  <a:gsLst>
                    <a:gs pos="83000">
                      <a:srgbClr val="000000"/>
                    </a:gs>
                    <a:gs pos="100000">
                      <a:srgbClr val="000000"/>
                    </a:gs>
                  </a:gsLst>
                  <a:lin ang="5400000" scaled="1"/>
                </a:gradFill>
                <a:latin typeface="Segoe UI"/>
                <a:cs typeface="Arial"/>
              </a:rPr>
              <a:t>Onboarding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a:gradFill>
                  <a:gsLst>
                    <a:gs pos="83000">
                      <a:srgbClr val="000000"/>
                    </a:gs>
                    <a:gs pos="100000">
                      <a:srgbClr val="000000"/>
                    </a:gs>
                  </a:gsLst>
                  <a:lin ang="5400000" scaled="1"/>
                </a:gradFill>
                <a:latin typeface="Segoe UI"/>
                <a:cs typeface="Arial"/>
              </a:rPr>
              <a:t>Patient registration &amp; check-in: better patient identification, reduce medical identity theft, insurance fraud, and misidentifying patients both in person and in telehealth appointments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a:gradFill>
                  <a:gsLst>
                    <a:gs pos="83000">
                      <a:srgbClr val="000000"/>
                    </a:gs>
                    <a:gs pos="100000">
                      <a:srgbClr val="000000"/>
                    </a:gs>
                  </a:gsLst>
                  <a:lin ang="5400000" scaled="1"/>
                </a:gradFill>
                <a:latin typeface="Segoe UI"/>
                <a:cs typeface="Arial"/>
              </a:rPr>
              <a:t>Make sure you’re working with the right patient in telehealth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a:gradFill>
                  <a:gsLst>
                    <a:gs pos="83000">
                      <a:srgbClr val="000000"/>
                    </a:gs>
                    <a:gs pos="100000">
                      <a:srgbClr val="000000"/>
                    </a:gs>
                  </a:gsLst>
                  <a:lin ang="5400000" scaled="1"/>
                </a:gradFill>
                <a:latin typeface="Segoe UI"/>
                <a:cs typeface="Arial"/>
              </a:rPr>
              <a:t>Digital insurance cards: be able to verify legitimate customers to limit insurance fraud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a:gradFill>
                  <a:gsLst>
                    <a:gs pos="83000">
                      <a:srgbClr val="000000"/>
                    </a:gs>
                    <a:gs pos="100000">
                      <a:srgbClr val="000000"/>
                    </a:gs>
                  </a:gsLst>
                  <a:lin ang="5400000" scaled="1"/>
                </a:gradFill>
                <a:latin typeface="Segoe UI"/>
                <a:cs typeface="Arial"/>
              </a:rPr>
              <a:t>Certifications/licenses for healthcare workers: attest to the skills of healthcare workers, easily verify their skills later</a:t>
            </a:r>
          </a:p>
          <a:p>
            <a:pPr marL="0" indent="0">
              <a:buFontTx/>
              <a:buNone/>
            </a:pPr>
            <a:endParaRPr lang="en-US" sz="1200" b="1">
              <a:gradFill>
                <a:gsLst>
                  <a:gs pos="83000">
                    <a:srgbClr val="000000"/>
                  </a:gs>
                  <a:gs pos="100000">
                    <a:srgbClr val="000000"/>
                  </a:gs>
                </a:gsLst>
                <a:lin ang="5400000" scaled="1"/>
              </a:gradFill>
              <a:latin typeface="Segoe UI"/>
              <a:cs typeface="Arial"/>
            </a:endParaRPr>
          </a:p>
          <a:p>
            <a:pPr marL="0" indent="0">
              <a:buFontTx/>
              <a:buNone/>
            </a:pPr>
            <a:r>
              <a:rPr lang="en-US" sz="1200" b="1">
                <a:gradFill>
                  <a:gsLst>
                    <a:gs pos="83000">
                      <a:srgbClr val="000000"/>
                    </a:gs>
                    <a:gs pos="100000">
                      <a:srgbClr val="000000"/>
                    </a:gs>
                  </a:gsLst>
                  <a:lin ang="5400000" scaled="1"/>
                </a:gradFill>
                <a:latin typeface="Segoe UI"/>
                <a:cs typeface="Arial"/>
              </a:rPr>
              <a:t>Access</a:t>
            </a:r>
          </a:p>
          <a:p>
            <a:pPr marL="171450" indent="-171450">
              <a:buFontTx/>
              <a:buChar char="-"/>
            </a:pPr>
            <a:r>
              <a:rPr lang="en-US" sz="1200" b="0">
                <a:gradFill>
                  <a:gsLst>
                    <a:gs pos="83000">
                      <a:srgbClr val="000000"/>
                    </a:gs>
                    <a:gs pos="100000">
                      <a:srgbClr val="000000"/>
                    </a:gs>
                  </a:gsLst>
                  <a:lin ang="5400000" scaled="1"/>
                </a:gradFill>
                <a:latin typeface="Segoe UI"/>
                <a:cs typeface="Arial"/>
              </a:rPr>
              <a:t>Make sure you give prescription meds to the right patient by checking a patient or insurance Verified ID</a:t>
            </a:r>
          </a:p>
          <a:p>
            <a:pPr marL="171450" indent="-171450">
              <a:buFontTx/>
              <a:buChar char="-"/>
            </a:pPr>
            <a:r>
              <a:rPr lang="en-US" sz="1200" b="0">
                <a:gradFill>
                  <a:gsLst>
                    <a:gs pos="83000">
                      <a:srgbClr val="000000"/>
                    </a:gs>
                    <a:gs pos="100000">
                      <a:srgbClr val="000000"/>
                    </a:gs>
                  </a:gsLst>
                  <a:lin ang="5400000" scaled="1"/>
                </a:gradFill>
                <a:latin typeface="Segoe UI"/>
                <a:cs typeface="Arial"/>
              </a:rPr>
              <a:t>Only allow the right patient access to medical records</a:t>
            </a:r>
          </a:p>
          <a:p>
            <a:pPr marL="171450" indent="-171450">
              <a:buFontTx/>
              <a:buChar char="-"/>
            </a:pPr>
            <a:r>
              <a:rPr lang="en-US" sz="1200" b="0">
                <a:gradFill>
                  <a:gsLst>
                    <a:gs pos="83000">
                      <a:srgbClr val="000000"/>
                    </a:gs>
                    <a:gs pos="100000">
                      <a:srgbClr val="000000"/>
                    </a:gs>
                  </a:gsLst>
                  <a:lin ang="5400000" scaled="1"/>
                </a:gradFill>
                <a:latin typeface="Segoe UI"/>
                <a:cs typeface="Arial"/>
              </a:rPr>
              <a:t>Limit administrative work, make it easier for healthcare workers to transfer between different hospitals (NHS case study on next slide)</a:t>
            </a:r>
          </a:p>
          <a:p>
            <a:pPr marL="171450" indent="-171450">
              <a:buFontTx/>
              <a:buChar char="-"/>
            </a:pPr>
            <a:r>
              <a:rPr lang="en-US" sz="1200" b="0">
                <a:gradFill>
                  <a:gsLst>
                    <a:gs pos="83000">
                      <a:srgbClr val="000000"/>
                    </a:gs>
                    <a:gs pos="100000">
                      <a:srgbClr val="000000"/>
                    </a:gs>
                  </a:gsLst>
                  <a:lin ang="5400000" scaled="1"/>
                </a:gradFill>
                <a:latin typeface="Segoe UI"/>
                <a:cs typeface="Arial"/>
              </a:rPr>
              <a:t>When sharing sensitive information across organizations during clinical trials or research, make sure that only the right people have access and can do so easily</a:t>
            </a:r>
          </a:p>
          <a:p>
            <a:pPr marL="0" indent="0">
              <a:buFontTx/>
              <a:buNone/>
            </a:pPr>
            <a:endParaRPr lang="en-US" sz="1200" b="1">
              <a:gradFill>
                <a:gsLst>
                  <a:gs pos="83000">
                    <a:srgbClr val="000000"/>
                  </a:gs>
                  <a:gs pos="100000">
                    <a:srgbClr val="000000"/>
                  </a:gs>
                </a:gsLst>
                <a:lin ang="5400000" scaled="1"/>
              </a:gradFill>
              <a:latin typeface="Segoe UI"/>
              <a:cs typeface="Arial"/>
            </a:endParaRPr>
          </a:p>
          <a:p>
            <a:pPr marL="0" indent="0">
              <a:buFontTx/>
              <a:buNone/>
            </a:pPr>
            <a:r>
              <a:rPr lang="en-US" sz="1200" b="1">
                <a:gradFill>
                  <a:gsLst>
                    <a:gs pos="83000">
                      <a:srgbClr val="000000"/>
                    </a:gs>
                    <a:gs pos="100000">
                      <a:srgbClr val="000000"/>
                    </a:gs>
                  </a:gsLst>
                  <a:lin ang="5400000" scaled="1"/>
                </a:gradFill>
                <a:latin typeface="Segoe UI"/>
                <a:cs typeface="Arial"/>
              </a:rPr>
              <a:t>Helpdesk &amp; acct recovery</a:t>
            </a:r>
          </a:p>
          <a:p>
            <a:pPr marL="171450" indent="-171450">
              <a:buFontTx/>
              <a:buChar char="-"/>
            </a:pPr>
            <a:r>
              <a:rPr lang="en-US" sz="1200" b="0">
                <a:gradFill>
                  <a:gsLst>
                    <a:gs pos="83000">
                      <a:srgbClr val="000000"/>
                    </a:gs>
                    <a:gs pos="100000">
                      <a:srgbClr val="000000"/>
                    </a:gs>
                  </a:gsLst>
                  <a:lin ang="5400000" scaled="1"/>
                </a:gradFill>
                <a:latin typeface="Segoe UI"/>
                <a:cs typeface="Arial"/>
              </a:rPr>
              <a:t>Use a verified help desk for support with medical billing, insurance, app support, </a:t>
            </a:r>
            <a:r>
              <a:rPr lang="en-US" sz="1200" b="0" err="1">
                <a:gradFill>
                  <a:gsLst>
                    <a:gs pos="83000">
                      <a:srgbClr val="000000"/>
                    </a:gs>
                    <a:gs pos="100000">
                      <a:srgbClr val="000000"/>
                    </a:gs>
                  </a:gsLst>
                  <a:lin ang="5400000" scaled="1"/>
                </a:gradFill>
                <a:latin typeface="Segoe UI"/>
                <a:cs typeface="Arial"/>
              </a:rPr>
              <a:t>etc</a:t>
            </a:r>
            <a:endParaRPr lang="en-US" sz="1200" b="0">
              <a:gradFill>
                <a:gsLst>
                  <a:gs pos="83000">
                    <a:srgbClr val="000000"/>
                  </a:gs>
                  <a:gs pos="100000">
                    <a:srgbClr val="000000"/>
                  </a:gs>
                </a:gsLst>
                <a:lin ang="5400000" scaled="1"/>
              </a:gradFill>
              <a:latin typeface="Segoe UI"/>
              <a:cs typeface="Arial"/>
            </a:endParaRPr>
          </a:p>
          <a:p>
            <a:pPr marL="171450" indent="-171450">
              <a:buFontTx/>
              <a:buChar char="-"/>
            </a:pPr>
            <a:r>
              <a:rPr kumimoji="0" lang="en-US" sz="1200" b="0" i="0" u="none" strike="noStrike" kern="1200" cap="none" spc="0" normalizeH="0" baseline="0" noProof="0">
                <a:ln>
                  <a:noFill/>
                </a:ln>
                <a:gradFill>
                  <a:gsLst>
                    <a:gs pos="83000">
                      <a:srgbClr val="000000"/>
                    </a:gs>
                    <a:gs pos="100000">
                      <a:srgbClr val="000000"/>
                    </a:gs>
                  </a:gsLst>
                  <a:lin ang="5400000" scaled="1"/>
                </a:gradFill>
                <a:effectLst/>
                <a:uLnTx/>
                <a:uFillTx/>
                <a:latin typeface="Segoe UI"/>
                <a:ea typeface="+mn-ea"/>
                <a:cs typeface="Arial"/>
              </a:rPr>
              <a:t>Limit fraud by making sure only the right patients can recover their accounts</a:t>
            </a:r>
          </a:p>
        </p:txBody>
      </p:sp>
      <p:sp>
        <p:nvSpPr>
          <p:cNvPr id="4" name="Slide Number Placeholder 3">
            <a:extLst>
              <a:ext uri="{FF2B5EF4-FFF2-40B4-BE49-F238E27FC236}">
                <a16:creationId xmlns:a16="http://schemas.microsoft.com/office/drawing/2014/main" id="{121C389C-CA0C-D68E-9E99-7FBF151D9D6E}"/>
              </a:ext>
            </a:extLst>
          </p:cNvPr>
          <p:cNvSpPr>
            <a:spLocks noGrp="1"/>
          </p:cNvSpPr>
          <p:nvPr>
            <p:ph type="sldNum" sz="quarter" idx="5"/>
          </p:nvPr>
        </p:nvSpPr>
        <p:spPr/>
        <p:txBody>
          <a:bodyPr/>
          <a:lstStyle/>
          <a:p>
            <a:fld id="{5A04789D-D818-4FC1-8D25-3F5F625235E1}" type="slidenum">
              <a:rPr lang="en-US" smtClean="0"/>
              <a:t>22</a:t>
            </a:fld>
            <a:endParaRPr lang="en-US"/>
          </a:p>
        </p:txBody>
      </p:sp>
    </p:spTree>
    <p:extLst>
      <p:ext uri="{BB962C8B-B14F-4D97-AF65-F5344CB8AC3E}">
        <p14:creationId xmlns:p14="http://schemas.microsoft.com/office/powerpoint/2010/main" val="1618763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rPr>
              <a:t>Le National Health Service (NHS) s'efforçait de déplacer rapidement les prestataires de soins de santé entre plus de 200 groupes hospitaliers. Le traitement des tâches administratives pouvait parfois prendre des jours, tandis que les patients attendaient de recevoir des soins.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rPr>
              <a:t>Le NHS au Royaume-Uni utilise Entra Verified ID dans son passeport numérique pour le personnel afin de faciliter les mouvements rapides de personnel entre les différents établissements, en permettant au personnel de stocker ses propres justificatifs vérifiables </a:t>
            </a:r>
            <a:r>
              <a:rPr lang="fr-FR" sz="1200" dirty="0">
                <a:solidFill>
                  <a:schemeClr val="tx1"/>
                </a:solidFill>
              </a:rPr>
              <a:t>en matière d'emploi, d'habilitations et d'autres attributs</a:t>
            </a:r>
            <a:r>
              <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rPr>
              <a:t>Liens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hlinkClick r:id="rId3"/>
              </a:rPr>
              <a:t>With high levels of security and trust, the NHS rapidly meets clinical demands using verified credentials | Microsoft Customer Stories</a:t>
            </a:r>
            <a:r>
              <a:rPr lang="en-US" sz="3200" dirty="0"/>
              <a:t> </a:t>
            </a:r>
            <a:r>
              <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rPr>
              <a:t>: https://www.microsoft.com/en/customers/story/1348169400682329017-nhs-foundation-trust-health-provider-m365</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3200" dirty="0">
                <a:hlinkClick r:id="rId4"/>
              </a:rPr>
              <a:t>Digital Staff </a:t>
            </a:r>
            <a:r>
              <a:rPr lang="fr-FR" sz="3200" dirty="0" err="1">
                <a:hlinkClick r:id="rId4"/>
              </a:rPr>
              <a:t>Passport</a:t>
            </a:r>
            <a:r>
              <a:rPr lang="fr-FR" sz="3200" dirty="0">
                <a:hlinkClick r:id="rId4"/>
              </a:rPr>
              <a:t> - NHS </a:t>
            </a:r>
            <a:r>
              <a:rPr lang="fr-FR" sz="3200" dirty="0" err="1">
                <a:hlinkClick r:id="rId4"/>
              </a:rPr>
              <a:t>England</a:t>
            </a:r>
            <a:r>
              <a:rPr lang="fr-FR" sz="3200" dirty="0">
                <a:hlinkClick r:id="rId4"/>
              </a:rPr>
              <a:t> Digital</a:t>
            </a:r>
            <a:r>
              <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rPr>
              <a:t>: https://digital.nhs.uk/services/digital-staff-passport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000000"/>
              </a:solidFill>
              <a:effectLst/>
              <a:uLnTx/>
              <a:uFillTx/>
              <a:latin typeface="Segoe UI"/>
              <a:ea typeface="+mn-ea"/>
              <a:cs typeface="Segoe UI"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5A04789D-D818-4FC1-8D25-3F5F625235E1}" type="slidenum">
              <a:rPr lang="en-US" smtClean="0"/>
              <a:t>23</a:t>
            </a:fld>
            <a:endParaRPr lang="en-US"/>
          </a:p>
        </p:txBody>
      </p:sp>
    </p:spTree>
    <p:extLst>
      <p:ext uri="{BB962C8B-B14F-4D97-AF65-F5344CB8AC3E}">
        <p14:creationId xmlns:p14="http://schemas.microsoft.com/office/powerpoint/2010/main" val="3524851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t>Employment related identity theft is common. Must protect organization from candidate impersonation: Bad actors will steal personal information of a qualified candidate and then apply for a job. </a:t>
            </a:r>
            <a:r>
              <a:rPr lang="en-US" sz="1100" b="1" dirty="0"/>
              <a:t>Hackers can use deepfakes to impersonate someone’s appearance online</a:t>
            </a:r>
            <a:r>
              <a:rPr lang="en-US" sz="1100" b="0" dirty="0"/>
              <a:t>, such as in remote interviews. Deepfakes considered a top five cybersecurity threat of 2024 by Forrester</a:t>
            </a:r>
            <a:r>
              <a:rPr lang="en-US" sz="1100" b="0" baseline="30000" dirty="0"/>
              <a:t>6</a:t>
            </a:r>
            <a:r>
              <a:rPr lang="en-US" sz="1100" b="0" baseline="0" dirty="0"/>
              <a:t>. </a:t>
            </a: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baseline="0" dirty="0"/>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baseline="0" dirty="0"/>
              <a:t>Onboarding is overwhelming because of all the tasks, admin work, background checks, and hoops that both employees and companies have to jump through. </a:t>
            </a: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baseline="0" dirty="0"/>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baseline="0" dirty="0"/>
              <a:t>Overall, most employees that their businesses need onboarding and wish there was another way to do it. </a:t>
            </a:r>
            <a:endParaRPr lang="en-US" sz="1100" b="1" dirty="0"/>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dirty="0">
              <a:effectLst/>
              <a:latin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effectLst/>
                <a:latin typeface="Times New Roman" panose="02020603050405020304" pitchFamily="18" charset="0"/>
              </a:rPr>
              <a:t>TRANSITION: How can we add trust to these interactions so that your organization knows who is on the other side of the screen while making onboarding easier and a better overall experience?</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1"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Extra datapoints </a:t>
            </a:r>
            <a:r>
              <a:rPr lang="en-US" sz="1100" b="0" i="1" dirty="0"/>
              <a:t>to share if you want</a:t>
            </a:r>
            <a:endParaRPr kumimoji="0" lang="en-US" sz="1100" b="0" i="1"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a:t>
            </a: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1" baseline="30000" dirty="0"/>
              <a:t>1</a:t>
            </a:r>
            <a:r>
              <a:rPr lang="en-US" sz="1100" b="1" dirty="0"/>
              <a:t> </a:t>
            </a:r>
            <a:r>
              <a:rPr lang="en-US" sz="1100" b="0" dirty="0"/>
              <a:t>***lots of stats to look at from the source: </a:t>
            </a:r>
            <a:r>
              <a:rPr lang="en-US" sz="1100" dirty="0"/>
              <a:t>https://www.g2.com/articles/onboarding-statistics***</a:t>
            </a:r>
            <a:endParaRPr lang="en-US" sz="1100" b="1"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0" dirty="0"/>
              <a:t>88% of workers think their company’s onboarding has room for improvement (12% think their company’s onboarding is satisfactory)</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0" dirty="0"/>
              <a:t>Great onboarding can improve retention by 82% and work quality by over 70%</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0" dirty="0"/>
              <a:t>Onboarding is biggest challenge for 37.4% of HR professionals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0" i="0" dirty="0">
                <a:solidFill>
                  <a:srgbClr val="111111"/>
                </a:solidFill>
                <a:effectLst/>
                <a:latin typeface="Barlow" panose="00000500000000000000" pitchFamily="2" charset="0"/>
              </a:rPr>
              <a:t>47% of businesses face difficulties in onboarding due to problems with accessing infrastructure.</a:t>
            </a:r>
            <a:endParaRPr lang="en-US" sz="1100" b="0"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0" dirty="0"/>
              <a:t>22</a:t>
            </a:r>
            <a:r>
              <a:rPr kumimoji="0" lang="en-US" sz="11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 employee turnover without efficient </a:t>
            </a:r>
            <a:r>
              <a:rPr lang="en-US" sz="1100" dirty="0">
                <a:gradFill>
                  <a:gsLst>
                    <a:gs pos="83000">
                      <a:schemeClr val="tx1"/>
                    </a:gs>
                    <a:gs pos="100000">
                      <a:schemeClr val="tx1"/>
                    </a:gs>
                  </a:gsLst>
                  <a:lin ang="5400000" scaled="1"/>
                </a:gradFill>
                <a:latin typeface="Segoe UI"/>
                <a:ea typeface="Segoe UI" pitchFamily="34" charset="0"/>
                <a:cs typeface="Segoe UI" pitchFamily="34" charset="0"/>
              </a:rPr>
              <a:t>onboarding </a:t>
            </a:r>
            <a:r>
              <a:rPr kumimoji="0" lang="en-US" sz="11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rPr>
              <a:t>within the first 45 days of employment.</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t>Hackers are getting smarter with impersonation and social engineering</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1" dirty="0"/>
              <a:t>Evolved phishing considered top threat for CIOs by Gartner</a:t>
            </a:r>
            <a:r>
              <a:rPr lang="en-US" sz="1100" b="1" baseline="30000" dirty="0"/>
              <a:t>5</a:t>
            </a:r>
            <a:r>
              <a:rPr lang="en-US" sz="1100" b="0" dirty="0"/>
              <a:t>: Phishing leads to credential theft/impersonation and is a top contributor to data loss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b="1" dirty="0"/>
              <a:t>Credential abuse</a:t>
            </a:r>
            <a:r>
              <a:rPr lang="en-US" sz="1100" b="0" dirty="0"/>
              <a:t>: attackers impersonate someone with legitimate access, can sometimes defeat MFA which is a best practice for authentication</a:t>
            </a:r>
            <a:endParaRPr lang="en-US" sz="1100" b="1" dirty="0"/>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dirty="0">
                <a:effectLst/>
                <a:latin typeface="Calibri" panose="020F0502020204030204" pitchFamily="34" charset="0"/>
                <a:ea typeface="MS Gothic" panose="020B0609070205080204" pitchFamily="49" charset="-128"/>
                <a:cs typeface="Arial" panose="020B0604020202020204" pitchFamily="34" charset="0"/>
              </a:rPr>
              <a:t>The rise of deepfakes and other gen-AI impersonation tactics creates new security vulnerabilities that are growing in frequency.</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1"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Sources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100" baseline="30000" dirty="0">
                <a:hlinkClick r:id="rId3"/>
              </a:rPr>
              <a:t>1</a:t>
            </a:r>
            <a:r>
              <a:rPr lang="en-US" sz="1100" dirty="0">
                <a:hlinkClick r:id="rId3"/>
              </a:rPr>
              <a:t>50+ Employee Onboarding Statistics You Must Know in 2024 (g2.com)</a:t>
            </a:r>
            <a:r>
              <a:rPr lang="en-US" sz="1100" dirty="0"/>
              <a:t>: https://www.g2.com/articles/onboarding-statistics</a:t>
            </a:r>
            <a:endParaRPr kumimoji="0" lang="en-US" sz="1100" b="0" i="0" u="none" strike="noStrike" kern="1200" cap="none" spc="0" normalizeH="0" baseline="0" noProof="0" dirty="0">
              <a:ln>
                <a:noFill/>
              </a:ln>
              <a:solidFill>
                <a:schemeClr val="accent1"/>
              </a:solidFill>
              <a:effectLst/>
              <a:uLnTx/>
              <a:uFillTx/>
              <a:latin typeface="+mn-lt"/>
              <a:ea typeface="+mn-ea"/>
              <a:cs typeface="+mn-cs"/>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6</a:t>
            </a:r>
            <a:r>
              <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Forrester State of Cybersecurity Innovations: </a:t>
            </a:r>
            <a:r>
              <a:rPr lang="en-US" sz="1100" dirty="0">
                <a:hlinkClick r:id="rId4"/>
              </a:rPr>
              <a:t>https://www.forrester.com/blogs/state-of-cybersecurity-innovation-rsa-conference-2024/#:~:text=Forrester%20calls%20out%20deepfakes%20as%20one%20of%20the,and%20brand%20damage%2C%20amplification%20of%20misinformation%2C%20and%20more.</a:t>
            </a: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a:endParaRPr lang="en-US" sz="11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3E014C3-AC8C-4A60-9C73-5E397988B9BB}"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2096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77DDF-AB7B-96FC-BEC5-7A4EF8662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7F047-9AA6-C3D8-18EA-E67EFA6CA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9176F-765E-F524-856D-05BE1C156514}"/>
              </a:ext>
            </a:extLst>
          </p:cNvPr>
          <p:cNvSpPr>
            <a:spLocks noGrp="1"/>
          </p:cNvSpPr>
          <p:nvPr>
            <p:ph type="body" idx="1"/>
          </p:nvPr>
        </p:nvSpPr>
        <p:spPr/>
        <p:txBody>
          <a:bodyPr/>
          <a:lstStyle/>
          <a:p>
            <a:pPr>
              <a:spcBef>
                <a:spcPts val="0"/>
              </a:spcBef>
              <a:spcAft>
                <a:spcPts val="300"/>
              </a:spcAft>
            </a:pPr>
            <a:r>
              <a:rPr lang="en-US" sz="900" i="0" dirty="0">
                <a:solidFill>
                  <a:srgbClr val="000000"/>
                </a:solidFill>
                <a:effectLst/>
                <a:latin typeface="Segoe UI" panose="020B0502040204020203" pitchFamily="34" charset="0"/>
              </a:rPr>
              <a:t>Can you truly be 100% sure that the person you’re bringing into your organization isn’t a convincing impersonation of the person you hired?</a:t>
            </a:r>
            <a:endParaRPr lang="en-US" sz="900" i="1" dirty="0">
              <a:solidFill>
                <a:srgbClr val="000000"/>
              </a:solidFill>
              <a:effectLst/>
              <a:latin typeface="Segoe UI" panose="020B0502040204020203" pitchFamily="34" charset="0"/>
            </a:endParaRPr>
          </a:p>
          <a:p>
            <a:pPr>
              <a:spcBef>
                <a:spcPts val="0"/>
              </a:spcBef>
              <a:spcAft>
                <a:spcPts val="300"/>
              </a:spcAft>
            </a:pPr>
            <a:endParaRPr lang="en-US" sz="900" dirty="0">
              <a:solidFill>
                <a:srgbClr val="000000"/>
              </a:solidFill>
              <a:effectLst/>
              <a:latin typeface="Segoe UI" panose="020B0502040204020203" pitchFamily="34" charset="0"/>
            </a:endParaRPr>
          </a:p>
          <a:p>
            <a:pPr>
              <a:spcBef>
                <a:spcPts val="0"/>
              </a:spcBef>
              <a:spcAft>
                <a:spcPts val="300"/>
              </a:spcAft>
            </a:pPr>
            <a:r>
              <a:rPr lang="en-US" sz="900" dirty="0">
                <a:solidFill>
                  <a:srgbClr val="000000"/>
                </a:solidFill>
                <a:effectLst/>
                <a:latin typeface="Segoe UI" panose="020B0502040204020203" pitchFamily="34" charset="0"/>
              </a:rPr>
              <a:t>TRANSITION: Let’s watch the demo to see how you can be more certain about who you’re onboarding</a:t>
            </a:r>
          </a:p>
        </p:txBody>
      </p:sp>
      <p:sp>
        <p:nvSpPr>
          <p:cNvPr id="4" name="Header Placeholder 3">
            <a:extLst>
              <a:ext uri="{FF2B5EF4-FFF2-40B4-BE49-F238E27FC236}">
                <a16:creationId xmlns:a16="http://schemas.microsoft.com/office/drawing/2014/main" id="{8CCE1E2D-FD03-DF16-1EB1-B920E718A1A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F6D9E142-B0B3-647A-2936-7DD915F1406B}"/>
              </a:ext>
            </a:extLst>
          </p:cNvPr>
          <p:cNvSpPr>
            <a:spLocks noGrp="1"/>
          </p:cNvSpPr>
          <p:nvPr>
            <p:ph type="ftr" sz="quarter" idx="4"/>
          </p:nvPr>
        </p:nvSpPr>
        <p:spPr/>
        <p:txBody>
          <a:bodyPr/>
          <a:lstStyle/>
          <a:p>
            <a:pPr marL="604133"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928F319-F1AE-390D-247C-EA0D8E22A29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3233B1C-3D99-5162-B702-AFBC0CED2CA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4064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987ED-D8D9-88DB-DD33-26544FF69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C07BD-1434-D4A4-1C1C-5B885DCB4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269B4-B082-D8DA-5D98-AFC68D653422}"/>
              </a:ext>
            </a:extLst>
          </p:cNvPr>
          <p:cNvSpPr>
            <a:spLocks noGrp="1"/>
          </p:cNvSpPr>
          <p:nvPr>
            <p:ph type="body" idx="1"/>
          </p:nvPr>
        </p:nvSpPr>
        <p:spPr/>
        <p:txBody>
          <a:bodyPr/>
          <a:lstStyle/>
          <a:p>
            <a:r>
              <a:rPr lang="en-US" sz="1600" b="0">
                <a:solidFill>
                  <a:srgbClr val="222222"/>
                </a:solidFill>
                <a:latin typeface="Segoe UI"/>
                <a:cs typeface="Segoe UI"/>
              </a:rPr>
              <a:t>Onboarding new employees and ensuring that the new employee is who they claim to be is a challenge many customers are facing. Many customers are not properly verifying the identity of the new joiner during the hire process. Onboarding is also a process that can take days or weeks with background checks, administrative work, and other tedious tasks. </a:t>
            </a:r>
          </a:p>
          <a:p>
            <a:endParaRPr lang="en-US" sz="1600" b="0">
              <a:solidFill>
                <a:srgbClr val="222222"/>
              </a:solidFill>
              <a:latin typeface="Segoe UI"/>
              <a:cs typeface="Segoe UI"/>
            </a:endParaRPr>
          </a:p>
          <a:p>
            <a:r>
              <a:rPr lang="en-US" sz="1600" b="0">
                <a:solidFill>
                  <a:srgbClr val="222222"/>
                </a:solidFill>
                <a:latin typeface="Segoe UI"/>
                <a:cs typeface="Segoe UI"/>
              </a:rPr>
              <a:t>Using Microsoft Entra Verified ID, you can </a:t>
            </a:r>
            <a:r>
              <a:rPr lang="en-US" sz="1600" b="1">
                <a:solidFill>
                  <a:srgbClr val="222222"/>
                </a:solidFill>
                <a:latin typeface="Segoe UI"/>
                <a:cs typeface="Segoe UI"/>
              </a:rPr>
              <a:t>get your new talent on the job quickly and securely.</a:t>
            </a:r>
            <a:endParaRPr lang="en-US" sz="1600" b="0">
              <a:solidFill>
                <a:srgbClr val="222222"/>
              </a:solidFill>
              <a:latin typeface="Segoe UI"/>
              <a:cs typeface="Segoe UI"/>
            </a:endParaRPr>
          </a:p>
          <a:p>
            <a:endParaRPr lang="en-US" sz="1600" b="0">
              <a:solidFill>
                <a:srgbClr val="222222"/>
              </a:solidFill>
              <a:latin typeface="Segoe UI"/>
              <a:cs typeface="Segoe UI"/>
            </a:endParaRPr>
          </a:p>
          <a:p>
            <a:r>
              <a:rPr lang="en-US" sz="1600" b="0" i="1">
                <a:solidFill>
                  <a:srgbClr val="222222"/>
                </a:solidFill>
                <a:latin typeface="Segoe UI"/>
                <a:cs typeface="Segoe UI"/>
              </a:rPr>
              <a:t>*Click for first check* </a:t>
            </a:r>
            <a:r>
              <a:rPr lang="en-US" sz="1600" b="0">
                <a:solidFill>
                  <a:srgbClr val="222222"/>
                </a:solidFill>
                <a:latin typeface="Segoe UI"/>
                <a:cs typeface="Segoe UI"/>
              </a:rPr>
              <a:t>Quickly check a user’s background with an IDV partner</a:t>
            </a:r>
          </a:p>
          <a:p>
            <a:r>
              <a:rPr lang="en-US" sz="1600" b="0" i="1">
                <a:solidFill>
                  <a:srgbClr val="222222"/>
                </a:solidFill>
                <a:latin typeface="Segoe UI"/>
                <a:cs typeface="Segoe UI"/>
              </a:rPr>
              <a:t>*click for second check* </a:t>
            </a:r>
            <a:r>
              <a:rPr lang="en-US" sz="1600" b="0">
                <a:solidFill>
                  <a:srgbClr val="222222"/>
                </a:solidFill>
                <a:latin typeface="Segoe UI"/>
                <a:cs typeface="Segoe UI"/>
              </a:rPr>
              <a:t>validate their skills and certifications</a:t>
            </a:r>
          </a:p>
          <a:p>
            <a:r>
              <a:rPr lang="en-US" sz="1600" b="0" i="1">
                <a:solidFill>
                  <a:srgbClr val="222222"/>
                </a:solidFill>
                <a:latin typeface="Segoe UI"/>
                <a:cs typeface="Segoe UI"/>
              </a:rPr>
              <a:t>*click for third check* </a:t>
            </a:r>
            <a:r>
              <a:rPr lang="en-US" sz="1600" b="0">
                <a:solidFill>
                  <a:srgbClr val="222222"/>
                </a:solidFill>
                <a:latin typeface="Segoe UI"/>
                <a:cs typeface="Segoe UI"/>
              </a:rPr>
              <a:t>and confirm who is onboarding with Face Check</a:t>
            </a:r>
            <a:endParaRPr lang="en-US" sz="1600" b="1">
              <a:solidFill>
                <a:srgbClr val="222222"/>
              </a:solidFill>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a:latin typeface="Segoe UI"/>
              </a:rPr>
              <a:t>Check a user’s background or skills once, issue a reusable Verified ID</a:t>
            </a:r>
            <a:endParaRPr kumimoji="0" lang="en-US" sz="3200" b="1" i="0" u="none" strike="noStrike" kern="1200" cap="none" spc="0" normalizeH="0" baseline="0" noProof="0">
              <a:ln>
                <a:noFill/>
              </a:ln>
              <a:effectLst/>
              <a:uLnTx/>
              <a:uFillTx/>
              <a:latin typeface="Segoe UI"/>
            </a:endParaRPr>
          </a:p>
          <a:p>
            <a:pPr marL="171450" indent="-171450" algn="l">
              <a:spcAft>
                <a:spcPts val="600"/>
              </a:spcAft>
              <a:buFontTx/>
              <a:buChar char="-"/>
            </a:pPr>
            <a:r>
              <a:rPr lang="en-US" sz="3200">
                <a:latin typeface="+mn-lt"/>
              </a:rPr>
              <a:t>When you use Verified ID for identity checks or professional licenses and credentials, workers only need to get certified once to receive a Verified ID that they can present as often as they need to prove their skills or identity. </a:t>
            </a:r>
            <a:r>
              <a:rPr lang="en-US" sz="3200" b="1">
                <a:latin typeface="+mn-lt"/>
              </a:rPr>
              <a:t>Examples: </a:t>
            </a:r>
            <a:r>
              <a:rPr lang="en-US" sz="3200" b="0">
                <a:latin typeface="+mn-lt"/>
              </a:rPr>
              <a:t>identity Verified ID from IDV partner, technical skills/training license (electrician, healthcare worker. Etc.)</a:t>
            </a:r>
            <a:endParaRPr lang="en-US" sz="3200" b="1">
              <a:latin typeface="+mn-lt"/>
            </a:endParaRPr>
          </a:p>
          <a:p>
            <a:pPr marL="171450" indent="-171450" algn="l">
              <a:spcAft>
                <a:spcPts val="600"/>
              </a:spcAft>
              <a:buFontTx/>
              <a:buChar char="-"/>
            </a:pPr>
            <a:r>
              <a:rPr lang="en-US" sz="3200">
                <a:latin typeface="+mn-lt"/>
              </a:rPr>
              <a:t>This portability makes starting new jobs much less painful for gig workers, transfers, new hires. They can start their job after a quick check of their Verified IDs rather than having to wait for administrative work to process for sometimes days or weeks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Segoe UI"/>
                <a:ea typeface="+mn-ea"/>
                <a:cs typeface="+mn-cs"/>
              </a:rPr>
              <a:t>Ensure the right person is gaining access to your organization</a:t>
            </a:r>
          </a:p>
          <a:p>
            <a:pPr marL="171450" marR="0" lvl="0" indent="-171450" algn="l" defTabSz="914367">
              <a:lnSpc>
                <a:spcPct val="90000"/>
              </a:lnSpc>
              <a:spcBef>
                <a:spcPts val="0"/>
              </a:spcBef>
              <a:spcAft>
                <a:spcPts val="333"/>
              </a:spcAft>
              <a:buClrTx/>
              <a:buSzTx/>
              <a:buFontTx/>
              <a:buChar char="-"/>
              <a:tabLst/>
              <a:defRPr/>
            </a:pPr>
            <a:r>
              <a:rPr lang="en-US" sz="2000"/>
              <a:t>Two-way trust: Have full trust in who you are onboarding, and the new user be sure they’re giving their info to the right party</a:t>
            </a:r>
          </a:p>
          <a:p>
            <a:pPr marL="171450" marR="0" lvl="0" indent="-171450" algn="l" defTabSz="914367">
              <a:lnSpc>
                <a:spcPct val="90000"/>
              </a:lnSpc>
              <a:spcBef>
                <a:spcPts val="0"/>
              </a:spcBef>
              <a:spcAft>
                <a:spcPts val="333"/>
              </a:spcAft>
              <a:buClrTx/>
              <a:buSzTx/>
              <a:buFontTx/>
              <a:buChar char="-"/>
              <a:tabLst/>
              <a:defRPr/>
            </a:pPr>
            <a:r>
              <a:rPr lang="en-US" sz="2000"/>
              <a:t>Check identity or certifications and verify user identities with Face Check before onboarding them</a:t>
            </a:r>
            <a:r>
              <a:rPr lang="en-US" sz="2000" b="0" i="0">
                <a:solidFill>
                  <a:srgbClr val="222222"/>
                </a:solidFill>
                <a:effectLst/>
                <a:latin typeface="Segoe UI"/>
                <a:cs typeface="Segoe UI"/>
              </a:rPr>
              <a:t> by digitally validating information with industry leading ID verification providers.</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lang="en-US" sz="2000" b="0"/>
              <a:t>By working with identity verification partners, organizations can easily integrate high quality identity verification into their current onboarding processes </a:t>
            </a:r>
            <a:endParaRPr lang="en-US" sz="2000" b="0" i="0">
              <a:solidFill>
                <a:schemeClr val="tx1"/>
              </a:solidFill>
              <a:effectLst/>
              <a:latin typeface="Segoe UI"/>
              <a:cs typeface="Segoe UI"/>
            </a:endParaRPr>
          </a:p>
          <a:p>
            <a:pPr marL="0" marR="0" lvl="0" indent="0" algn="l" defTabSz="914367">
              <a:lnSpc>
                <a:spcPct val="90000"/>
              </a:lnSpc>
              <a:spcBef>
                <a:spcPts val="0"/>
              </a:spcBef>
              <a:spcAft>
                <a:spcPts val="333"/>
              </a:spcAft>
              <a:buClrTx/>
              <a:buSzTx/>
              <a:buFontTx/>
              <a:buNone/>
              <a:tabLst/>
              <a:defRPr/>
            </a:pPr>
            <a:endParaRPr lang="en-US" sz="180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UI"/>
                <a:ea typeface="+mn-ea"/>
                <a:cs typeface="+mn-cs"/>
              </a:rPr>
              <a:t>Eliminate excessive waiting and administrative work</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lang="en-US" sz="1800" b="0">
                <a:solidFill>
                  <a:srgbClr val="222222"/>
                </a:solidFill>
                <a:latin typeface="Segoe UI"/>
                <a:cs typeface="Segoe UI"/>
              </a:rPr>
              <a:t>Create fast, easy, and cheap onboarding that doesn’t require new hires to spend time going through tedious in person verifications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800" b="0"/>
              <a:t>Retire paper-based verification processes, digitize onboarding</a:t>
            </a:r>
          </a:p>
          <a:p>
            <a:pPr marL="171450" marR="0" lvl="0" indent="-171450" algn="l" defTabSz="914367">
              <a:lnSpc>
                <a:spcPct val="90000"/>
              </a:lnSpc>
              <a:spcBef>
                <a:spcPts val="0"/>
              </a:spcBef>
              <a:spcAft>
                <a:spcPts val="333"/>
              </a:spcAft>
              <a:buClrTx/>
              <a:buSzTx/>
              <a:buFontTx/>
              <a:buChar char="-"/>
              <a:tabLst/>
              <a:defRPr/>
            </a:pPr>
            <a:r>
              <a:rPr lang="en-US" sz="1800" b="0" i="0">
                <a:solidFill>
                  <a:srgbClr val="222222"/>
                </a:solidFill>
                <a:effectLst/>
                <a:latin typeface="Segoe UI"/>
                <a:cs typeface="Segoe UI"/>
              </a:rPr>
              <a:t>Reduce time-to-hire and time-to-productivity with self-service remote enrollment </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kumimoji="0" lang="en-US" sz="1800" b="1" i="0" u="none" strike="noStrike" kern="1200" cap="none" spc="0" normalizeH="0" baseline="0" noProof="0">
                <a:ln>
                  <a:noFill/>
                </a:ln>
                <a:solidFill>
                  <a:srgbClr val="FFFFFF"/>
                </a:solidFill>
                <a:effectLst/>
                <a:uLnTx/>
                <a:uFillTx/>
                <a:latin typeface="Segoe UI"/>
                <a:ea typeface="+mn-ea"/>
                <a:cs typeface="+mn-cs"/>
              </a:rPr>
              <a:t>40% of HR workers cite onboarding as one of their biggest challenges</a:t>
            </a:r>
            <a:r>
              <a:rPr kumimoji="0" lang="en-US" sz="1800" b="0" i="0" u="none" strike="noStrike" kern="1200" cap="none" spc="0" normalizeH="0" baseline="0" noProof="0">
                <a:ln>
                  <a:noFill/>
                </a:ln>
                <a:solidFill>
                  <a:srgbClr val="FFFFFF"/>
                </a:solidFill>
                <a:effectLst/>
                <a:uLnTx/>
                <a:uFillTx/>
                <a:latin typeface="Segoe UI"/>
                <a:ea typeface="+mn-ea"/>
                <a:cs typeface="+mn-cs"/>
              </a:rPr>
              <a:t>, decreasing manual admin work for them will help lessen the challenge (</a:t>
            </a:r>
            <a:r>
              <a:rPr lang="en-US" sz="1800"/>
              <a:t>https://www.g2.com/articles/onboarding-statistics)</a:t>
            </a:r>
          </a:p>
          <a:p>
            <a:pPr marL="171450" marR="0" lvl="0" indent="-171450" algn="l" defTabSz="914367" rtl="0" eaLnBrk="1" fontAlgn="auto" latinLnBrk="0" hangingPunct="1">
              <a:lnSpc>
                <a:spcPct val="90000"/>
              </a:lnSpc>
              <a:spcBef>
                <a:spcPts val="0"/>
              </a:spcBef>
              <a:spcAft>
                <a:spcPts val="333"/>
              </a:spcAft>
              <a:buClrTx/>
              <a:buSzTx/>
              <a:buFontTx/>
              <a:buChar char="-"/>
              <a:tabLst/>
              <a:defRPr/>
            </a:pPr>
            <a:endParaRPr lang="en-US" sz="1800" b="0"/>
          </a:p>
          <a:p>
            <a:pPr marL="0" marR="0" lvl="0" indent="0" algn="l" defTabSz="914367" rtl="0" eaLnBrk="1" fontAlgn="auto" latinLnBrk="0" hangingPunct="1">
              <a:lnSpc>
                <a:spcPct val="90000"/>
              </a:lnSpc>
              <a:spcBef>
                <a:spcPts val="0"/>
              </a:spcBef>
              <a:spcAft>
                <a:spcPts val="333"/>
              </a:spcAft>
              <a:buClrTx/>
              <a:buSzTx/>
              <a:buFontTx/>
              <a:buNone/>
              <a:tabLst/>
              <a:defRPr/>
            </a:pPr>
            <a:r>
              <a:rPr lang="en-US" sz="1800">
                <a:latin typeface="+mn-lt"/>
              </a:rPr>
              <a:t>TRANSITION: After a worker onboards, they will need access to apps and resources to do their jobs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800" b="0"/>
          </a:p>
        </p:txBody>
      </p:sp>
      <p:sp>
        <p:nvSpPr>
          <p:cNvPr id="4" name="Slide Number Placeholder 3">
            <a:extLst>
              <a:ext uri="{FF2B5EF4-FFF2-40B4-BE49-F238E27FC236}">
                <a16:creationId xmlns:a16="http://schemas.microsoft.com/office/drawing/2014/main" id="{5842BAB1-9706-6769-B6FB-D43ECDC4784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27</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360118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Onboarding with Verified ID is simple, here’s an example for a newly hired worker:</a:t>
            </a:r>
          </a:p>
          <a:p>
            <a:endParaRPr lang="en-US"/>
          </a:p>
          <a:p>
            <a:r>
              <a:rPr lang="en-US"/>
              <a:t>After accepting the offer, the company invites the new hire to visit the onboarding portal.</a:t>
            </a:r>
          </a:p>
          <a:p>
            <a:endParaRPr lang="en-US"/>
          </a:p>
          <a:p>
            <a:r>
              <a:rPr lang="en-US"/>
              <a:t>Upon visiting the portal, the new hire is directed to an identity attestation process with an identity verification provider (IDV) chosen by the company. This was where in the demo, the employee filled in his name, took a picture, and submitted his government ID. The IDV used these elements to verify her identity.</a:t>
            </a:r>
          </a:p>
          <a:p>
            <a:endParaRPr lang="en-US"/>
          </a:p>
          <a:p>
            <a:r>
              <a:rPr lang="en-US"/>
              <a:t>The IDV validates the new hire’s identity and issues an identity Verified ID</a:t>
            </a:r>
          </a:p>
          <a:p>
            <a:endParaRPr lang="en-US"/>
          </a:p>
          <a:p>
            <a:r>
              <a:rPr lang="en-US"/>
              <a:t>The company requests that the new hire verify their identity by sharing the identity credential and completing a Face Check</a:t>
            </a:r>
          </a:p>
          <a:p>
            <a:endParaRPr lang="en-US"/>
          </a:p>
          <a:p>
            <a:r>
              <a:rPr lang="en-US"/>
              <a:t>After presenting the new Verified ID and sharing the result of the Face Check, the identity verification is complete, and the new hire can proceed with onboarding activities like getting an employee Verified ID</a:t>
            </a:r>
          </a:p>
          <a:p>
            <a:endParaRPr lang="en-US"/>
          </a:p>
          <a:p>
            <a:r>
              <a:rPr lang="en-US"/>
              <a:t>To take onboarding a step further, you can use Verified ID to set up </a:t>
            </a:r>
            <a:r>
              <a:rPr lang="en-US" err="1"/>
              <a:t>passwordless</a:t>
            </a:r>
            <a:r>
              <a:rPr lang="en-US"/>
              <a:t> sign-in with passkeys for added phishing resistance</a:t>
            </a:r>
          </a:p>
          <a:p>
            <a:endParaRPr lang="en-US"/>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A1DD9654-15A7-4CEE-B317-59E69769D2B2}" type="datetime8">
              <a:rPr lang="en-US" smtClean="0"/>
              <a:t>5/12/2025 3:54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1417655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C537B-6326-9C02-0E90-D909E1402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12275-38FD-32FE-E801-9C5A3CD99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2DB64-D9ED-89A9-CE0E-6FB4BBDC7C99}"/>
              </a:ext>
            </a:extLst>
          </p:cNvPr>
          <p:cNvSpPr>
            <a:spLocks noGrp="1"/>
          </p:cNvSpPr>
          <p:nvPr>
            <p:ph type="body" idx="1"/>
          </p:nvPr>
        </p:nvSpPr>
        <p:spPr/>
        <p:txBody>
          <a:bodyPr/>
          <a:lstStyle/>
          <a:p>
            <a:r>
              <a:rPr lang="en-US" dirty="0"/>
              <a:t>Go through Verified Id normal onboarding flow.</a:t>
            </a:r>
          </a:p>
          <a:p>
            <a:endParaRPr lang="en-US" dirty="0"/>
          </a:p>
          <a:p>
            <a:r>
              <a:rPr lang="en-US" dirty="0"/>
              <a:t>After onboarding and getting an employee Verified ID, the Verified ID can be used to retrieve a temporary access pass, which is used to bootstrap phishing resistant credentials such as passkeys in Microsoft authenticator or a passkey in FIDO 2 security key</a:t>
            </a:r>
          </a:p>
        </p:txBody>
      </p:sp>
      <p:sp>
        <p:nvSpPr>
          <p:cNvPr id="4" name="Header Placeholder 3">
            <a:extLst>
              <a:ext uri="{FF2B5EF4-FFF2-40B4-BE49-F238E27FC236}">
                <a16:creationId xmlns:a16="http://schemas.microsoft.com/office/drawing/2014/main" id="{B571DD18-208F-9502-CA40-DBFE0CDF704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A09A886-7884-5BD3-AFD8-776C25E783F9}"/>
              </a:ext>
            </a:extLst>
          </p:cNvPr>
          <p:cNvSpPr>
            <a:spLocks noGrp="1"/>
          </p:cNvSpPr>
          <p:nvPr>
            <p:ph type="ftr" sz="quarter" idx="4"/>
          </p:nvPr>
        </p:nvSpPr>
        <p:spPr/>
        <p:txBody>
          <a:bodyPr/>
          <a:lstStyle/>
          <a:p>
            <a:pPr marL="619220" marR="0" lvl="0" indent="0" algn="l" defTabSz="990426"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Confidential. Shared under NDA.</a:t>
            </a:r>
          </a:p>
        </p:txBody>
      </p:sp>
      <p:sp>
        <p:nvSpPr>
          <p:cNvPr id="6" name="Date Placeholder 5">
            <a:extLst>
              <a:ext uri="{FF2B5EF4-FFF2-40B4-BE49-F238E27FC236}">
                <a16:creationId xmlns:a16="http://schemas.microsoft.com/office/drawing/2014/main" id="{43238E2C-FAE3-57A0-1278-7E8BA12B518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F9DB4CED-79A0-496B-8B87-578EE66BE026}"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E83C930-AE85-61BB-02ED-AF34825DE6A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857389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Microsoft found 1.5M credentials to be discoverable by attackers just between January and June 2024. Bad actors can take these credentials and use them to impersonate your employees, and steal resources, damage your organization, or plant malware</a:t>
            </a: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1" dirty="0">
                <a:gradFill>
                  <a:gsLst>
                    <a:gs pos="83000">
                      <a:schemeClr val="tx1"/>
                    </a:gs>
                    <a:gs pos="100000">
                      <a:schemeClr val="tx1"/>
                    </a:gs>
                  </a:gsLst>
                  <a:lin ang="5400000" scaled="1"/>
                </a:gradFill>
                <a:latin typeface="+mj-lt"/>
                <a:cs typeface="Segoe UI" pitchFamily="34" charset="0"/>
              </a:rPr>
              <a:t>Example: </a:t>
            </a:r>
            <a:r>
              <a:rPr lang="en-US" sz="1100" dirty="0">
                <a:gradFill>
                  <a:gsLst>
                    <a:gs pos="83000">
                      <a:schemeClr val="tx1"/>
                    </a:gs>
                    <a:gs pos="100000">
                      <a:schemeClr val="tx1"/>
                    </a:gs>
                  </a:gsLst>
                  <a:lin ang="5400000" scaled="1"/>
                </a:gradFill>
                <a:latin typeface="+mj-lt"/>
                <a:cs typeface="Segoe UI" pitchFamily="34" charset="0"/>
              </a:rPr>
              <a:t>Access to resources without verification creates risks: </a:t>
            </a:r>
            <a:r>
              <a:rPr lang="en-US" sz="1100" b="0" dirty="0">
                <a:effectLst/>
                <a:latin typeface="Times New Roman" panose="02020603050405020304" pitchFamily="18" charset="0"/>
                <a:ea typeface="Times New Roman" panose="02020603050405020304" pitchFamily="18" charset="0"/>
              </a:rPr>
              <a:t>In 2023, an attacker got into a large telecom company through a single improperly secured API. Result was a data breach that affected approx. 37M customer accounts</a:t>
            </a:r>
            <a:r>
              <a:rPr lang="en-US" sz="1100" b="0" baseline="30000" dirty="0">
                <a:effectLst/>
                <a:latin typeface="Times New Roman" panose="02020603050405020304" pitchFamily="18" charset="0"/>
                <a:ea typeface="Times New Roman" panose="02020603050405020304" pitchFamily="18" charset="0"/>
              </a:rPr>
              <a:t>3,4</a:t>
            </a:r>
            <a:r>
              <a:rPr lang="en-US" sz="1100" b="0" baseline="0" dirty="0">
                <a:effectLst/>
                <a:latin typeface="Times New Roman" panose="02020603050405020304" pitchFamily="18" charset="0"/>
                <a:ea typeface="Times New Roman" panose="02020603050405020304" pitchFamily="18" charset="0"/>
              </a:rPr>
              <a:t>. Likely could have been avoided if they had proper ID verification before granting access </a:t>
            </a:r>
            <a:endPar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endParaRPr>
          </a:p>
          <a:p>
            <a:pPr marL="0" marR="0" lvl="0" indent="0" algn="l" defTabSz="914400" rtl="0" eaLnBrk="1" fontAlgn="base" latinLnBrk="0" hangingPunct="1">
              <a:lnSpc>
                <a:spcPct val="107000"/>
              </a:lnSpc>
              <a:spcBef>
                <a:spcPts val="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endParaRP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Regulation over data and access is growing:</a:t>
            </a:r>
            <a:r>
              <a:rPr kumimoji="0" lang="en-US" sz="11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 </a:t>
            </a:r>
            <a:r>
              <a:rPr lang="en-US" sz="1100" b="0" dirty="0"/>
              <a:t>75% of global population’s personal data will be under privacy regulation by year-end 2024</a:t>
            </a:r>
            <a:r>
              <a:rPr lang="en-US" sz="1100" b="0" baseline="30000" dirty="0"/>
              <a:t>2</a:t>
            </a:r>
            <a:r>
              <a:rPr lang="en-US" sz="1100" b="0" baseline="0" dirty="0"/>
              <a:t> </a:t>
            </a:r>
            <a:r>
              <a:rPr kumimoji="0" lang="en-US" sz="1100" b="1"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Imperative to know who has access to your resources and trust them</a:t>
            </a:r>
            <a:r>
              <a:rPr kumimoji="0" lang="en-US" sz="1100" b="0" i="0" u="none" strike="noStrike" kern="1200" cap="none" spc="0" normalizeH="0" baseline="0" noProof="0" dirty="0">
                <a:ln>
                  <a:noFill/>
                </a:ln>
                <a:solidFill>
                  <a:prstClr val="black"/>
                </a:solidFill>
                <a:effectLst/>
                <a:uLnTx/>
                <a:uFillTx/>
                <a:latin typeface="Segoe UI" panose="020B0502040204020203" pitchFamily="34" charset="0"/>
                <a:ea typeface="+mn-ea"/>
                <a:cs typeface="+mn-cs"/>
              </a:rPr>
              <a:t>, strict compliance requirements in place for regulated industries and government vendors. Hefty fines and penalties for noncompliance</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dirty="0">
                <a:effectLst/>
                <a:latin typeface="Times New Roman" panose="02020603050405020304" pitchFamily="18" charset="0"/>
                <a:ea typeface="Times New Roman" panose="02020603050405020304" pitchFamily="18" charset="0"/>
              </a:rPr>
              <a:t>FinServ: Know your customer (KYC) and anti-money laundering (AML) in the U.S.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dirty="0">
                <a:effectLst/>
                <a:latin typeface="Times New Roman" panose="02020603050405020304" pitchFamily="18" charset="0"/>
                <a:ea typeface="Times New Roman" panose="02020603050405020304" pitchFamily="18" charset="0"/>
              </a:rPr>
              <a:t>Healthcare: patient privacy laws such as HIPPA in the U.S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dirty="0">
                <a:effectLst/>
                <a:latin typeface="Times New Roman" panose="02020603050405020304" pitchFamily="18" charset="0"/>
                <a:ea typeface="Times New Roman" panose="02020603050405020304" pitchFamily="18" charset="0"/>
              </a:rPr>
              <a:t>Edu: student privacy protection laws such as FERPA in the U.S.</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r>
              <a:rPr lang="en-US" sz="1100" dirty="0">
                <a:effectLst/>
                <a:latin typeface="Times New Roman" panose="02020603050405020304" pitchFamily="18" charset="0"/>
                <a:ea typeface="Times New Roman" panose="02020603050405020304" pitchFamily="18" charset="0"/>
              </a:rPr>
              <a:t>GDPR in Europe</a:t>
            </a:r>
          </a:p>
          <a:p>
            <a:pPr marL="285750" marR="0" lvl="0" indent="-285750" algn="l" defTabSz="914400" rtl="0" eaLnBrk="1" fontAlgn="base" latinLnBrk="0" hangingPunct="1">
              <a:lnSpc>
                <a:spcPct val="107000"/>
              </a:lnSpc>
              <a:spcBef>
                <a:spcPts val="0"/>
              </a:spcBef>
              <a:spcAft>
                <a:spcPts val="800"/>
              </a:spcAft>
              <a:buClrTx/>
              <a:buSzTx/>
              <a:buFontTx/>
              <a:buChar char="-"/>
              <a:tabLst/>
              <a:defRPr/>
            </a:pPr>
            <a:endParaRPr lang="en-US" sz="1100"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dirty="0">
                <a:effectLst/>
                <a:latin typeface="Times New Roman" panose="02020603050405020304" pitchFamily="18" charset="0"/>
                <a:ea typeface="Times New Roman" panose="02020603050405020304" pitchFamily="18" charset="0"/>
              </a:rPr>
              <a:t>Many companies use manual approvals to give their employees access to the right resources. This practice is slow, cumbersome, and limits productivity</a:t>
            </a: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dirty="0">
              <a:effectLst/>
              <a:latin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effectLst/>
                <a:latin typeface="Times New Roman" panose="02020603050405020304" pitchFamily="18" charset="0"/>
              </a:rPr>
              <a:t>TRANSITION: How can we add trust and efficiency to accessing internal resources?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1"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Sources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3000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2</a:t>
            </a:r>
            <a:r>
              <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Gartner 2024 Top Five Trends in Privacy: </a:t>
            </a:r>
            <a:r>
              <a:rPr lang="en-US" sz="1100" dirty="0">
                <a:hlinkClick r:id="rId3"/>
              </a:rPr>
              <a:t>https://www.gartner.com/en/newsroom/press-releases/2022-05-31-gartner-identifies-top-five-trends-in-privacy-through-2024</a:t>
            </a:r>
            <a:endParaRPr lang="en-US" sz="11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1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100" baseline="30000" dirty="0">
                <a:hlinkClick r:id="rId4"/>
              </a:rPr>
              <a:t>3</a:t>
            </a:r>
            <a:r>
              <a:rPr lang="en-US" sz="1100" dirty="0">
                <a:hlinkClick r:id="rId4"/>
              </a:rPr>
              <a:t>T-Mobile Informing Impacted Customers about Unauthorized Activity - T-Mobile Newsroom</a:t>
            </a:r>
            <a:r>
              <a:rPr lang="en-US" sz="1100" dirty="0"/>
              <a:t>: https://www.t-mobile.com/news/business/customer-information</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lang="en-US" sz="11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lang="en-US" sz="1100" baseline="30000" dirty="0">
                <a:hlinkClick r:id="rId5"/>
              </a:rPr>
              <a:t>4</a:t>
            </a:r>
            <a:r>
              <a:rPr lang="en-US" sz="1100" dirty="0">
                <a:hlinkClick r:id="rId5"/>
              </a:rPr>
              <a:t>T-Mobile breached by hackers as 37 million customers impacted - ABC News (go.com)</a:t>
            </a:r>
            <a:r>
              <a:rPr lang="en-US" sz="1100" dirty="0"/>
              <a:t>: https://abcnews.go.com/US/mobile-breached-hackers-37-million-customers-impacted/story?id=96557559</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3E014C3-AC8C-4A60-9C73-5E397988B9BB}"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2096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A5B3A-CF8D-D4A6-9F03-D2D0496DD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9EFCC-1CB5-B562-8E53-E98FFAAD6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89611-49D8-7325-7F2E-1B8FC2CBF12D}"/>
              </a:ext>
            </a:extLst>
          </p:cNvPr>
          <p:cNvSpPr>
            <a:spLocks noGrp="1"/>
          </p:cNvSpPr>
          <p:nvPr>
            <p:ph type="body" idx="1"/>
          </p:nvPr>
        </p:nvSpPr>
        <p:spPr/>
        <p:txBody>
          <a:bodyPr/>
          <a:lstStyle/>
          <a:p>
            <a:pPr>
              <a:spcBef>
                <a:spcPts val="0"/>
              </a:spcBef>
              <a:spcAft>
                <a:spcPts val="300"/>
              </a:spcAft>
            </a:pPr>
            <a:r>
              <a:rPr lang="en-US" sz="900" i="0" dirty="0">
                <a:solidFill>
                  <a:srgbClr val="000000"/>
                </a:solidFill>
                <a:effectLst/>
                <a:latin typeface="Segoe UI" panose="020B0502040204020203" pitchFamily="34" charset="0"/>
              </a:rPr>
              <a:t>Can you truly be 100% sure that the person you’re giving remote access to sensitive resources isn’t a convincing impersonation of your trusted employee?</a:t>
            </a:r>
          </a:p>
          <a:p>
            <a:pPr>
              <a:spcBef>
                <a:spcPts val="0"/>
              </a:spcBef>
              <a:spcAft>
                <a:spcPts val="300"/>
              </a:spcAft>
            </a:pPr>
            <a:endParaRPr lang="en-US" sz="900" dirty="0">
              <a:solidFill>
                <a:srgbClr val="000000"/>
              </a:solidFill>
              <a:effectLst/>
              <a:latin typeface="Segoe UI" panose="020B0502040204020203" pitchFamily="34" charset="0"/>
            </a:endParaRPr>
          </a:p>
          <a:p>
            <a:pPr>
              <a:spcBef>
                <a:spcPts val="0"/>
              </a:spcBef>
              <a:spcAft>
                <a:spcPts val="300"/>
              </a:spcAft>
            </a:pPr>
            <a:r>
              <a:rPr lang="en-US" sz="900" dirty="0">
                <a:solidFill>
                  <a:srgbClr val="000000"/>
                </a:solidFill>
                <a:effectLst/>
                <a:latin typeface="Segoe UI" panose="020B0502040204020203" pitchFamily="34" charset="0"/>
              </a:rPr>
              <a:t>TRANSITION: Let’s see how to improve this certainty using Verified ID</a:t>
            </a:r>
          </a:p>
        </p:txBody>
      </p:sp>
      <p:sp>
        <p:nvSpPr>
          <p:cNvPr id="4" name="Header Placeholder 3">
            <a:extLst>
              <a:ext uri="{FF2B5EF4-FFF2-40B4-BE49-F238E27FC236}">
                <a16:creationId xmlns:a16="http://schemas.microsoft.com/office/drawing/2014/main" id="{E43A0DC6-09FB-B13E-881B-D74CABFFDF0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ABB011F1-476C-5B85-5566-A44B83035106}"/>
              </a:ext>
            </a:extLst>
          </p:cNvPr>
          <p:cNvSpPr>
            <a:spLocks noGrp="1"/>
          </p:cNvSpPr>
          <p:nvPr>
            <p:ph type="ftr" sz="quarter" idx="4"/>
          </p:nvPr>
        </p:nvSpPr>
        <p:spPr/>
        <p:txBody>
          <a:bodyPr/>
          <a:lstStyle/>
          <a:p>
            <a:pPr marL="604133"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3E8DDF3-EED9-3D3A-5A69-CECDFDFC9F5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7735B49-0828-F793-5743-90777C283F2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57273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E8A2A-B368-D76A-75CC-A64C7E354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824F3-534D-3984-8B58-048CA4829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BD76C-0D15-6FBB-15AF-939DB34D94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rgbClr val="222222"/>
                </a:solidFill>
                <a:latin typeface="Segoe UI"/>
                <a:cs typeface="Segoe UI"/>
              </a:rPr>
              <a:t>grant both employees and contractors (B2B guest users) </a:t>
            </a:r>
            <a:r>
              <a:rPr lang="en-US" sz="1600" b="1" dirty="0">
                <a:solidFill>
                  <a:srgbClr val="222222"/>
                </a:solidFill>
                <a:latin typeface="Segoe UI"/>
                <a:cs typeface="Segoe UI"/>
              </a:rPr>
              <a:t>access to the right resources at the right time </a:t>
            </a:r>
            <a:r>
              <a:rPr lang="en-US" sz="1600" b="0" dirty="0">
                <a:solidFill>
                  <a:srgbClr val="222222"/>
                </a:solidFill>
                <a:latin typeface="Segoe UI"/>
                <a:cs typeface="Segoe UI"/>
              </a:rPr>
              <a:t>to follow a Zero Trust model. This scenario uses both Verified ID and ID Governance with Entitlement Management, another Entra Suite product. </a:t>
            </a:r>
            <a:r>
              <a:rPr lang="en-US" sz="1600" b="1" dirty="0">
                <a:solidFill>
                  <a:srgbClr val="222222"/>
                </a:solidFill>
                <a:latin typeface="Segoe UI"/>
                <a:cs typeface="Segoe UI"/>
              </a:rPr>
              <a:t>Ensure that only the right employees and guests have access to sensitive resources and enable them to access those resources quickly and easily.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Calibri"/>
              <a:cs typeface="Calibri"/>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800" b="1" dirty="0">
                <a:latin typeface="Calibri"/>
                <a:cs typeface="Calibri"/>
              </a:rPr>
              <a:t>Manage access for all types of workers</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lang="en-US" sz="1800" dirty="0">
                <a:latin typeface="Calibri"/>
                <a:cs typeface="Calibri"/>
              </a:rPr>
              <a:t>This is not only something that can be useful for your own employees but also contractors, partners, guests, or any other external worker</a:t>
            </a:r>
          </a:p>
          <a:p>
            <a:pPr marL="0" indent="0">
              <a:buNone/>
              <a:defRPr/>
            </a:pPr>
            <a:r>
              <a:rPr lang="en-US" sz="1800" b="0" i="1" dirty="0">
                <a:solidFill>
                  <a:srgbClr val="222222"/>
                </a:solidFill>
                <a:latin typeface="Segoe UI"/>
                <a:cs typeface="Segoe UI"/>
              </a:rPr>
              <a:t>Examples</a:t>
            </a:r>
          </a:p>
          <a:p>
            <a:pPr marL="285750" indent="-285750">
              <a:buFontTx/>
              <a:buChar char="-"/>
              <a:defRPr/>
            </a:pPr>
            <a:r>
              <a:rPr lang="en-US" sz="1800" b="0" dirty="0">
                <a:solidFill>
                  <a:srgbClr val="222222"/>
                </a:solidFill>
                <a:latin typeface="Segoe UI"/>
                <a:cs typeface="Segoe UI"/>
              </a:rPr>
              <a:t>To gain access to certain sensitive resources or roles, an employee might need to show his/her Verified ID that they completed the compliance training successfully, which gives them access to sensitive customer information for the next year.</a:t>
            </a:r>
          </a:p>
          <a:p>
            <a:pPr marL="285750" indent="-285750">
              <a:buFontTx/>
              <a:buChar char="-"/>
              <a:defRPr/>
            </a:pPr>
            <a:r>
              <a:rPr lang="en-US" sz="1800" b="0" dirty="0">
                <a:solidFill>
                  <a:srgbClr val="222222"/>
                </a:solidFill>
                <a:latin typeface="Segoe UI"/>
                <a:cs typeface="Segoe UI"/>
              </a:rPr>
              <a:t>For a contractor, you might want to have them present their Verified ID from their organization which proves that they work for that company and do a Face Check, before they gain access to a set of resources they need for collaboration</a:t>
            </a:r>
            <a:endParaRPr lang="en-US" sz="1800" dirty="0">
              <a:latin typeface="Calibri"/>
              <a:cs typeface="Calibri"/>
            </a:endParaRPr>
          </a:p>
          <a:p>
            <a:endParaRPr lang="en-US" sz="1800" dirty="0">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mn-cs"/>
              </a:rPr>
              <a:t>Reduce approval fatigue with automatic access and revocation</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lang="en-US" sz="1800" dirty="0">
                <a:latin typeface="Calibri"/>
                <a:cs typeface="Calibri"/>
              </a:rPr>
              <a:t>Workers and guests can request access to resources through an Access Package with entitlement management which is part of ID governance</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lang="en-US" sz="1800" dirty="0">
                <a:latin typeface="Calibri"/>
                <a:cs typeface="Calibri"/>
              </a:rPr>
              <a:t>Access Packages can be set so that only those with a certain Verified ID can access them. Examples of claims on these Verified IDs: certain training, clearance, certification, employment status, etc. Use Face Check to make sure the right person is accessing resources</a:t>
            </a:r>
          </a:p>
          <a:p>
            <a:pPr marL="171450" marR="0" lvl="0" indent="-171450" algn="l" defTabSz="914367" rtl="0" eaLnBrk="1" fontAlgn="auto" latinLnBrk="0" hangingPunct="1">
              <a:lnSpc>
                <a:spcPct val="90000"/>
              </a:lnSpc>
              <a:spcBef>
                <a:spcPts val="0"/>
              </a:spcBef>
              <a:spcAft>
                <a:spcPts val="333"/>
              </a:spcAft>
              <a:buClrTx/>
              <a:buSzTx/>
              <a:buFontTx/>
              <a:buChar char="-"/>
              <a:tabLst/>
              <a:defRPr/>
            </a:pPr>
            <a:r>
              <a:rPr lang="en-US" sz="1800" dirty="0">
                <a:latin typeface="Calibri"/>
                <a:cs typeface="Calibri"/>
              </a:rPr>
              <a:t>Access Packages have automatic approvals, eliminating approval fatigue for managers and reducing the onboarding time for the employee or guest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800" dirty="0">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mn-cs"/>
              </a:rPr>
              <a:t>Improve compliance posture by enabling least privilege access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800" dirty="0">
                <a:solidFill>
                  <a:srgbClr val="222222"/>
                </a:solidFill>
                <a:latin typeface="Segoe UI"/>
                <a:cs typeface="Segoe UI"/>
              </a:rPr>
              <a:t>When an employee leaves their job or a guest is done collaborating on a project, you can set it up to revoke their Verified ID automatically</a:t>
            </a:r>
          </a:p>
          <a:p>
            <a:pPr marL="171450" indent="-171450">
              <a:buFontTx/>
              <a:buChar char="-"/>
            </a:pPr>
            <a:r>
              <a:rPr lang="en-US" sz="1800" dirty="0">
                <a:solidFill>
                  <a:srgbClr val="222222"/>
                </a:solidFill>
                <a:latin typeface="Segoe UI"/>
                <a:cs typeface="Segoe UI"/>
              </a:rPr>
              <a:t>Once the Verified ID is revoked, that individual’s access to the protected resource is automatically revoked.</a:t>
            </a:r>
          </a:p>
          <a:p>
            <a:pPr marL="171450" indent="-171450">
              <a:buFontTx/>
              <a:buChar char="-"/>
            </a:pPr>
            <a:r>
              <a:rPr lang="en-US" sz="1800" dirty="0">
                <a:solidFill>
                  <a:srgbClr val="222222"/>
                </a:solidFill>
                <a:latin typeface="Segoe UI"/>
                <a:cs typeface="Segoe UI"/>
              </a:rPr>
              <a:t>Improve your compliance by knowing exactly who has access to what, and quickly revoke that access when the employee or guest no longer needs it.</a:t>
            </a:r>
          </a:p>
          <a:p>
            <a:pPr marL="171450" indent="-171450">
              <a:buFontTx/>
              <a:buChar char="-"/>
            </a:pPr>
            <a:endParaRPr lang="en-US" sz="1800" dirty="0">
              <a:solidFill>
                <a:srgbClr val="222222"/>
              </a:solidFill>
              <a:latin typeface="Segoe UI"/>
              <a:cs typeface="Segoe UI"/>
            </a:endParaRPr>
          </a:p>
          <a:p>
            <a:pPr marL="0" indent="0">
              <a:buFontTx/>
              <a:buNone/>
            </a:pPr>
            <a:r>
              <a:rPr lang="en-US" sz="1800" b="0" dirty="0">
                <a:solidFill>
                  <a:srgbClr val="222222"/>
                </a:solidFill>
                <a:latin typeface="Segoe UI"/>
                <a:cs typeface="Segoe UI"/>
              </a:rPr>
              <a:t>TRANSITION: Eventually a worker may need to reset their account or access the help desk for another reason. How can you be sure that the right person is accessing the help desk?</a:t>
            </a:r>
            <a:endParaRPr lang="en-US" sz="1800" b="0" dirty="0">
              <a:latin typeface="Calibri"/>
              <a:cs typeface="Calibri"/>
            </a:endParaRPr>
          </a:p>
        </p:txBody>
      </p:sp>
      <p:sp>
        <p:nvSpPr>
          <p:cNvPr id="4" name="Slide Number Placeholder 3">
            <a:extLst>
              <a:ext uri="{FF2B5EF4-FFF2-40B4-BE49-F238E27FC236}">
                <a16:creationId xmlns:a16="http://schemas.microsoft.com/office/drawing/2014/main" id="{74B53D10-62AB-05F0-7F2E-917CB58C327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113341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spcBef>
                <a:spcPts val="0"/>
              </a:spcBef>
              <a:spcAft>
                <a:spcPts val="0"/>
              </a:spcAft>
              <a:buFont typeface="+mj-lt"/>
              <a:buNone/>
            </a:pPr>
            <a:r>
              <a:rPr lang="en-US" sz="1800" b="0" i="0" dirty="0">
                <a:effectLst/>
                <a:latin typeface="Calibri" panose="020F0502020204030204" pitchFamily="34" charset="0"/>
              </a:rPr>
              <a:t>Organization sends invitation for guest to have access to a privileged role or resource</a:t>
            </a:r>
          </a:p>
          <a:p>
            <a:pPr rtl="0" fontAlgn="ctr">
              <a:spcBef>
                <a:spcPts val="0"/>
              </a:spcBef>
              <a:spcAft>
                <a:spcPts val="0"/>
              </a:spcAft>
              <a:buFont typeface="+mj-lt"/>
              <a:buNone/>
            </a:pPr>
            <a:endParaRPr lang="en-US" sz="1800" b="0" i="0" dirty="0">
              <a:effectLst/>
              <a:latin typeface="Calibri" panose="020F0502020204030204" pitchFamily="34" charset="0"/>
            </a:endParaRPr>
          </a:p>
          <a:p>
            <a:pPr rtl="0" fontAlgn="ctr">
              <a:spcBef>
                <a:spcPts val="0"/>
              </a:spcBef>
              <a:spcAft>
                <a:spcPts val="0"/>
              </a:spcAft>
              <a:buFont typeface="+mj-lt"/>
              <a:buNone/>
            </a:pPr>
            <a:r>
              <a:rPr lang="en-US" sz="1800" b="0" i="0" dirty="0">
                <a:effectLst/>
                <a:latin typeface="Calibri" panose="020F0502020204030204" pitchFamily="34" charset="0"/>
              </a:rPr>
              <a:t>Guest accepts invitation to begin verification process</a:t>
            </a:r>
          </a:p>
          <a:p>
            <a:pPr rtl="0" fontAlgn="ctr">
              <a:spcBef>
                <a:spcPts val="0"/>
              </a:spcBef>
              <a:spcAft>
                <a:spcPts val="0"/>
              </a:spcAft>
              <a:buFont typeface="+mj-lt"/>
              <a:buNone/>
            </a:pPr>
            <a:endParaRPr lang="en-US" sz="1800" b="0" i="0" dirty="0">
              <a:effectLst/>
              <a:latin typeface="Calibri" panose="020F0502020204030204" pitchFamily="34" charset="0"/>
            </a:endParaRPr>
          </a:p>
          <a:p>
            <a:pPr rtl="0" fontAlgn="ctr">
              <a:spcBef>
                <a:spcPts val="0"/>
              </a:spcBef>
              <a:spcAft>
                <a:spcPts val="0"/>
              </a:spcAft>
              <a:buFont typeface="+mj-lt"/>
              <a:buNone/>
            </a:pPr>
            <a:r>
              <a:rPr lang="en-US" sz="1800" b="0" i="0" dirty="0">
                <a:effectLst/>
                <a:latin typeface="Calibri" panose="020F0502020204030204" pitchFamily="34" charset="0"/>
              </a:rPr>
              <a:t>Guest is asked to present Verified ID and complete Face Check to verify their identity before getting privileged access</a:t>
            </a:r>
          </a:p>
          <a:p>
            <a:pPr rtl="0" fontAlgn="ctr">
              <a:spcBef>
                <a:spcPts val="0"/>
              </a:spcBef>
              <a:spcAft>
                <a:spcPts val="0"/>
              </a:spcAft>
              <a:buFont typeface="+mj-lt"/>
              <a:buNone/>
            </a:pPr>
            <a:endParaRPr lang="en-US" sz="1800" b="0" i="0" dirty="0">
              <a:effectLst/>
              <a:latin typeface="Calibri" panose="020F0502020204030204" pitchFamily="34" charset="0"/>
            </a:endParaRPr>
          </a:p>
          <a:p>
            <a:pPr rtl="0" fontAlgn="ctr">
              <a:spcBef>
                <a:spcPts val="0"/>
              </a:spcBef>
              <a:spcAft>
                <a:spcPts val="0"/>
              </a:spcAft>
              <a:buFont typeface="+mj-lt"/>
              <a:buNone/>
            </a:pPr>
            <a:r>
              <a:rPr lang="en-US" sz="1800" b="0" i="0" dirty="0">
                <a:effectLst/>
                <a:latin typeface="Calibri" panose="020F0502020204030204" pitchFamily="34" charset="0"/>
              </a:rPr>
              <a:t>Guest submits request for access to Access Package, employer portal automatically accepts</a:t>
            </a:r>
          </a:p>
          <a:p>
            <a:pPr rtl="0" fontAlgn="ctr">
              <a:spcBef>
                <a:spcPts val="0"/>
              </a:spcBef>
              <a:spcAft>
                <a:spcPts val="0"/>
              </a:spcAft>
              <a:buFont typeface="+mj-lt"/>
              <a:buNone/>
            </a:pPr>
            <a:endParaRPr lang="en-US" sz="1800" b="0" i="0" dirty="0">
              <a:effectLst/>
              <a:latin typeface="Calibri" panose="020F0502020204030204" pitchFamily="34" charset="0"/>
            </a:endParaRPr>
          </a:p>
          <a:p>
            <a:pPr rtl="0" fontAlgn="ctr">
              <a:spcBef>
                <a:spcPts val="0"/>
              </a:spcBef>
              <a:spcAft>
                <a:spcPts val="0"/>
              </a:spcAft>
              <a:buFont typeface="+mj-lt"/>
              <a:buNone/>
            </a:pPr>
            <a:r>
              <a:rPr lang="en-US" sz="1800" b="0" i="0" dirty="0">
                <a:effectLst/>
                <a:latin typeface="Calibri" panose="020F0502020204030204" pitchFamily="34" charset="0"/>
              </a:rPr>
              <a:t>Guest now has access to Access Package and the protected resources it contains</a:t>
            </a:r>
          </a:p>
          <a:p>
            <a:endParaRPr lang="en-US" dirty="0"/>
          </a:p>
        </p:txBody>
      </p:sp>
      <p:sp>
        <p:nvSpPr>
          <p:cNvPr id="4" name="Slide Number Placeholder 3"/>
          <p:cNvSpPr>
            <a:spLocks noGrp="1"/>
          </p:cNvSpPr>
          <p:nvPr>
            <p:ph type="sldNum" sz="quarter" idx="5"/>
          </p:nvPr>
        </p:nvSpPr>
        <p:spPr/>
        <p:txBody>
          <a:bodyPr/>
          <a:lstStyle/>
          <a:p>
            <a:fld id="{5A04789D-D818-4FC1-8D25-3F5F625235E1}" type="slidenum">
              <a:rPr lang="en-US" smtClean="0"/>
              <a:t>34</a:t>
            </a:fld>
            <a:endParaRPr lang="en-US"/>
          </a:p>
        </p:txBody>
      </p:sp>
    </p:spTree>
    <p:extLst>
      <p:ext uri="{BB962C8B-B14F-4D97-AF65-F5344CB8AC3E}">
        <p14:creationId xmlns:p14="http://schemas.microsoft.com/office/powerpoint/2010/main" val="36541651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spcBef>
                <a:spcPts val="0"/>
              </a:spcBef>
              <a:spcAft>
                <a:spcPts val="0"/>
              </a:spcAft>
              <a:buFont typeface="+mj-lt"/>
              <a:buNone/>
            </a:pPr>
            <a:r>
              <a:rPr lang="en-US" sz="1800" b="0" i="0">
                <a:effectLst/>
                <a:latin typeface="Calibri" panose="020F0502020204030204" pitchFamily="34" charset="0"/>
              </a:rPr>
              <a:t>An organization wants its employees to be current on compliance training before accessing customer data.</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After an employee does their training, they receive a Verified ID attesting to the training’s completion.</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Now the employee requests an Access Package that contains the resource the employee needs for their job.</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After requesting the Access Package, the employee is presented with an identity challenge asking to prove their training before getting access.</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The employee presents their training Verified ID and is given access to the resource</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The employee now has access to the resource until it is time to complete the yearly training next year.</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618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spcBef>
                <a:spcPts val="0"/>
              </a:spcBef>
              <a:spcAft>
                <a:spcPts val="0"/>
              </a:spcAft>
              <a:buFont typeface="+mj-lt"/>
              <a:buNone/>
            </a:pPr>
            <a:r>
              <a:rPr lang="en-US" sz="1800" b="0" i="0">
                <a:effectLst/>
                <a:latin typeface="Calibri" panose="020F0502020204030204" pitchFamily="34" charset="0"/>
              </a:rPr>
              <a:t>Organization sends invitation for employee to have access to a privileged role or resource</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Employee accepts invitation to begin verification process</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Employee is asked to present Verified ID and complete Face Check to verify their identity before getting privileged access.</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Employee submits request for admin permissions on admin onboarding portal. The admin onboarding portals responds with an identity challenge requiring the employee’s identity-confirming Verified </a:t>
            </a:r>
          </a:p>
          <a:p>
            <a:pPr rtl="0" fontAlgn="ctr">
              <a:spcBef>
                <a:spcPts val="0"/>
              </a:spcBef>
              <a:spcAft>
                <a:spcPts val="0"/>
              </a:spcAft>
              <a:buFont typeface="+mj-lt"/>
              <a:buNone/>
            </a:pPr>
            <a:r>
              <a:rPr lang="en-US" sz="1800" b="0" i="0">
                <a:effectLst/>
                <a:latin typeface="Calibri" panose="020F0502020204030204" pitchFamily="34" charset="0"/>
              </a:rPr>
              <a:t>ID.</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The employee presents their identity-confirming Verified ID to the admin onboarding portal, which then issues the employee a new admin Verified ID.</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The employee now requests access to the Access Package containing the admin role. The access package responds with a challenge to ensure the employee is an admin. The employee presents their admin Verified ID to complete the verification.</a:t>
            </a:r>
          </a:p>
          <a:p>
            <a:pPr rtl="0" fontAlgn="ctr">
              <a:spcBef>
                <a:spcPts val="0"/>
              </a:spcBef>
              <a:spcAft>
                <a:spcPts val="0"/>
              </a:spcAft>
              <a:buFont typeface="+mj-lt"/>
              <a:buNone/>
            </a:pPr>
            <a:endParaRPr lang="en-US" sz="1800" b="0" i="0">
              <a:effectLst/>
              <a:latin typeface="Calibri" panose="020F0502020204030204" pitchFamily="34" charset="0"/>
            </a:endParaRPr>
          </a:p>
          <a:p>
            <a:pPr rtl="0" fontAlgn="ctr">
              <a:spcBef>
                <a:spcPts val="0"/>
              </a:spcBef>
              <a:spcAft>
                <a:spcPts val="0"/>
              </a:spcAft>
              <a:buFont typeface="+mj-lt"/>
              <a:buNone/>
            </a:pPr>
            <a:r>
              <a:rPr lang="en-US" sz="1800" b="0" i="0">
                <a:effectLst/>
                <a:latin typeface="Calibri" panose="020F0502020204030204" pitchFamily="34" charset="0"/>
              </a:rPr>
              <a:t>Employee now has access to the protected resources</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54322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CACC3-DC54-5C81-1BB9-12B02808B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C6E54-0BCC-5958-3976-CA50FB349F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CFBF1-1B11-29CC-24E2-F5AFAE9FEAD2}"/>
              </a:ext>
            </a:extLst>
          </p:cNvPr>
          <p:cNvSpPr>
            <a:spLocks noGrp="1"/>
          </p:cNvSpPr>
          <p:nvPr>
            <p:ph type="body" idx="1"/>
          </p:nvPr>
        </p:nvSpPr>
        <p:spPr/>
        <p:txBody>
          <a:bodyPr/>
          <a:lstStyle/>
          <a:p>
            <a:r>
              <a:rPr lang="en-US"/>
              <a:t>After </a:t>
            </a:r>
            <a:r>
              <a:rPr lang="en-US" dirty="0"/>
              <a:t>a user onboards, they will need access to certain resources or apps. This flow shows how that access is automated with Entitlement Management in Microsoft Entra ID Governance</a:t>
            </a:r>
          </a:p>
        </p:txBody>
      </p:sp>
      <p:sp>
        <p:nvSpPr>
          <p:cNvPr id="4" name="Header Placeholder 3">
            <a:extLst>
              <a:ext uri="{FF2B5EF4-FFF2-40B4-BE49-F238E27FC236}">
                <a16:creationId xmlns:a16="http://schemas.microsoft.com/office/drawing/2014/main" id="{A32E22EF-1E16-6172-3EA4-0066FEFCD5A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AADF69F-94A6-8109-1DA1-4BE8D4D09FA1}"/>
              </a:ext>
            </a:extLst>
          </p:cNvPr>
          <p:cNvSpPr>
            <a:spLocks noGrp="1"/>
          </p:cNvSpPr>
          <p:nvPr>
            <p:ph type="ftr" sz="quarter" idx="4"/>
          </p:nvPr>
        </p:nvSpPr>
        <p:spPr/>
        <p:txBody>
          <a:bodyPr/>
          <a:lstStyle/>
          <a:p>
            <a:pPr marL="619220" marR="0" lvl="0" indent="0" algn="l" defTabSz="990426"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Confidential. Shared under NDA.</a:t>
            </a:r>
          </a:p>
        </p:txBody>
      </p:sp>
      <p:sp>
        <p:nvSpPr>
          <p:cNvPr id="6" name="Date Placeholder 5">
            <a:extLst>
              <a:ext uri="{FF2B5EF4-FFF2-40B4-BE49-F238E27FC236}">
                <a16:creationId xmlns:a16="http://schemas.microsoft.com/office/drawing/2014/main" id="{3B68B058-3A8B-F25C-2072-B7F790A3AFD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F9DB4CED-79A0-496B-8B87-578EE66BE026}"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EDC31E8C-3529-2C24-36C3-DCE71F35E76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37</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821523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t>Account recovery is expensive an inefficient. With simple and strong identity protection, help desk could be made cheaper, faster, and safer.</a:t>
            </a: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dirty="0"/>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t>Help desk can be high risk for huge damages if it isn’t properly protected. </a:t>
            </a:r>
            <a:r>
              <a:rPr lang="en-US" sz="1100" b="1" dirty="0">
                <a:effectLst/>
                <a:latin typeface="Times New Roman" panose="02020603050405020304" pitchFamily="18" charset="0"/>
                <a:ea typeface="Times New Roman" panose="02020603050405020304" pitchFamily="18" charset="0"/>
              </a:rPr>
              <a:t>Example: </a:t>
            </a:r>
            <a:r>
              <a:rPr lang="en-US" sz="1100" dirty="0">
                <a:effectLst/>
                <a:latin typeface="Times New Roman" panose="02020603050405020304" pitchFamily="18" charset="0"/>
                <a:ea typeface="Times New Roman" panose="02020603050405020304" pitchFamily="18" charset="0"/>
              </a:rPr>
              <a:t>Happened to large entertainment company in 2023, impersonator had a 10 min call with the help desk, was given access </a:t>
            </a:r>
            <a:r>
              <a:rPr lang="en-US" sz="1100">
                <a:effectLst/>
                <a:latin typeface="Times New Roman" panose="02020603050405020304" pitchFamily="18" charset="0"/>
                <a:ea typeface="Times New Roman" panose="02020603050405020304" pitchFamily="18" charset="0"/>
              </a:rPr>
              <a:t>to internal </a:t>
            </a:r>
            <a:r>
              <a:rPr lang="en-US" sz="1100" dirty="0">
                <a:effectLst/>
                <a:latin typeface="Times New Roman" panose="02020603050405020304" pitchFamily="18" charset="0"/>
                <a:ea typeface="Times New Roman" panose="02020603050405020304" pitchFamily="18" charset="0"/>
              </a:rPr>
              <a:t>systems, and did damage forced MGM to shut down all systems and lost 100M in total. This was a result from an attack by a single cybercriminal group called “Scattered Spider”</a:t>
            </a:r>
            <a:endParaRPr lang="en-US" sz="1100" b="0" dirty="0"/>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dirty="0"/>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t>Help desk should not take 3 hours to get a response, this delays results in wasted productivity for employees</a:t>
            </a: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1"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dirty="0">
                <a:effectLst/>
                <a:latin typeface="Times New Roman" panose="02020603050405020304" pitchFamily="18" charset="0"/>
                <a:ea typeface="Times New Roman" panose="02020603050405020304" pitchFamily="18" charset="0"/>
              </a:rPr>
              <a:t>impersonators often get in by posing as employees, calling the help desk, and getting their device registered to the employee’s account. They </a:t>
            </a:r>
            <a:r>
              <a:rPr lang="en-US" sz="1100" b="0" dirty="0">
                <a:effectLst/>
                <a:latin typeface="Times New Roman" panose="02020603050405020304" pitchFamily="18" charset="0"/>
                <a:ea typeface="Times New Roman" panose="02020603050405020304" pitchFamily="18" charset="0"/>
              </a:rPr>
              <a:t>don’t need to steal an identity, they </a:t>
            </a:r>
            <a:r>
              <a:rPr lang="en-US" sz="1100" dirty="0">
                <a:effectLst/>
                <a:latin typeface="Times New Roman" panose="02020603050405020304" pitchFamily="18" charset="0"/>
                <a:ea typeface="Times New Roman" panose="02020603050405020304" pitchFamily="18" charset="0"/>
              </a:rPr>
              <a:t>could convince an IT worker to let them in</a:t>
            </a:r>
            <a:r>
              <a:rPr lang="en-US" sz="1100" b="0" dirty="0">
                <a:effectLst/>
                <a:latin typeface="Times New Roman" panose="02020603050405020304" pitchFamily="18" charset="0"/>
                <a:ea typeface="Times New Roman" panose="02020603050405020304" pitchFamily="18" charset="0"/>
              </a:rPr>
              <a:t>. </a:t>
            </a:r>
            <a:r>
              <a:rPr lang="en-US" sz="1100" b="0" dirty="0"/>
              <a:t>In U.S. in 2023, over $1.1B loses to impersonation scams of all types and 330K+ reports of business impersonation scams</a:t>
            </a:r>
            <a:r>
              <a:rPr lang="en-US" sz="1100" b="0" baseline="30000" dirty="0"/>
              <a:t>8</a:t>
            </a:r>
            <a:r>
              <a:rPr lang="en-US" sz="1100" b="0" dirty="0"/>
              <a:t>.</a:t>
            </a:r>
            <a:r>
              <a:rPr lang="en-US" sz="1100" b="0" baseline="0" dirty="0"/>
              <a:t> </a:t>
            </a:r>
            <a:r>
              <a:rPr lang="en-US" sz="1100" b="0" dirty="0"/>
              <a:t>35% of business in the UK experienced an impersonation attack over the last 12 months</a:t>
            </a:r>
            <a:r>
              <a:rPr lang="en-US" sz="1100" b="0" baseline="30000" dirty="0"/>
              <a:t>9.</a:t>
            </a:r>
            <a:endParaRPr lang="en-US" sz="1100" b="0"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1" dirty="0">
                <a:effectLst/>
                <a:latin typeface="Times New Roman" panose="02020603050405020304" pitchFamily="18" charset="0"/>
                <a:ea typeface="Times New Roman" panose="02020603050405020304" pitchFamily="18" charset="0"/>
              </a:rPr>
              <a:t>Example: </a:t>
            </a:r>
            <a:r>
              <a:rPr lang="en-US" sz="1100" dirty="0">
                <a:effectLst/>
                <a:latin typeface="Times New Roman" panose="02020603050405020304" pitchFamily="18" charset="0"/>
                <a:ea typeface="Times New Roman" panose="02020603050405020304" pitchFamily="18" charset="0"/>
              </a:rPr>
              <a:t>Happened to MGM in 2023, impersonator had a 10 min call with the help desk, was given access to MGM internal systems, and did damage forced MGM to shut down all systems and lost 100M in total</a:t>
            </a:r>
            <a:r>
              <a:rPr lang="en-US" sz="1100" baseline="30000" dirty="0">
                <a:effectLst/>
                <a:latin typeface="Times New Roman" panose="02020603050405020304" pitchFamily="18" charset="0"/>
                <a:ea typeface="Times New Roman" panose="02020603050405020304" pitchFamily="18" charset="0"/>
              </a:rPr>
              <a:t>7,10</a:t>
            </a:r>
            <a:r>
              <a:rPr lang="en-US" sz="1100" dirty="0">
                <a:effectLst/>
                <a:latin typeface="Times New Roman" panose="02020603050405020304" pitchFamily="18" charset="0"/>
                <a:ea typeface="Times New Roman" panose="02020603050405020304" pitchFamily="18" charset="0"/>
              </a:rPr>
              <a:t> </a:t>
            </a:r>
            <a:endParaRPr lang="en-US" sz="1100" b="0" dirty="0">
              <a:effectLst/>
              <a:latin typeface="Times New Roman" panose="02020603050405020304" pitchFamily="18" charset="0"/>
              <a:ea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endParaRPr lang="en-US" sz="1100" b="0" dirty="0">
              <a:effectLst/>
              <a:latin typeface="Times New Roman" panose="02020603050405020304" pitchFamily="18" charset="0"/>
            </a:endParaRPr>
          </a:p>
          <a:p>
            <a:pPr marL="0" marR="0" lvl="0" indent="0" algn="l" defTabSz="914400" rtl="0" eaLnBrk="1" fontAlgn="base" latinLnBrk="0" hangingPunct="1">
              <a:lnSpc>
                <a:spcPct val="107000"/>
              </a:lnSpc>
              <a:spcBef>
                <a:spcPts val="0"/>
              </a:spcBef>
              <a:spcAft>
                <a:spcPts val="800"/>
              </a:spcAft>
              <a:buClrTx/>
              <a:buSzTx/>
              <a:buFontTx/>
              <a:buNone/>
              <a:tabLst/>
              <a:defRPr/>
            </a:pPr>
            <a:r>
              <a:rPr lang="en-US" sz="1100" b="0" dirty="0">
                <a:effectLst/>
                <a:latin typeface="Times New Roman" panose="02020603050405020304" pitchFamily="18" charset="0"/>
              </a:rPr>
              <a:t>TRANSITION: How can we add trust to these interactions so that your organization knows who is on the other side of the screen?</a:t>
            </a:r>
          </a:p>
          <a:p>
            <a:pPr marL="0" marR="0" lvl="0" indent="0" algn="l" defTabSz="914400" rtl="0" eaLnBrk="1" fontAlgn="base"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262626"/>
                </a:solidFill>
                <a:effectLst/>
                <a:uLnTx/>
                <a:uFillTx/>
                <a:latin typeface="Times New Roman" panose="02020603050405020304" pitchFamily="18" charset="0"/>
                <a:ea typeface="MS Gothic" panose="020B0609070205080204" pitchFamily="49" charset="-128"/>
                <a:cs typeface="Segoe UI" panose="020B0502040204020203" pitchFamily="34" charset="0"/>
              </a:rPr>
              <a:t>----------------------------------------------------------------------------------------------------------------------------------------------------------</a:t>
            </a: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1" i="0" u="none" strike="noStrike" kern="1200" cap="none" spc="0" normalizeH="0" baseline="0" noProof="0" dirty="0">
                <a:ln>
                  <a:noFill/>
                </a:ln>
                <a:solidFill>
                  <a:srgbClr val="262626"/>
                </a:solidFill>
                <a:effectLst/>
                <a:uLnTx/>
                <a:uFillTx/>
                <a:latin typeface="Calibri" panose="020F0502020204030204" pitchFamily="34" charset="0"/>
                <a:ea typeface="MS Gothic" panose="020B0609070205080204" pitchFamily="49" charset="-128"/>
                <a:cs typeface="Segoe UI" panose="020B0502040204020203" pitchFamily="34" charset="0"/>
              </a:rPr>
              <a:t>Sources</a:t>
            </a:r>
            <a:endPar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7</a:t>
            </a:r>
            <a:r>
              <a:rPr lang="en-US" sz="1100" dirty="0">
                <a:hlinkClick r:id="rId3"/>
              </a:rPr>
              <a:t>Inside The Ransomware Attack That Shut Down MGM Resorts (forbes.com)</a:t>
            </a:r>
            <a:r>
              <a:rPr lang="en-US" sz="1100" dirty="0"/>
              <a:t>: </a:t>
            </a:r>
            <a:r>
              <a:rPr lang="en-US" sz="1100" u="sng" dirty="0"/>
              <a:t>https://www.forbes.com/sites/suzannerowankelleher/2023/09/13/ransomware-attack-mgm-resorts/</a:t>
            </a: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8</a:t>
            </a:r>
            <a:r>
              <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Federal Trade Commission Research: </a:t>
            </a:r>
            <a:r>
              <a:rPr lang="en-US" sz="1100" dirty="0">
                <a:hlinkClick r:id="rId4"/>
              </a:rPr>
              <a:t>https://www.ftc.gov/business-guidance/blog/2024/04/new-ftc-data-spotlight-offers-illuminating-insights-impersonation-scams</a:t>
            </a:r>
            <a:endPar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9</a:t>
            </a:r>
            <a:r>
              <a:rPr kumimoji="0" lang="en-US" sz="1100" b="0" i="0" u="none" strike="noStrike" kern="1200" cap="none" spc="0" normalizeH="0" baseline="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uk.gov research: </a:t>
            </a:r>
            <a:r>
              <a:rPr lang="en-US" sz="1100" dirty="0">
                <a:hlinkClick r:id="rId5"/>
              </a:rPr>
              <a:t>https://www.gov.uk/government/statistics/cyber-security-breaches-survey-2024/cyber-security-breaches-survey-2024</a:t>
            </a:r>
            <a:endParaRPr lang="en-US" sz="1100" dirty="0"/>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endParaRPr kumimoji="0" lang="en-US" sz="11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lvl="0" indent="0" algn="l" defTabSz="914400" rtl="0" eaLnBrk="1" fontAlgn="base" latinLnBrk="0" hangingPunct="1">
              <a:lnSpc>
                <a:spcPct val="107000"/>
              </a:lnSpc>
              <a:spcBef>
                <a:spcPts val="0"/>
              </a:spcBef>
              <a:spcAft>
                <a:spcPts val="800"/>
              </a:spcAft>
              <a:buClrTx/>
              <a:buSzTx/>
              <a:buFont typeface="Arial" panose="020B0604020202020204" pitchFamily="34" charset="0"/>
              <a:buNone/>
              <a:tabLst/>
              <a:defRPr/>
            </a:pPr>
            <a:r>
              <a:rPr kumimoji="0" lang="en-US" sz="11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rPr>
              <a:t>10</a:t>
            </a:r>
            <a:r>
              <a:rPr lang="en-US" sz="1100" dirty="0">
                <a:hlinkClick r:id="rId6"/>
              </a:rPr>
              <a:t>MGM loses $100M, refused to pay ransom to end cyberattack (nypost.com)</a:t>
            </a:r>
            <a:r>
              <a:rPr lang="en-US" sz="1100" dirty="0"/>
              <a:t> </a:t>
            </a:r>
            <a:r>
              <a:rPr lang="en-US" sz="1100" dirty="0">
                <a:hlinkClick r:id="rId6"/>
              </a:rPr>
              <a:t>MGM loses $100M, refused to pay ransom to end cyberattack (nypost.com)</a:t>
            </a:r>
            <a:endParaRPr kumimoji="0" lang="en-US" sz="1100" b="0" i="0" u="none" strike="noStrike" kern="1200" cap="none" spc="0" normalizeH="0" baseline="30000" noProof="0" dirty="0">
              <a:ln>
                <a:noFill/>
              </a:ln>
              <a:gradFill>
                <a:gsLst>
                  <a:gs pos="35000">
                    <a:srgbClr val="282828"/>
                  </a:gs>
                  <a:gs pos="10000">
                    <a:srgbClr val="282828"/>
                  </a:gs>
                </a:gsLst>
                <a:path path="circle">
                  <a:fillToRect l="100000" t="100000"/>
                </a:path>
              </a:gradFill>
              <a:effectLst/>
              <a:uLnTx/>
              <a:uFillTx/>
              <a:latin typeface="Segoe UI Semibold"/>
              <a:ea typeface="+mn-ea"/>
              <a:cs typeface="Segoe UI" panose="020B0502040204020203" pitchFamily="34" charset="0"/>
            </a:endParaRPr>
          </a:p>
          <a:p>
            <a:pPr marL="0" marR="0"/>
            <a:endParaRPr lang="en-US" sz="11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a:p>
            <a:pPr marL="0" marR="0"/>
            <a:endParaRPr lang="en-US" sz="1100" dirty="0">
              <a:solidFill>
                <a:srgbClr val="262626"/>
              </a:solidFill>
              <a:effectLst/>
              <a:latin typeface="Segoe Pro" panose="020B0502040504020203"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3E014C3-AC8C-4A60-9C73-5E397988B9BB}"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20967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300"/>
              </a:spcAft>
            </a:pPr>
            <a:r>
              <a:rPr lang="en-US" sz="1800" i="0" dirty="0">
                <a:solidFill>
                  <a:srgbClr val="000000"/>
                </a:solidFill>
                <a:effectLst/>
                <a:latin typeface="Segoe UI" panose="020B0502040204020203" pitchFamily="34" charset="0"/>
              </a:rPr>
              <a:t>Can you truly be 100% sure that the person you’re giving remote help desk access to isn’t a convincing impersonation of your trusted employee?</a:t>
            </a:r>
          </a:p>
          <a:p>
            <a:pPr>
              <a:spcBef>
                <a:spcPts val="0"/>
              </a:spcBef>
              <a:spcAft>
                <a:spcPts val="300"/>
              </a:spcAft>
            </a:pPr>
            <a:endParaRPr lang="en-US" sz="1800" i="0" dirty="0">
              <a:solidFill>
                <a:srgbClr val="000000"/>
              </a:solidFill>
              <a:effectLst/>
              <a:latin typeface="Segoe UI" panose="020B0502040204020203" pitchFamily="34" charset="0"/>
            </a:endParaRPr>
          </a:p>
          <a:p>
            <a:pPr>
              <a:spcBef>
                <a:spcPts val="0"/>
              </a:spcBef>
              <a:spcAft>
                <a:spcPts val="300"/>
              </a:spcAft>
            </a:pPr>
            <a:r>
              <a:rPr lang="en-US" sz="1800" i="0" dirty="0">
                <a:solidFill>
                  <a:srgbClr val="000000"/>
                </a:solidFill>
                <a:effectLst/>
                <a:latin typeface="Segoe UI" panose="020B0502040204020203" pitchFamily="34" charset="0"/>
              </a:rPr>
              <a:t>TRANSITION: Let’s watch a demo to show how your organization could quickly and securely verify an employee before granting access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604133"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980495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2CCB7-29E1-FE32-D877-A1E2CBF22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54C01-4F2F-D5EE-7FED-44A76DF82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42CE8-3FE1-43B9-7521-840696D6A076}"/>
              </a:ext>
            </a:extLst>
          </p:cNvPr>
          <p:cNvSpPr>
            <a:spLocks noGrp="1"/>
          </p:cNvSpPr>
          <p:nvPr>
            <p:ph type="body" idx="1"/>
          </p:nvPr>
        </p:nvSpPr>
        <p:spPr/>
        <p:txBody>
          <a:bodyPr/>
          <a:lstStyle/>
          <a:p>
            <a:pPr marL="0" indent="0">
              <a:buNone/>
              <a:defRPr/>
            </a:pPr>
            <a:r>
              <a:rPr lang="en-US" sz="1050" b="1">
                <a:solidFill>
                  <a:srgbClr val="222222"/>
                </a:solidFill>
                <a:latin typeface="Segoe UI"/>
                <a:cs typeface="Segoe UI"/>
              </a:rPr>
              <a:t>Replace support calls and security questions with a streamlined self-service help desk that verifies employment with Verified ID and uses Face Check to protect actions or accounts with higher sensitivities</a:t>
            </a:r>
          </a:p>
          <a:p>
            <a:endParaRPr lang="en-US" sz="1600"/>
          </a:p>
          <a:p>
            <a:r>
              <a:rPr lang="en-US" sz="1600" b="1"/>
              <a:t>Enable self-service help desk access</a:t>
            </a:r>
          </a:p>
          <a:p>
            <a:pPr marL="171450" indent="-171450">
              <a:buFontTx/>
              <a:buChar char="-"/>
            </a:pPr>
            <a:r>
              <a:rPr lang="en-US" sz="1600"/>
              <a:t>With a help desk powered by Verified ID, you can turn the help desk into a cheap, secure function for organizations with a streamlined experience for users.</a:t>
            </a:r>
          </a:p>
          <a:p>
            <a:pPr marL="171450" indent="-171450">
              <a:buFontTx/>
              <a:buChar char="-"/>
            </a:pPr>
            <a:r>
              <a:rPr lang="en-US" sz="1600"/>
              <a:t>Create a self-service route for basic help desk functions such as password reset and account recovery, drastically reduce the wait time for user and reduce approval fatigue for IT</a:t>
            </a:r>
          </a:p>
          <a:p>
            <a:pPr marL="171450" indent="-171450">
              <a:buFontTx/>
              <a:buChar char="-"/>
            </a:pPr>
            <a:r>
              <a:rPr lang="en-US" sz="1600"/>
              <a:t>The help desk agents can use their time for more complex requests rather than basic functions that can be done as self-service tasks. If there is a time sensitive helpdesk situation, users will be able to get their more difficult issues handled much more quickly</a:t>
            </a:r>
            <a:endParaRPr lang="en-US" sz="1600" b="1"/>
          </a:p>
          <a:p>
            <a:endParaRPr lang="en-US" sz="1600" b="1"/>
          </a:p>
          <a:p>
            <a:r>
              <a:rPr lang="en-US" sz="1600" b="1"/>
              <a:t>Increase trust in help desk operations </a:t>
            </a:r>
          </a:p>
          <a:p>
            <a:pPr marL="171450" indent="-171450">
              <a:buFontTx/>
              <a:buChar char="-"/>
            </a:pPr>
            <a:r>
              <a:rPr lang="en-US" sz="1600"/>
              <a:t>Trust goes both ways: organization can trust the identity of a user with a valid Verified ID, and users can trust that they aren’t in contact with someone impersonating the company help desk. Limit impersonation of individuals and companies.</a:t>
            </a:r>
          </a:p>
          <a:p>
            <a:pPr marL="171450" indent="-171450">
              <a:buFontTx/>
              <a:buChar char="-"/>
            </a:pPr>
            <a:r>
              <a:rPr lang="en-US" sz="1600"/>
              <a:t>add verifiability to your existing help desk to make it more efficient and cheaper to operate. There is no need to tear down what you already have.</a:t>
            </a:r>
          </a:p>
          <a:p>
            <a:pPr marL="171450" indent="-171450">
              <a:buFontTx/>
              <a:buChar char="-"/>
            </a:pPr>
            <a:r>
              <a:rPr lang="en-US" sz="1600"/>
              <a:t>no longer reliant on security questions that can be easily guessed to recovery someone’s account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a:solidFill>
                  <a:srgbClr val="FFFFFF"/>
                </a:solidFill>
                <a:latin typeface="Segoe UI"/>
              </a:rPr>
              <a:t>Easily and securely recover account if locked out</a:t>
            </a:r>
            <a:endParaRPr kumimoji="0" lang="en-US" sz="1050" b="1" i="0" u="none" strike="noStrike" kern="1200" cap="none" spc="0" normalizeH="0" baseline="0" noProof="0">
              <a:ln>
                <a:noFill/>
              </a:ln>
              <a:solidFill>
                <a:srgbClr val="FFFFFF"/>
              </a:solidFill>
              <a:effectLst/>
              <a:uLnTx/>
              <a:uFillTx/>
              <a:latin typeface="Segoe UI"/>
              <a:ea typeface="+mn-ea"/>
              <a:cs typeface="+mn-cs"/>
            </a:endParaRPr>
          </a:p>
          <a:p>
            <a:pPr marL="171450" indent="-171450">
              <a:buFontTx/>
              <a:buChar char="-"/>
            </a:pPr>
            <a:r>
              <a:rPr lang="en-US" sz="1600"/>
              <a:t>Verify identity before giving access to account, combat impersonators who may use account recovery to gain access fraudulently</a:t>
            </a:r>
          </a:p>
          <a:p>
            <a:pPr marL="171450" indent="-171450">
              <a:buFontTx/>
              <a:buChar char="-"/>
            </a:pPr>
            <a:r>
              <a:rPr lang="en-US" sz="1600"/>
              <a:t>Only takes a few moments to recover account with valid credential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600"/>
              <a:t>If a Verified ID is revoked, the holder will immediately no longer be able to access the help desk, so only the right verified employees will have access. This is very common, happens any time an employee leaves their job.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TRANSITION: Let’s take a closer look at these scenarios</a:t>
            </a:r>
          </a:p>
          <a:p>
            <a:pPr marL="171450" indent="-171450">
              <a:buFontTx/>
              <a:buChar char="-"/>
            </a:pPr>
            <a:endParaRPr lang="en-US" sz="1600"/>
          </a:p>
        </p:txBody>
      </p:sp>
      <p:sp>
        <p:nvSpPr>
          <p:cNvPr id="4" name="Slide Number Placeholder 3">
            <a:extLst>
              <a:ext uri="{FF2B5EF4-FFF2-40B4-BE49-F238E27FC236}">
                <a16:creationId xmlns:a16="http://schemas.microsoft.com/office/drawing/2014/main" id="{307E136E-8611-4118-FC8A-13B0646F7AA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689630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spcBef>
                <a:spcPts val="0"/>
              </a:spcBef>
              <a:spcAft>
                <a:spcPts val="0"/>
              </a:spcAft>
              <a:buFont typeface="+mj-lt"/>
              <a:buNone/>
            </a:pPr>
            <a:r>
              <a:rPr lang="en-US"/>
              <a:t>As shown in the demo, the scenario begins with an employee who wants to change their password or recover their account.</a:t>
            </a:r>
          </a:p>
          <a:p>
            <a:pPr rtl="0" fontAlgn="ctr">
              <a:spcBef>
                <a:spcPts val="0"/>
              </a:spcBef>
              <a:spcAft>
                <a:spcPts val="0"/>
              </a:spcAft>
              <a:buFont typeface="+mj-lt"/>
              <a:buNone/>
            </a:pPr>
            <a:endParaRPr lang="en-US"/>
          </a:p>
          <a:p>
            <a:pPr rtl="0" fontAlgn="ctr">
              <a:spcBef>
                <a:spcPts val="0"/>
              </a:spcBef>
              <a:spcAft>
                <a:spcPts val="0"/>
              </a:spcAft>
              <a:buFont typeface="+mj-lt"/>
              <a:buNone/>
            </a:pPr>
            <a:r>
              <a:rPr lang="en-US"/>
              <a:t>The employee will navigate to the self-service helpdesk and request access.</a:t>
            </a:r>
          </a:p>
          <a:p>
            <a:pPr rtl="0" fontAlgn="ctr">
              <a:spcBef>
                <a:spcPts val="0"/>
              </a:spcBef>
              <a:spcAft>
                <a:spcPts val="0"/>
              </a:spcAft>
              <a:buFont typeface="+mj-lt"/>
              <a:buNone/>
            </a:pPr>
            <a:endParaRPr lang="en-US"/>
          </a:p>
          <a:p>
            <a:pPr rtl="0" fontAlgn="ctr">
              <a:spcBef>
                <a:spcPts val="0"/>
              </a:spcBef>
              <a:spcAft>
                <a:spcPts val="0"/>
              </a:spcAft>
              <a:buFont typeface="+mj-lt"/>
              <a:buNone/>
            </a:pPr>
            <a:r>
              <a:rPr lang="en-US"/>
              <a:t>The help desk will challenge the employee and ask them to present a valid employee Verified ID and complete a Face Check</a:t>
            </a:r>
          </a:p>
          <a:p>
            <a:pPr rtl="0" fontAlgn="ctr">
              <a:spcBef>
                <a:spcPts val="0"/>
              </a:spcBef>
              <a:spcAft>
                <a:spcPts val="0"/>
              </a:spcAft>
              <a:buFont typeface="+mj-lt"/>
              <a:buNone/>
            </a:pPr>
            <a:endParaRPr lang="en-US"/>
          </a:p>
          <a:p>
            <a:pPr rtl="0" fontAlgn="ctr">
              <a:spcBef>
                <a:spcPts val="0"/>
              </a:spcBef>
              <a:spcAft>
                <a:spcPts val="0"/>
              </a:spcAft>
              <a:buFont typeface="+mj-lt"/>
              <a:buNone/>
            </a:pPr>
            <a:r>
              <a:rPr lang="en-US"/>
              <a:t>The employee presents the Verified ID and completes the Face Check and then has access to complete their helpdesk tasks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0065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8A443-D74F-6A0D-CB00-55C14C712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B302A-D1E8-55F0-8C7A-DBF4E660B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56E22-DB6F-45D5-7838-A8EA3CA030FD}"/>
              </a:ext>
            </a:extLst>
          </p:cNvPr>
          <p:cNvSpPr>
            <a:spLocks noGrp="1"/>
          </p:cNvSpPr>
          <p:nvPr>
            <p:ph type="body" idx="1"/>
          </p:nvPr>
        </p:nvSpPr>
        <p:spPr/>
        <p:txBody>
          <a:bodyPr/>
          <a:lstStyle/>
          <a:p>
            <a:pPr rtl="0" fontAlgn="ctr">
              <a:spcBef>
                <a:spcPts val="0"/>
              </a:spcBef>
              <a:spcAft>
                <a:spcPts val="0"/>
              </a:spcAft>
              <a:buFont typeface="+mj-lt"/>
              <a:buNone/>
            </a:pPr>
            <a:r>
              <a:rPr lang="en-US" dirty="0"/>
              <a:t>This flow is very similar to onboarding. The user has lost their device with verified ID and MFA, so they can’t sign in or access their account.</a:t>
            </a:r>
          </a:p>
          <a:p>
            <a:pPr rtl="0" fontAlgn="ctr">
              <a:spcBef>
                <a:spcPts val="0"/>
              </a:spcBef>
              <a:spcAft>
                <a:spcPts val="0"/>
              </a:spcAft>
              <a:buFont typeface="+mj-lt"/>
              <a:buNone/>
            </a:pPr>
            <a:endParaRPr lang="en-US" dirty="0"/>
          </a:p>
          <a:p>
            <a:pPr rtl="0" fontAlgn="ctr">
              <a:spcBef>
                <a:spcPts val="0"/>
              </a:spcBef>
              <a:spcAft>
                <a:spcPts val="0"/>
              </a:spcAft>
              <a:buFont typeface="+mj-lt"/>
              <a:buNone/>
            </a:pPr>
            <a:r>
              <a:rPr lang="en-US" dirty="0"/>
              <a:t>The user must reaffirm their identity with an IDV, just like onboarding.</a:t>
            </a:r>
          </a:p>
          <a:p>
            <a:pPr rtl="0" fontAlgn="ctr">
              <a:spcBef>
                <a:spcPts val="0"/>
              </a:spcBef>
              <a:spcAft>
                <a:spcPts val="0"/>
              </a:spcAft>
              <a:buFont typeface="+mj-lt"/>
              <a:buNone/>
            </a:pPr>
            <a:endParaRPr lang="en-US" dirty="0"/>
          </a:p>
          <a:p>
            <a:pPr rtl="0" fontAlgn="ctr">
              <a:spcBef>
                <a:spcPts val="0"/>
              </a:spcBef>
              <a:spcAft>
                <a:spcPts val="0"/>
              </a:spcAft>
              <a:buFont typeface="+mj-lt"/>
              <a:buNone/>
            </a:pPr>
            <a:r>
              <a:rPr lang="en-US" dirty="0"/>
              <a:t>The user gets an identity-confirming Verified ID from the IDV which they use to regain access to their account.</a:t>
            </a:r>
          </a:p>
          <a:p>
            <a:pPr rtl="0" fontAlgn="ctr">
              <a:spcBef>
                <a:spcPts val="0"/>
              </a:spcBef>
              <a:spcAft>
                <a:spcPts val="0"/>
              </a:spcAft>
              <a:buFont typeface="+mj-lt"/>
              <a:buNone/>
            </a:pPr>
            <a:endParaRPr lang="en-US" dirty="0"/>
          </a:p>
          <a:p>
            <a:pPr rtl="0" fontAlgn="ctr">
              <a:spcBef>
                <a:spcPts val="0"/>
              </a:spcBef>
              <a:spcAft>
                <a:spcPts val="0"/>
              </a:spcAft>
              <a:buFont typeface="+mj-lt"/>
              <a:buNone/>
            </a:pPr>
            <a:r>
              <a:rPr lang="en-US" dirty="0"/>
              <a:t>In many cases, user may have to set up MFA or passkeys on this new device</a:t>
            </a:r>
          </a:p>
        </p:txBody>
      </p:sp>
      <p:sp>
        <p:nvSpPr>
          <p:cNvPr id="4" name="Slide Number Placeholder 3">
            <a:extLst>
              <a:ext uri="{FF2B5EF4-FFF2-40B4-BE49-F238E27FC236}">
                <a16:creationId xmlns:a16="http://schemas.microsoft.com/office/drawing/2014/main" id="{DCF2D9D4-B5DC-39B0-5D06-72BB6BE6A6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04789D-D818-4FC1-8D25-3F5F625235E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486107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45873-72B2-127C-131E-070829C01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4C1F4-2D97-1C38-2B50-27154ACCA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2A763-7507-C764-FA7E-F43BE8FD5BA9}"/>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You can set up Verified ID and get started in just a few minutes.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First follow the guided set up option that best fits your organization. </a:t>
            </a:r>
            <a:r>
              <a:rPr lang="en-US" i="1" dirty="0"/>
              <a:t>*click to point 2*</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After set up is complete, you can start issuing and verifying immediately. </a:t>
            </a:r>
            <a:r>
              <a:rPr lang="en-US" i="1" dirty="0"/>
              <a:t>*click to point 3*</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You can add Face Check to your service with an easy click</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Follow tutorials for set up (links in resources). Once you’re set up and your first Verified ID is ready to use, you can enable Face Check with a single click. Either pay $0.25 or you can try for free with Entra Suite free trial</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TRANSITION: These seems easy, what if you need help to get started with a specific type of verification or implementation?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i="1" dirty="0"/>
              <a:t>There is another option for this slide in the appendix</a:t>
            </a:r>
          </a:p>
        </p:txBody>
      </p:sp>
      <p:sp>
        <p:nvSpPr>
          <p:cNvPr id="4" name="Header Placeholder 3">
            <a:extLst>
              <a:ext uri="{FF2B5EF4-FFF2-40B4-BE49-F238E27FC236}">
                <a16:creationId xmlns:a16="http://schemas.microsoft.com/office/drawing/2014/main" id="{C46AD3B0-3394-3945-FD02-AF53844417D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56807AA-A2A1-7906-51AF-6BA13F86FEAC}"/>
              </a:ext>
            </a:extLst>
          </p:cNvPr>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B5ABFF9-0A8A-985A-893E-D5B5AE6430EF}"/>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1DD9654-15A7-4CEE-B317-59E69769D2B2}"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69943DFF-8BAA-187A-4068-DFA7715C4E1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44</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294345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AF1ABB4-3B95-4D4D-B95E-0B2F99F8B2CD}"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8972434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C09F8-0232-8C5E-ACC6-97B77F7C4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B4A5A-B5FE-658B-3C25-13651E3C7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8FF83-36EE-758F-2F7B-CD363BF60DF6}"/>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A78F8F8F-C503-E2BB-FAC4-1E88C7FD21DE}"/>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E2CB779F-9C77-A6E5-C270-845721CA599D}"/>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26056DD-A9F7-F4AD-B485-1DAB0FD2E507}"/>
              </a:ext>
            </a:extLst>
          </p:cNvPr>
          <p:cNvSpPr>
            <a:spLocks noGrp="1"/>
          </p:cNvSpPr>
          <p:nvPr>
            <p:ph type="dt" idx="12"/>
          </p:nvPr>
        </p:nvSpPr>
        <p:spPr/>
        <p:txBody>
          <a:bodyPr/>
          <a:lstStyle/>
          <a:p>
            <a:fld id="{72E0C910-0166-48E0-B8EF-5071277A02A8}" type="datetime8">
              <a:rPr lang="en-US" smtClean="0"/>
              <a:t>5/12/2025 3:54 PM</a:t>
            </a:fld>
            <a:endParaRPr lang="en-US"/>
          </a:p>
        </p:txBody>
      </p:sp>
      <p:sp>
        <p:nvSpPr>
          <p:cNvPr id="7" name="Slide Number Placeholder 6">
            <a:extLst>
              <a:ext uri="{FF2B5EF4-FFF2-40B4-BE49-F238E27FC236}">
                <a16:creationId xmlns:a16="http://schemas.microsoft.com/office/drawing/2014/main" id="{71C3B182-8B2D-1AE7-FCA8-4FABFA5F3881}"/>
              </a:ext>
            </a:extLst>
          </p:cNvPr>
          <p:cNvSpPr>
            <a:spLocks noGrp="1"/>
          </p:cNvSpPr>
          <p:nvPr>
            <p:ph type="sldNum" sz="quarter" idx="13"/>
          </p:nvPr>
        </p:nvSpPr>
        <p:spPr/>
        <p:txBody>
          <a:bodyPr/>
          <a:lstStyle/>
          <a:p>
            <a:fld id="{B4008EB6-D09E-4580-8CD6-DDB14511944F}" type="slidenum">
              <a:rPr lang="en-US" smtClean="0"/>
              <a:pPr/>
              <a:t>46</a:t>
            </a:fld>
            <a:endParaRPr lang="en-US"/>
          </a:p>
        </p:txBody>
      </p:sp>
    </p:spTree>
    <p:extLst>
      <p:ext uri="{BB962C8B-B14F-4D97-AF65-F5344CB8AC3E}">
        <p14:creationId xmlns:p14="http://schemas.microsoft.com/office/powerpoint/2010/main" val="10836631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0A8C-D797-67AC-4419-2D26B22C6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16712-A592-41BB-5ACB-64BE00D79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2E1C2-4AB6-501B-1743-EA35082AD7E7}"/>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DA53E23-63E9-7680-2109-74C5BE18616C}"/>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89FA2ADD-A035-5CB1-37A3-A02D3DD1BC1C}"/>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976E68B-F4BF-8844-62DE-568F60BA22A9}"/>
              </a:ext>
            </a:extLst>
          </p:cNvPr>
          <p:cNvSpPr>
            <a:spLocks noGrp="1"/>
          </p:cNvSpPr>
          <p:nvPr>
            <p:ph type="dt" idx="12"/>
          </p:nvPr>
        </p:nvSpPr>
        <p:spPr/>
        <p:txBody>
          <a:bodyPr/>
          <a:lstStyle/>
          <a:p>
            <a:fld id="{72E0C910-0166-48E0-B8EF-5071277A02A8}" type="datetime8">
              <a:rPr lang="en-US" smtClean="0"/>
              <a:t>5/12/2025 3:54 PM</a:t>
            </a:fld>
            <a:endParaRPr lang="en-US"/>
          </a:p>
        </p:txBody>
      </p:sp>
      <p:sp>
        <p:nvSpPr>
          <p:cNvPr id="7" name="Slide Number Placeholder 6">
            <a:extLst>
              <a:ext uri="{FF2B5EF4-FFF2-40B4-BE49-F238E27FC236}">
                <a16:creationId xmlns:a16="http://schemas.microsoft.com/office/drawing/2014/main" id="{A07E70FF-999F-4114-CD14-0586524F0ABA}"/>
              </a:ext>
            </a:extLst>
          </p:cNvPr>
          <p:cNvSpPr>
            <a:spLocks noGrp="1"/>
          </p:cNvSpPr>
          <p:nvPr>
            <p:ph type="sldNum" sz="quarter" idx="13"/>
          </p:nvPr>
        </p:nvSpPr>
        <p:spPr/>
        <p:txBody>
          <a:bodyPr/>
          <a:lstStyle/>
          <a:p>
            <a:fld id="{B4008EB6-D09E-4580-8CD6-DDB14511944F}" type="slidenum">
              <a:rPr lang="en-US" smtClean="0"/>
              <a:pPr/>
              <a:t>47</a:t>
            </a:fld>
            <a:endParaRPr lang="en-US"/>
          </a:p>
        </p:txBody>
      </p:sp>
    </p:spTree>
    <p:extLst>
      <p:ext uri="{BB962C8B-B14F-4D97-AF65-F5344CB8AC3E}">
        <p14:creationId xmlns:p14="http://schemas.microsoft.com/office/powerpoint/2010/main" val="32415399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5EE6-1A54-885B-B141-C4AFCC9C9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D58CC-6DE1-E0C4-BBFE-701015A01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685A5D-CCD3-2E03-AA32-4E2E3738E0D6}"/>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04AD4BF4-A0EE-4727-464A-08083FFAA96B}"/>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45600C9F-9C24-171B-F449-DAADB65434E4}"/>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93DFE920-66EB-DE7D-F7E0-5105EC7916D7}"/>
              </a:ext>
            </a:extLst>
          </p:cNvPr>
          <p:cNvSpPr>
            <a:spLocks noGrp="1"/>
          </p:cNvSpPr>
          <p:nvPr>
            <p:ph type="dt" idx="12"/>
          </p:nvPr>
        </p:nvSpPr>
        <p:spPr/>
        <p:txBody>
          <a:bodyPr/>
          <a:lstStyle/>
          <a:p>
            <a:fld id="{72E0C910-0166-48E0-B8EF-5071277A02A8}" type="datetime8">
              <a:rPr lang="en-US" smtClean="0"/>
              <a:t>5/12/2025 3:54 PM</a:t>
            </a:fld>
            <a:endParaRPr lang="en-US"/>
          </a:p>
        </p:txBody>
      </p:sp>
      <p:sp>
        <p:nvSpPr>
          <p:cNvPr id="7" name="Slide Number Placeholder 6">
            <a:extLst>
              <a:ext uri="{FF2B5EF4-FFF2-40B4-BE49-F238E27FC236}">
                <a16:creationId xmlns:a16="http://schemas.microsoft.com/office/drawing/2014/main" id="{D88B10B4-7611-55BA-9E94-6D63FE220B97}"/>
              </a:ext>
            </a:extLst>
          </p:cNvPr>
          <p:cNvSpPr>
            <a:spLocks noGrp="1"/>
          </p:cNvSpPr>
          <p:nvPr>
            <p:ph type="sldNum" sz="quarter" idx="13"/>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42850278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63F7D-ABE5-1115-AD9E-0BA8B96423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93DD6-10B7-67D3-F6ED-FD2886A289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81ACA-B7AF-8D03-5158-3106F52E9DAB}"/>
              </a:ext>
            </a:extLst>
          </p:cNvPr>
          <p:cNvSpPr>
            <a:spLocks noGrp="1"/>
          </p:cNvSpPr>
          <p:nvPr>
            <p:ph type="body" idx="1"/>
          </p:nvPr>
        </p:nvSpPr>
        <p:spPr/>
        <p:txBody>
          <a:bodyPr/>
          <a:lstStyle/>
          <a:p>
            <a:pPr algn="l"/>
            <a:r>
              <a:rPr lang="en-GB" b="0" i="0" dirty="0">
                <a:solidFill>
                  <a:srgbClr val="E6E6E6"/>
                </a:solidFill>
                <a:effectLst/>
                <a:latin typeface="Segoe UI" panose="020B0502040204020203" pitchFamily="34" charset="0"/>
              </a:rPr>
              <a:t>To set up the Face Check Add-on on a given authority, you must have the </a:t>
            </a:r>
            <a:r>
              <a:rPr lang="en-GB" b="0" i="0" u="none" strike="noStrike" dirty="0">
                <a:effectLst/>
                <a:latin typeface="Segoe UI" panose="020B0502040204020203" pitchFamily="34" charset="0"/>
                <a:hlinkClick r:id="rId3"/>
              </a:rPr>
              <a:t>Azure PowerShell tools</a:t>
            </a:r>
            <a:r>
              <a:rPr lang="en-GB" b="0" i="0" dirty="0">
                <a:solidFill>
                  <a:srgbClr val="E6E6E6"/>
                </a:solidFill>
                <a:effectLst/>
                <a:latin typeface="Segoe UI" panose="020B0502040204020203" pitchFamily="34" charset="0"/>
              </a:rPr>
              <a:t> in your machine. The below mechanism wraps the REST call. You can alternatively use the Azure Resource Manager (ARM) Rest API PUT accordingly</a:t>
            </a:r>
            <a:r>
              <a:rPr lang="en-GB" sz="1800" b="0" i="0" dirty="0">
                <a:solidFill>
                  <a:srgbClr val="000000"/>
                </a:solidFill>
                <a:effectLst/>
                <a:latin typeface="inherit"/>
              </a:rPr>
              <a:t>Step1 – If you have enabled add-on from UI from the first authority, you could check the Verified ID provider by executing</a:t>
            </a:r>
            <a:endParaRPr lang="en-GB" sz="1800" b="0" i="0" dirty="0">
              <a:solidFill>
                <a:srgbClr val="000000"/>
              </a:solidFill>
              <a:effectLst/>
              <a:latin typeface="Aptos" panose="020B0004020202020204" pitchFamily="34" charset="0"/>
            </a:endParaRPr>
          </a:p>
          <a:p>
            <a:pPr algn="l"/>
            <a:r>
              <a:rPr lang="en-GB" sz="1800" b="0" i="0" dirty="0" err="1">
                <a:solidFill>
                  <a:srgbClr val="000000"/>
                </a:solidFill>
                <a:effectLst/>
                <a:latin typeface="inherit"/>
              </a:rPr>
              <a:t>az</a:t>
            </a:r>
            <a:r>
              <a:rPr lang="en-GB" sz="1800" b="0" i="0" dirty="0">
                <a:solidFill>
                  <a:srgbClr val="000000"/>
                </a:solidFill>
                <a:effectLst/>
                <a:latin typeface="inherit"/>
              </a:rPr>
              <a:t> provider show -n </a:t>
            </a:r>
            <a:r>
              <a:rPr lang="en-GB" sz="1800" b="0" i="0" dirty="0" err="1">
                <a:solidFill>
                  <a:srgbClr val="000000"/>
                </a:solidFill>
                <a:effectLst/>
                <a:latin typeface="inherit"/>
              </a:rPr>
              <a:t>Microsoft.VerifiedId</a:t>
            </a:r>
            <a:endParaRPr lang="en-GB" sz="1800" b="0" i="0" dirty="0">
              <a:solidFill>
                <a:srgbClr val="000000"/>
              </a:solidFill>
              <a:effectLst/>
              <a:latin typeface="Aptos" panose="020B0004020202020204" pitchFamily="34" charset="0"/>
            </a:endParaRPr>
          </a:p>
          <a:p>
            <a:pPr algn="l"/>
            <a:r>
              <a:rPr lang="en-GB" sz="1800" b="0" i="0" dirty="0">
                <a:solidFill>
                  <a:srgbClr val="000000"/>
                </a:solidFill>
                <a:effectLst/>
                <a:latin typeface="inherit"/>
              </a:rPr>
              <a:t> </a:t>
            </a:r>
            <a:endParaRPr lang="en-GB" sz="1800" b="0" i="0" dirty="0">
              <a:solidFill>
                <a:srgbClr val="000000"/>
              </a:solidFill>
              <a:effectLst/>
              <a:latin typeface="Aptos" panose="020B0004020202020204" pitchFamily="34" charset="0"/>
            </a:endParaRPr>
          </a:p>
          <a:p>
            <a:pPr algn="l"/>
            <a:r>
              <a:rPr lang="en-GB" sz="1800" b="0" i="0" dirty="0">
                <a:solidFill>
                  <a:srgbClr val="000000"/>
                </a:solidFill>
                <a:effectLst/>
                <a:latin typeface="inherit"/>
              </a:rPr>
              <a:t>Step2 –  (please note - </a:t>
            </a:r>
            <a:r>
              <a:rPr lang="en-GB" sz="1800" b="0" i="0" dirty="0" err="1">
                <a:solidFill>
                  <a:srgbClr val="000000"/>
                </a:solidFill>
                <a:effectLst/>
                <a:latin typeface="inherit"/>
              </a:rPr>
              <a:t>az</a:t>
            </a:r>
            <a:r>
              <a:rPr lang="en-GB" sz="1800" b="0" i="0" dirty="0">
                <a:solidFill>
                  <a:srgbClr val="000000"/>
                </a:solidFill>
                <a:effectLst/>
                <a:latin typeface="inherit"/>
              </a:rPr>
              <a:t> cli is just wrapping the REST call and handling auth. If you would like to use ARM APIs differently, then you can do the REST API PUT accordingly.)</a:t>
            </a:r>
            <a:endParaRPr lang="en-GB" sz="1800" b="0" i="0" dirty="0">
              <a:solidFill>
                <a:srgbClr val="000000"/>
              </a:solidFill>
              <a:effectLst/>
              <a:latin typeface="Aptos" panose="020B0004020202020204" pitchFamily="34" charset="0"/>
            </a:endParaRPr>
          </a:p>
          <a:p>
            <a:pPr algn="l"/>
            <a:r>
              <a:rPr lang="en-GB" sz="1800" b="0" i="0" dirty="0" err="1">
                <a:solidFill>
                  <a:srgbClr val="000000"/>
                </a:solidFill>
                <a:effectLst/>
                <a:latin typeface="inherit"/>
              </a:rPr>
              <a:t>az</a:t>
            </a:r>
            <a:r>
              <a:rPr lang="en-GB" sz="1800" b="0" i="0" dirty="0">
                <a:solidFill>
                  <a:srgbClr val="000000"/>
                </a:solidFill>
                <a:effectLst/>
                <a:latin typeface="inherit"/>
              </a:rPr>
              <a:t> rest --method PUT --</a:t>
            </a:r>
            <a:r>
              <a:rPr lang="en-GB" sz="1800" b="0" i="0" dirty="0" err="1">
                <a:solidFill>
                  <a:srgbClr val="000000"/>
                </a:solidFill>
                <a:effectLst/>
                <a:latin typeface="inherit"/>
              </a:rPr>
              <a:t>uri</a:t>
            </a:r>
            <a:r>
              <a:rPr lang="en-GB" sz="1800" b="0" i="0" dirty="0">
                <a:solidFill>
                  <a:srgbClr val="000000"/>
                </a:solidFill>
                <a:effectLst/>
                <a:latin typeface="inherit"/>
              </a:rPr>
              <a:t> /subscriptions/&lt;subscription-id&gt;/</a:t>
            </a:r>
            <a:r>
              <a:rPr lang="en-GB" sz="1800" b="0" i="0" dirty="0" err="1">
                <a:solidFill>
                  <a:srgbClr val="000000"/>
                </a:solidFill>
                <a:effectLst/>
                <a:latin typeface="inherit"/>
              </a:rPr>
              <a:t>resourceGroups</a:t>
            </a:r>
            <a:r>
              <a:rPr lang="en-GB" sz="1800" b="0" i="0" dirty="0">
                <a:solidFill>
                  <a:srgbClr val="000000"/>
                </a:solidFill>
                <a:effectLst/>
                <a:latin typeface="inherit"/>
              </a:rPr>
              <a:t>/&lt;resource-group-name&gt;/providers/</a:t>
            </a:r>
            <a:r>
              <a:rPr lang="en-GB" sz="1800" b="0" i="0" dirty="0" err="1">
                <a:solidFill>
                  <a:srgbClr val="000000"/>
                </a:solidFill>
                <a:effectLst/>
                <a:latin typeface="inherit"/>
              </a:rPr>
              <a:t>Microsoft.VerifiedId</a:t>
            </a:r>
            <a:r>
              <a:rPr lang="en-GB" sz="1800" b="0" i="0" dirty="0">
                <a:solidFill>
                  <a:srgbClr val="000000"/>
                </a:solidFill>
                <a:effectLst/>
                <a:latin typeface="inherit"/>
              </a:rPr>
              <a:t>/authorities/{authority-id}?</a:t>
            </a:r>
            <a:r>
              <a:rPr lang="en-GB" sz="1800" b="0" i="0" dirty="0" err="1">
                <a:solidFill>
                  <a:srgbClr val="000000"/>
                </a:solidFill>
                <a:effectLst/>
                <a:latin typeface="inherit"/>
              </a:rPr>
              <a:t>api</a:t>
            </a:r>
            <a:r>
              <a:rPr lang="en-GB" sz="1800" b="0" i="0" dirty="0">
                <a:solidFill>
                  <a:srgbClr val="000000"/>
                </a:solidFill>
                <a:effectLst/>
                <a:latin typeface="inherit"/>
              </a:rPr>
              <a:t>-version=2024-01-26-preview --body "{'location':'</a:t>
            </a:r>
            <a:r>
              <a:rPr lang="en-GB" sz="1800" b="0" i="0" dirty="0">
                <a:solidFill>
                  <a:srgbClr val="000000"/>
                </a:solidFill>
                <a:effectLst/>
                <a:latin typeface="Aptos" panose="020B0004020202020204" pitchFamily="34" charset="0"/>
              </a:rPr>
              <a:t> </a:t>
            </a:r>
            <a:r>
              <a:rPr lang="en-GB" sz="1800" b="0" i="0" dirty="0">
                <a:solidFill>
                  <a:srgbClr val="000000"/>
                </a:solidFill>
                <a:effectLst/>
                <a:latin typeface="inherit"/>
              </a:rPr>
              <a:t>westus2'}" –verbose</a:t>
            </a:r>
          </a:p>
          <a:p>
            <a:pPr algn="l"/>
            <a:endParaRPr lang="en-GB" sz="1800" b="0" i="0" dirty="0">
              <a:solidFill>
                <a:srgbClr val="000000"/>
              </a:solidFill>
              <a:effectLst/>
              <a:latin typeface="inherit"/>
            </a:endParaRPr>
          </a:p>
          <a:p>
            <a:pPr algn="l"/>
            <a:endParaRPr lang="en-GB" sz="1800" b="0" i="0" dirty="0">
              <a:solidFill>
                <a:srgbClr val="000000"/>
              </a:solidFill>
              <a:effectLst/>
              <a:latin typeface="inherit"/>
            </a:endParaRPr>
          </a:p>
          <a:p>
            <a:pPr algn="l"/>
            <a:endParaRPr lang="en-GB" sz="1800" b="0" i="0" dirty="0">
              <a:solidFill>
                <a:srgbClr val="000000"/>
              </a:solidFill>
              <a:effectLst/>
              <a:latin typeface="Aptos" panose="020B0004020202020204" pitchFamily="34" charset="0"/>
            </a:endParaRPr>
          </a:p>
          <a:p>
            <a:endParaRPr lang="en-US" dirty="0"/>
          </a:p>
        </p:txBody>
      </p:sp>
      <p:sp>
        <p:nvSpPr>
          <p:cNvPr id="4" name="Header Placeholder 3">
            <a:extLst>
              <a:ext uri="{FF2B5EF4-FFF2-40B4-BE49-F238E27FC236}">
                <a16:creationId xmlns:a16="http://schemas.microsoft.com/office/drawing/2014/main" id="{26ABE13E-DCEB-27BF-8FB1-A89460D71E4A}"/>
              </a:ext>
            </a:extLst>
          </p:cNvPr>
          <p:cNvSpPr>
            <a:spLocks noGrp="1"/>
          </p:cNvSpPr>
          <p:nvPr>
            <p:ph type="hdr" sz="quarter" idx="10"/>
          </p:nvPr>
        </p:nvSpPr>
        <p:spPr/>
        <p:txBody>
          <a:bodyPr/>
          <a:lstStyle/>
          <a:p>
            <a:endParaRPr lang="en-US"/>
          </a:p>
        </p:txBody>
      </p:sp>
      <p:sp>
        <p:nvSpPr>
          <p:cNvPr id="5" name="Footer Placeholder 4">
            <a:extLst>
              <a:ext uri="{FF2B5EF4-FFF2-40B4-BE49-F238E27FC236}">
                <a16:creationId xmlns:a16="http://schemas.microsoft.com/office/drawing/2014/main" id="{179101C5-FC5B-1350-3F40-4F4823059AB4}"/>
              </a:ext>
            </a:extLst>
          </p:cNvPr>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9F9639D-DEBC-FD08-D43E-41DADD76B43A}"/>
              </a:ext>
            </a:extLst>
          </p:cNvPr>
          <p:cNvSpPr>
            <a:spLocks noGrp="1"/>
          </p:cNvSpPr>
          <p:nvPr>
            <p:ph type="dt" idx="12"/>
          </p:nvPr>
        </p:nvSpPr>
        <p:spPr/>
        <p:txBody>
          <a:bodyPr/>
          <a:lstStyle/>
          <a:p>
            <a:fld id="{72E0C910-0166-48E0-B8EF-5071277A02A8}" type="datetime8">
              <a:rPr lang="en-US" smtClean="0"/>
              <a:t>5/12/2025 3:54 PM</a:t>
            </a:fld>
            <a:endParaRPr lang="en-US"/>
          </a:p>
        </p:txBody>
      </p:sp>
      <p:sp>
        <p:nvSpPr>
          <p:cNvPr id="7" name="Slide Number Placeholder 6">
            <a:extLst>
              <a:ext uri="{FF2B5EF4-FFF2-40B4-BE49-F238E27FC236}">
                <a16:creationId xmlns:a16="http://schemas.microsoft.com/office/drawing/2014/main" id="{4CA39F44-FEAC-BF1C-B92D-4DDC074C382E}"/>
              </a:ext>
            </a:extLst>
          </p:cNvPr>
          <p:cNvSpPr>
            <a:spLocks noGrp="1"/>
          </p:cNvSpPr>
          <p:nvPr>
            <p:ph type="sldNum" sz="quarter" idx="13"/>
          </p:nvPr>
        </p:nvSpPr>
        <p:spPr/>
        <p:txBody>
          <a:bodyPr/>
          <a:lstStyle/>
          <a:p>
            <a:fld id="{B4008EB6-D09E-4580-8CD6-DDB14511944F}" type="slidenum">
              <a:rPr lang="en-US" smtClean="0"/>
              <a:pPr/>
              <a:t>49</a:t>
            </a:fld>
            <a:endParaRPr lang="en-US"/>
          </a:p>
        </p:txBody>
      </p:sp>
    </p:spTree>
    <p:extLst>
      <p:ext uri="{BB962C8B-B14F-4D97-AF65-F5344CB8AC3E}">
        <p14:creationId xmlns:p14="http://schemas.microsoft.com/office/powerpoint/2010/main" val="36309366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746537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290977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539869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5/12/2025 3:54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53</a:t>
            </a:fld>
            <a:endParaRPr lang="en-US"/>
          </a:p>
        </p:txBody>
      </p:sp>
    </p:spTree>
    <p:extLst>
      <p:ext uri="{BB962C8B-B14F-4D97-AF65-F5344CB8AC3E}">
        <p14:creationId xmlns:p14="http://schemas.microsoft.com/office/powerpoint/2010/main" val="9110306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176A-0FF1-F66B-A578-A9FE8963B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C91C6-6260-4E2A-75F1-6EFE0D54E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474BF-C70B-6CC0-3A90-B86355B69D40}"/>
              </a:ext>
            </a:extLst>
          </p:cNvPr>
          <p:cNvSpPr>
            <a:spLocks noGrp="1"/>
          </p:cNvSpPr>
          <p:nvPr>
            <p:ph type="body" idx="1"/>
          </p:nvPr>
        </p:nvSpPr>
        <p:spPr/>
        <p:txBody>
          <a:bodyPr/>
          <a:lstStyle/>
          <a:p>
            <a:r>
              <a:rPr lang="en-US" dirty="0"/>
              <a:t>Liens:</a:t>
            </a:r>
          </a:p>
          <a:p>
            <a:r>
              <a:rPr lang="fr-FR" dirty="0">
                <a:hlinkClick r:id="rId3"/>
              </a:rPr>
              <a:t>Intégrer de nouveaux employés distants à l’aide de la vérification d’ID - Microsoft Entra Verified ID | Microsoft </a:t>
            </a:r>
            <a:r>
              <a:rPr lang="fr-FR" dirty="0" err="1">
                <a:hlinkClick r:id="rId3"/>
              </a:rPr>
              <a:t>Learn</a:t>
            </a:r>
            <a:r>
              <a:rPr lang="en-US" dirty="0"/>
              <a:t>: https://learn.microsoft.com/fr-fr/entra/verified-id/remote-onboarding-new-employees-id-verification</a:t>
            </a:r>
          </a:p>
          <a:p>
            <a:r>
              <a:rPr lang="fr-FR" dirty="0">
                <a:hlinkClick r:id="rId4"/>
              </a:rPr>
              <a:t>Support technique vérifié avec Vérification d’identité Microsoft Entra - Microsoft Entra Verified ID | Microsoft </a:t>
            </a:r>
            <a:r>
              <a:rPr lang="fr-FR" dirty="0" err="1">
                <a:hlinkClick r:id="rId4"/>
              </a:rPr>
              <a:t>Learn</a:t>
            </a:r>
            <a:r>
              <a:rPr lang="en-US" dirty="0"/>
              <a:t>: https://learn.microsoft.com/fr-fr/entra/verified-id/helpdesk-with-verified-id</a:t>
            </a:r>
          </a:p>
          <a:p>
            <a:r>
              <a:rPr lang="fr-FR" dirty="0">
                <a:hlinkClick r:id="rId5"/>
              </a:rPr>
              <a:t>Configurez les paramètres d’identifiant vérifié d’un package d’accès dans la fonctionnalité de gestion des droits d’utilisation - Microsoft Entra ID </a:t>
            </a:r>
            <a:r>
              <a:rPr lang="fr-FR" dirty="0" err="1">
                <a:hlinkClick r:id="rId5"/>
              </a:rPr>
              <a:t>Governance</a:t>
            </a:r>
            <a:r>
              <a:rPr lang="fr-FR" dirty="0">
                <a:hlinkClick r:id="rId5"/>
              </a:rPr>
              <a:t> | Microsoft </a:t>
            </a:r>
            <a:r>
              <a:rPr lang="fr-FR" dirty="0" err="1">
                <a:hlinkClick r:id="rId5"/>
              </a:rPr>
              <a:t>Learn</a:t>
            </a:r>
            <a:r>
              <a:rPr lang="en-US" dirty="0"/>
              <a:t>: https://learn.microsoft.com/fr-fr/entra/id-governance/entitlement-management-verified-id-settings</a:t>
            </a:r>
          </a:p>
          <a:p>
            <a:endParaRPr lang="en-US" dirty="0"/>
          </a:p>
        </p:txBody>
      </p:sp>
      <p:sp>
        <p:nvSpPr>
          <p:cNvPr id="4" name="Header Placeholder 3">
            <a:extLst>
              <a:ext uri="{FF2B5EF4-FFF2-40B4-BE49-F238E27FC236}">
                <a16:creationId xmlns:a16="http://schemas.microsoft.com/office/drawing/2014/main" id="{0BF6C065-0C2E-33D4-B3F8-44D4947CC9B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9CAD1D8-6C0C-F191-A832-86C886D04023}"/>
              </a:ext>
            </a:extLst>
          </p:cNvPr>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3473E88-2877-501F-8ACF-CE884DA33A8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1DD9654-15A7-4CEE-B317-59E69769D2B2}"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5/12/2025 3:54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80DFACF-6FFE-1F77-0796-B6BE113DCBA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54</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5754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899F6-F3ED-F956-267E-65FF842C89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43FC48-5D6C-CD1E-8CFE-7133C94CA9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A5CF85-D195-2745-A791-C5F045E287FC}"/>
              </a:ext>
            </a:extLst>
          </p:cNvPr>
          <p:cNvSpPr>
            <a:spLocks noGrp="1"/>
          </p:cNvSpPr>
          <p:nvPr>
            <p:ph type="body" idx="1"/>
          </p:nvPr>
        </p:nvSpPr>
        <p:spPr/>
        <p:txBody>
          <a:bodyPr/>
          <a:lstStyle/>
          <a:p>
            <a:r>
              <a:rPr lang="en-US" dirty="0"/>
              <a:t>Identity verification is becoming more important as work and life shifts more online. Digital identities are how people interact with the world today, both in work and personal life. Hackers understand this and are looking to take advantage of it by targeting identity more frequently and with more advanced methods such as deepfakes and other forms of impersonation powered by generative AI. Analysts understand these shifts and are giving us warnings.</a:t>
            </a:r>
          </a:p>
          <a:p>
            <a:endParaRPr lang="en-US" dirty="0"/>
          </a:p>
          <a:p>
            <a:r>
              <a:rPr lang="en-US" dirty="0"/>
              <a:t>TRANSITION: What are some specific areas where identify verification is especially needed?</a:t>
            </a:r>
          </a:p>
          <a:p>
            <a:endParaRPr lang="en-US" dirty="0"/>
          </a:p>
        </p:txBody>
      </p:sp>
      <p:sp>
        <p:nvSpPr>
          <p:cNvPr id="4" name="Espace réservé de l'en-tête 3">
            <a:extLst>
              <a:ext uri="{FF2B5EF4-FFF2-40B4-BE49-F238E27FC236}">
                <a16:creationId xmlns:a16="http://schemas.microsoft.com/office/drawing/2014/main" id="{C6C69664-C998-FF99-45B2-515A88821B4E}"/>
              </a:ext>
            </a:extLst>
          </p:cNvPr>
          <p:cNvSpPr>
            <a:spLocks noGrp="1"/>
          </p:cNvSpPr>
          <p:nvPr>
            <p:ph type="hdr" sz="quarter"/>
          </p:nvPr>
        </p:nvSpPr>
        <p:spPr/>
        <p:txBody>
          <a:bodyPr/>
          <a:lstStyle/>
          <a:p>
            <a:endParaRPr lang="en-US"/>
          </a:p>
        </p:txBody>
      </p:sp>
      <p:sp>
        <p:nvSpPr>
          <p:cNvPr id="5" name="Espace réservé du pied de page 4">
            <a:extLst>
              <a:ext uri="{FF2B5EF4-FFF2-40B4-BE49-F238E27FC236}">
                <a16:creationId xmlns:a16="http://schemas.microsoft.com/office/drawing/2014/main" id="{BF2CAD2D-2555-D21D-BC1C-C9C6A006FB9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Espace réservé de la date 5">
            <a:extLst>
              <a:ext uri="{FF2B5EF4-FFF2-40B4-BE49-F238E27FC236}">
                <a16:creationId xmlns:a16="http://schemas.microsoft.com/office/drawing/2014/main" id="{00EBDD87-F41F-3830-DF17-C41EAC5BD535}"/>
              </a:ext>
            </a:extLst>
          </p:cNvPr>
          <p:cNvSpPr>
            <a:spLocks noGrp="1"/>
          </p:cNvSpPr>
          <p:nvPr>
            <p:ph type="dt" idx="1"/>
          </p:nvPr>
        </p:nvSpPr>
        <p:spPr/>
        <p:txBody>
          <a:bodyPr/>
          <a:lstStyle/>
          <a:p>
            <a:fld id="{386CE63F-9E7F-4C04-9D0D-FCA25A8E9E86}" type="datetime8">
              <a:rPr lang="en-US" smtClean="0"/>
              <a:t>5/12/2025 3:54 PM</a:t>
            </a:fld>
            <a:endParaRPr lang="en-US"/>
          </a:p>
        </p:txBody>
      </p:sp>
      <p:sp>
        <p:nvSpPr>
          <p:cNvPr id="7" name="Espace réservé du numéro de diapositive 6">
            <a:extLst>
              <a:ext uri="{FF2B5EF4-FFF2-40B4-BE49-F238E27FC236}">
                <a16:creationId xmlns:a16="http://schemas.microsoft.com/office/drawing/2014/main" id="{D4EA9A0D-9B3C-2B6E-D4F9-16FF9582AA78}"/>
              </a:ext>
            </a:extLst>
          </p:cNvPr>
          <p:cNvSpPr>
            <a:spLocks noGrp="1"/>
          </p:cNvSpPr>
          <p:nvPr>
            <p:ph type="sldNum" sz="quarter" idx="5"/>
          </p:nvPr>
        </p:nvSpPr>
        <p:spPr/>
        <p:txBody>
          <a:bodyPr/>
          <a:lstStyle/>
          <a:p>
            <a:fld id="{B4008EB6-D09E-4580-8CD6-DDB14511944F}" type="slidenum">
              <a:rPr lang="en-US" smtClean="0"/>
              <a:pPr/>
              <a:t>57</a:t>
            </a:fld>
            <a:endParaRPr lang="en-US"/>
          </a:p>
        </p:txBody>
      </p:sp>
    </p:spTree>
    <p:extLst>
      <p:ext uri="{BB962C8B-B14F-4D97-AF65-F5344CB8AC3E}">
        <p14:creationId xmlns:p14="http://schemas.microsoft.com/office/powerpoint/2010/main" val="35038170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8AE9B08-AC11-4977-9C11-8C9DF52E30F3}" type="slidenum">
              <a:rPr lang="en-IE" smtClean="0"/>
              <a:t>58</a:t>
            </a:fld>
            <a:endParaRPr lang="en-IE"/>
          </a:p>
        </p:txBody>
      </p:sp>
    </p:spTree>
    <p:extLst>
      <p:ext uri="{BB962C8B-B14F-4D97-AF65-F5344CB8AC3E}">
        <p14:creationId xmlns:p14="http://schemas.microsoft.com/office/powerpoint/2010/main" val="14057963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8AE9B08-AC11-4977-9C11-8C9DF52E30F3}" type="slidenum">
              <a:rPr lang="en-IE" smtClean="0"/>
              <a:t>59</a:t>
            </a:fld>
            <a:endParaRPr lang="en-IE"/>
          </a:p>
        </p:txBody>
      </p:sp>
    </p:spTree>
    <p:extLst>
      <p:ext uri="{BB962C8B-B14F-4D97-AF65-F5344CB8AC3E}">
        <p14:creationId xmlns:p14="http://schemas.microsoft.com/office/powerpoint/2010/main" val="5350236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9.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5.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19.jpeg"/><Relationship Id="rId4" Type="http://schemas.openxmlformats.org/officeDocument/2006/relationships/image" Target="../media/image18.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20.jpeg"/><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9.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20.jpeg"/><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hyperlink" Target="https://creativecommons.org/licenses/by/4.0/legalcode" TargetMode="External"/><Relationship Id="rId7" Type="http://schemas.openxmlformats.org/officeDocument/2006/relationships/image" Target="../media/image2.emf"/><Relationship Id="rId2"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hyperlink" Target="https://privacy.microsoft.com/fr-fr/" TargetMode="External"/><Relationship Id="rId5" Type="http://schemas.openxmlformats.org/officeDocument/2006/relationships/hyperlink" Target="http://go.microsoft.com/fwlink/?LinkID=254653" TargetMode="External"/><Relationship Id="rId4" Type="http://schemas.openxmlformats.org/officeDocument/2006/relationships/hyperlink" Target="https://github.com/microsoft/prosanteconnect/blob/main/LICENSE-CODE" TargetMode="Externa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5.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 Title">
    <p:bg>
      <p:bgPr>
        <a:solidFill>
          <a:srgbClr val="0070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bg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pic>
        <p:nvPicPr>
          <p:cNvPr id="3" name="Picture 1171193947"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664273" y="539750"/>
            <a:ext cx="1365885" cy="292100"/>
          </a:xfrm>
          <a:prstGeom prst="rect">
            <a:avLst/>
          </a:prstGeom>
        </p:spPr>
      </p:pic>
      <p:grpSp>
        <p:nvGrpSpPr>
          <p:cNvPr id="4" name="Group 1">
            <a:extLst>
              <a:ext uri="{FF2B5EF4-FFF2-40B4-BE49-F238E27FC236}">
                <a16:creationId xmlns:a16="http://schemas.microsoft.com/office/drawing/2014/main" id="{215AC390-DF5F-395B-5E93-4EDD7E86182E}"/>
              </a:ext>
            </a:extLst>
          </p:cNvPr>
          <p:cNvGrpSpPr/>
          <p:nvPr userDrawn="1"/>
        </p:nvGrpSpPr>
        <p:grpSpPr>
          <a:xfrm>
            <a:off x="6532012" y="0"/>
            <a:ext cx="5659988" cy="6858001"/>
            <a:chOff x="6532012" y="0"/>
            <a:chExt cx="5659988" cy="6858001"/>
          </a:xfrm>
        </p:grpSpPr>
        <p:sp>
          <p:nvSpPr>
            <p:cNvPr id="6" name="Freeform: Shape 2">
              <a:extLst>
                <a:ext uri="{FF2B5EF4-FFF2-40B4-BE49-F238E27FC236}">
                  <a16:creationId xmlns:a16="http://schemas.microsoft.com/office/drawing/2014/main" id="{E60CC759-5B1D-9969-A6A8-2F0C541F31A7}"/>
                </a:ext>
              </a:extLst>
            </p:cNvPr>
            <p:cNvSpPr/>
            <p:nvPr userDrawn="1"/>
          </p:nvSpPr>
          <p:spPr>
            <a:xfrm>
              <a:off x="6532012" y="0"/>
              <a:ext cx="2284349" cy="6858000"/>
            </a:xfrm>
            <a:custGeom>
              <a:avLst/>
              <a:gdLst>
                <a:gd name="connsiteX0" fmla="*/ 862374 w 2284349"/>
                <a:gd name="connsiteY0" fmla="*/ 0 h 6858000"/>
                <a:gd name="connsiteX1" fmla="*/ 2284349 w 2284349"/>
                <a:gd name="connsiteY1" fmla="*/ 0 h 6858000"/>
                <a:gd name="connsiteX2" fmla="*/ 2241718 w 2284349"/>
                <a:gd name="connsiteY2" fmla="*/ 59906 h 6858000"/>
                <a:gd name="connsiteX3" fmla="*/ 1210283 w 2284349"/>
                <a:gd name="connsiteY3" fmla="*/ 3429706 h 6858000"/>
                <a:gd name="connsiteX4" fmla="*/ 2241718 w 2284349"/>
                <a:gd name="connsiteY4" fmla="*/ 6799506 h 6858000"/>
                <a:gd name="connsiteX5" fmla="*/ 2283345 w 2284349"/>
                <a:gd name="connsiteY5" fmla="*/ 6858000 h 6858000"/>
                <a:gd name="connsiteX6" fmla="*/ 861653 w 2284349"/>
                <a:gd name="connsiteY6" fmla="*/ 6858000 h 6858000"/>
                <a:gd name="connsiteX7" fmla="*/ 713448 w 2284349"/>
                <a:gd name="connsiteY7" fmla="*/ 6567812 h 6858000"/>
                <a:gd name="connsiteX8" fmla="*/ 569331 w 2284349"/>
                <a:gd name="connsiteY8" fmla="*/ 6248573 h 6858000"/>
                <a:gd name="connsiteX9" fmla="*/ 0 w 2284349"/>
                <a:gd name="connsiteY9" fmla="*/ 3429706 h 6858000"/>
                <a:gd name="connsiteX10" fmla="*/ 569331 w 2284349"/>
                <a:gd name="connsiteY10" fmla="*/ 610838 h 6858000"/>
                <a:gd name="connsiteX11" fmla="*/ 713448 w 2284349"/>
                <a:gd name="connsiteY11" fmla="*/ 291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84349" h="6858000">
                  <a:moveTo>
                    <a:pt x="862374" y="0"/>
                  </a:moveTo>
                  <a:lnTo>
                    <a:pt x="2284349" y="0"/>
                  </a:lnTo>
                  <a:lnTo>
                    <a:pt x="2241718" y="59906"/>
                  </a:lnTo>
                  <a:cubicBezTo>
                    <a:pt x="1590753" y="1022653"/>
                    <a:pt x="1210283" y="2182578"/>
                    <a:pt x="1210283" y="3429706"/>
                  </a:cubicBezTo>
                  <a:cubicBezTo>
                    <a:pt x="1210283" y="4676834"/>
                    <a:pt x="1590753" y="5836759"/>
                    <a:pt x="2241718" y="6799506"/>
                  </a:cubicBezTo>
                  <a:lnTo>
                    <a:pt x="2283345" y="6858000"/>
                  </a:lnTo>
                  <a:lnTo>
                    <a:pt x="861653" y="6858000"/>
                  </a:lnTo>
                  <a:lnTo>
                    <a:pt x="713448" y="6567812"/>
                  </a:lnTo>
                  <a:cubicBezTo>
                    <a:pt x="662970" y="6462804"/>
                    <a:pt x="614922" y="6356377"/>
                    <a:pt x="569331" y="6248573"/>
                  </a:cubicBezTo>
                  <a:cubicBezTo>
                    <a:pt x="191542" y="5355375"/>
                    <a:pt x="0" y="4406931"/>
                    <a:pt x="0" y="3429706"/>
                  </a:cubicBezTo>
                  <a:cubicBezTo>
                    <a:pt x="0" y="2452481"/>
                    <a:pt x="191542" y="1503872"/>
                    <a:pt x="569331" y="610838"/>
                  </a:cubicBezTo>
                  <a:cubicBezTo>
                    <a:pt x="614922" y="503034"/>
                    <a:pt x="662970" y="396608"/>
                    <a:pt x="713448" y="29160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3">
              <a:extLst>
                <a:ext uri="{FF2B5EF4-FFF2-40B4-BE49-F238E27FC236}">
                  <a16:creationId xmlns:a16="http://schemas.microsoft.com/office/drawing/2014/main" id="{0F07E19E-9021-2587-A706-2CF78E5ECF6C}"/>
                </a:ext>
              </a:extLst>
            </p:cNvPr>
            <p:cNvSpPr/>
            <p:nvPr userDrawn="1"/>
          </p:nvSpPr>
          <p:spPr>
            <a:xfrm>
              <a:off x="6586859" y="0"/>
              <a:ext cx="2222401" cy="3172810"/>
            </a:xfrm>
            <a:custGeom>
              <a:avLst/>
              <a:gdLst>
                <a:gd name="connsiteX0" fmla="*/ 807285 w 2222401"/>
                <a:gd name="connsiteY0" fmla="*/ 0 h 3172810"/>
                <a:gd name="connsiteX1" fmla="*/ 2222401 w 2222401"/>
                <a:gd name="connsiteY1" fmla="*/ 0 h 3172810"/>
                <a:gd name="connsiteX2" fmla="*/ 2110058 w 2222401"/>
                <a:gd name="connsiteY2" fmla="*/ 165328 h 3172810"/>
                <a:gd name="connsiteX3" fmla="*/ 1205242 w 2222401"/>
                <a:gd name="connsiteY3" fmla="*/ 2646234 h 3172810"/>
                <a:gd name="connsiteX4" fmla="*/ 526576 w 2222401"/>
                <a:gd name="connsiteY4" fmla="*/ 3167597 h 3172810"/>
                <a:gd name="connsiteX5" fmla="*/ 5213 w 2222401"/>
                <a:gd name="connsiteY5" fmla="*/ 2488933 h 3172810"/>
                <a:gd name="connsiteX6" fmla="*/ 760155 w 2222401"/>
                <a:gd name="connsiteY6" fmla="*/ 85150 h 317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2401" h="3172810">
                  <a:moveTo>
                    <a:pt x="807285" y="0"/>
                  </a:moveTo>
                  <a:lnTo>
                    <a:pt x="2222401" y="0"/>
                  </a:lnTo>
                  <a:lnTo>
                    <a:pt x="2110058" y="165328"/>
                  </a:lnTo>
                  <a:cubicBezTo>
                    <a:pt x="1633494" y="905229"/>
                    <a:pt x="1322939" y="1747731"/>
                    <a:pt x="1205242" y="2646234"/>
                  </a:cubicBezTo>
                  <a:cubicBezTo>
                    <a:pt x="1161906" y="2977546"/>
                    <a:pt x="858051" y="3211100"/>
                    <a:pt x="526576" y="3167597"/>
                  </a:cubicBezTo>
                  <a:cubicBezTo>
                    <a:pt x="195267" y="3124260"/>
                    <a:pt x="-38289" y="2820409"/>
                    <a:pt x="5213" y="2488933"/>
                  </a:cubicBezTo>
                  <a:cubicBezTo>
                    <a:pt x="116223" y="1640951"/>
                    <a:pt x="369827" y="834003"/>
                    <a:pt x="760155" y="85150"/>
                  </a:cubicBezTo>
                  <a:close/>
                </a:path>
              </a:pathLst>
            </a:custGeom>
            <a:gradFill>
              <a:gsLst>
                <a:gs pos="43000">
                  <a:srgbClr val="FFB900"/>
                </a:gs>
                <a:gs pos="100000">
                  <a:srgbClr val="FF8F00"/>
                </a:gs>
              </a:gsLst>
              <a:lin ang="18900000" scaled="1"/>
            </a:gra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6">
              <a:extLst>
                <a:ext uri="{FF2B5EF4-FFF2-40B4-BE49-F238E27FC236}">
                  <a16:creationId xmlns:a16="http://schemas.microsoft.com/office/drawing/2014/main" id="{4107C4EA-D65E-9662-F065-7C2A5B2F84F5}"/>
                </a:ext>
              </a:extLst>
            </p:cNvPr>
            <p:cNvSpPr/>
            <p:nvPr userDrawn="1"/>
          </p:nvSpPr>
          <p:spPr>
            <a:xfrm>
              <a:off x="8056398" y="0"/>
              <a:ext cx="2796646" cy="6858000"/>
            </a:xfrm>
            <a:custGeom>
              <a:avLst/>
              <a:gdLst>
                <a:gd name="connsiteX0" fmla="*/ 1140444 w 2796646"/>
                <a:gd name="connsiteY0" fmla="*/ 0 h 6858000"/>
                <a:gd name="connsiteX1" fmla="*/ 2796646 w 2796646"/>
                <a:gd name="connsiteY1" fmla="*/ 0 h 6858000"/>
                <a:gd name="connsiteX2" fmla="*/ 2534265 w 2796646"/>
                <a:gd name="connsiteY2" fmla="*/ 238512 h 6858000"/>
                <a:gd name="connsiteX3" fmla="*/ 1210285 w 2796646"/>
                <a:gd name="connsiteY3" fmla="*/ 3429710 h 6858000"/>
                <a:gd name="connsiteX4" fmla="*/ 2534203 w 2796646"/>
                <a:gd name="connsiteY4" fmla="*/ 6620909 h 6858000"/>
                <a:gd name="connsiteX5" fmla="*/ 2795016 w 2796646"/>
                <a:gd name="connsiteY5" fmla="*/ 6858000 h 6858000"/>
                <a:gd name="connsiteX6" fmla="*/ 1139386 w 2796646"/>
                <a:gd name="connsiteY6" fmla="*/ 6858000 h 6858000"/>
                <a:gd name="connsiteX7" fmla="*/ 1133945 w 2796646"/>
                <a:gd name="connsiteY7" fmla="*/ 6851071 h 6858000"/>
                <a:gd name="connsiteX8" fmla="*/ 450238 w 2796646"/>
                <a:gd name="connsiteY8" fmla="*/ 5658405 h 6858000"/>
                <a:gd name="connsiteX9" fmla="*/ 0 w 2796646"/>
                <a:gd name="connsiteY9" fmla="*/ 3429710 h 6858000"/>
                <a:gd name="connsiteX10" fmla="*/ 450238 w 2796646"/>
                <a:gd name="connsiteY10" fmla="*/ 1201015 h 6858000"/>
                <a:gd name="connsiteX11" fmla="*/ 1133945 w 2796646"/>
                <a:gd name="connsiteY11" fmla="*/ 82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6646" h="6858000">
                  <a:moveTo>
                    <a:pt x="1140444" y="0"/>
                  </a:moveTo>
                  <a:lnTo>
                    <a:pt x="2796646" y="0"/>
                  </a:lnTo>
                  <a:lnTo>
                    <a:pt x="2534265" y="238512"/>
                  </a:lnTo>
                  <a:cubicBezTo>
                    <a:pt x="1716679" y="1056077"/>
                    <a:pt x="1210285" y="2184856"/>
                    <a:pt x="1210285" y="3429710"/>
                  </a:cubicBezTo>
                  <a:cubicBezTo>
                    <a:pt x="1210285" y="4674564"/>
                    <a:pt x="1716637" y="5803343"/>
                    <a:pt x="2534203" y="6620909"/>
                  </a:cubicBezTo>
                  <a:lnTo>
                    <a:pt x="2795016" y="6858000"/>
                  </a:lnTo>
                  <a:lnTo>
                    <a:pt x="1139386" y="6858000"/>
                  </a:lnTo>
                  <a:lnTo>
                    <a:pt x="1133945" y="6851071"/>
                  </a:lnTo>
                  <a:cubicBezTo>
                    <a:pt x="859349" y="6483463"/>
                    <a:pt x="630532" y="6084535"/>
                    <a:pt x="450238" y="5658405"/>
                  </a:cubicBezTo>
                  <a:cubicBezTo>
                    <a:pt x="151513" y="4952117"/>
                    <a:pt x="0" y="4202328"/>
                    <a:pt x="0" y="3429710"/>
                  </a:cubicBezTo>
                  <a:cubicBezTo>
                    <a:pt x="0" y="2657095"/>
                    <a:pt x="151513" y="1907139"/>
                    <a:pt x="450238" y="1201015"/>
                  </a:cubicBezTo>
                  <a:cubicBezTo>
                    <a:pt x="630532" y="774885"/>
                    <a:pt x="859349" y="375892"/>
                    <a:pt x="1133945" y="8277"/>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7">
              <a:extLst>
                <a:ext uri="{FF2B5EF4-FFF2-40B4-BE49-F238E27FC236}">
                  <a16:creationId xmlns:a16="http://schemas.microsoft.com/office/drawing/2014/main" id="{8916ADAE-7F60-1631-07E7-82F2BC484575}"/>
                </a:ext>
              </a:extLst>
            </p:cNvPr>
            <p:cNvSpPr/>
            <p:nvPr userDrawn="1"/>
          </p:nvSpPr>
          <p:spPr>
            <a:xfrm>
              <a:off x="6586859" y="0"/>
              <a:ext cx="2222401" cy="3172810"/>
            </a:xfrm>
            <a:custGeom>
              <a:avLst/>
              <a:gdLst>
                <a:gd name="connsiteX0" fmla="*/ 807285 w 2222401"/>
                <a:gd name="connsiteY0" fmla="*/ 0 h 3172810"/>
                <a:gd name="connsiteX1" fmla="*/ 2222401 w 2222401"/>
                <a:gd name="connsiteY1" fmla="*/ 0 h 3172810"/>
                <a:gd name="connsiteX2" fmla="*/ 2110058 w 2222401"/>
                <a:gd name="connsiteY2" fmla="*/ 165328 h 3172810"/>
                <a:gd name="connsiteX3" fmla="*/ 1205242 w 2222401"/>
                <a:gd name="connsiteY3" fmla="*/ 2646234 h 3172810"/>
                <a:gd name="connsiteX4" fmla="*/ 526576 w 2222401"/>
                <a:gd name="connsiteY4" fmla="*/ 3167597 h 3172810"/>
                <a:gd name="connsiteX5" fmla="*/ 5213 w 2222401"/>
                <a:gd name="connsiteY5" fmla="*/ 2488933 h 3172810"/>
                <a:gd name="connsiteX6" fmla="*/ 760155 w 2222401"/>
                <a:gd name="connsiteY6" fmla="*/ 85150 h 317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2401" h="3172810">
                  <a:moveTo>
                    <a:pt x="807285" y="0"/>
                  </a:moveTo>
                  <a:lnTo>
                    <a:pt x="2222401" y="0"/>
                  </a:lnTo>
                  <a:lnTo>
                    <a:pt x="2110058" y="165328"/>
                  </a:lnTo>
                  <a:cubicBezTo>
                    <a:pt x="1633494" y="905229"/>
                    <a:pt x="1322939" y="1747731"/>
                    <a:pt x="1205242" y="2646234"/>
                  </a:cubicBezTo>
                  <a:cubicBezTo>
                    <a:pt x="1161906" y="2977546"/>
                    <a:pt x="858051" y="3211100"/>
                    <a:pt x="526576" y="3167597"/>
                  </a:cubicBezTo>
                  <a:cubicBezTo>
                    <a:pt x="195267" y="3124260"/>
                    <a:pt x="-38289" y="2820409"/>
                    <a:pt x="5213" y="2488933"/>
                  </a:cubicBezTo>
                  <a:cubicBezTo>
                    <a:pt x="116223" y="1640951"/>
                    <a:pt x="369827" y="834003"/>
                    <a:pt x="760155" y="85150"/>
                  </a:cubicBezTo>
                  <a:close/>
                </a:path>
              </a:pathLst>
            </a:custGeom>
            <a:gradFill>
              <a:gsLst>
                <a:gs pos="43000">
                  <a:srgbClr val="FFB900"/>
                </a:gs>
                <a:gs pos="100000">
                  <a:srgbClr val="FF8F00"/>
                </a:gs>
              </a:gsLst>
              <a:lin ang="18900000" scaled="1"/>
            </a:gra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8">
              <a:extLst>
                <a:ext uri="{FF2B5EF4-FFF2-40B4-BE49-F238E27FC236}">
                  <a16:creationId xmlns:a16="http://schemas.microsoft.com/office/drawing/2014/main" id="{E19285FE-353D-FB43-BB95-3026AA1A7C91}"/>
                </a:ext>
              </a:extLst>
            </p:cNvPr>
            <p:cNvSpPr/>
            <p:nvPr userDrawn="1"/>
          </p:nvSpPr>
          <p:spPr>
            <a:xfrm>
              <a:off x="8391162" y="4645594"/>
              <a:ext cx="2450493" cy="2212407"/>
            </a:xfrm>
            <a:custGeom>
              <a:avLst/>
              <a:gdLst>
                <a:gd name="connsiteX0" fmla="*/ 626810 w 2450493"/>
                <a:gd name="connsiteY0" fmla="*/ 417 h 2212407"/>
                <a:gd name="connsiteX1" fmla="*/ 1170775 w 2450493"/>
                <a:gd name="connsiteY1" fmla="*/ 389890 h 2212407"/>
                <a:gd name="connsiteX2" fmla="*/ 2421443 w 2450493"/>
                <a:gd name="connsiteY2" fmla="*/ 2188368 h 2212407"/>
                <a:gd name="connsiteX3" fmla="*/ 2450493 w 2450493"/>
                <a:gd name="connsiteY3" fmla="*/ 2212407 h 2212407"/>
                <a:gd name="connsiteX4" fmla="*/ 2418889 w 2450493"/>
                <a:gd name="connsiteY4" fmla="*/ 2212407 h 2212407"/>
                <a:gd name="connsiteX5" fmla="*/ 2408165 w 2450493"/>
                <a:gd name="connsiteY5" fmla="*/ 2203533 h 2212407"/>
                <a:gd name="connsiteX6" fmla="*/ 1151919 w 2450493"/>
                <a:gd name="connsiteY6" fmla="*/ 397001 h 2212407"/>
                <a:gd name="connsiteX7" fmla="*/ 604588 w 2450493"/>
                <a:gd name="connsiteY7" fmla="*/ 20039 h 2212407"/>
                <a:gd name="connsiteX8" fmla="*/ 604588 w 2450493"/>
                <a:gd name="connsiteY8" fmla="*/ 20203 h 2212407"/>
                <a:gd name="connsiteX9" fmla="*/ 397167 w 2450493"/>
                <a:gd name="connsiteY9" fmla="*/ 58414 h 2212407"/>
                <a:gd name="connsiteX10" fmla="*/ 58578 w 2450493"/>
                <a:gd name="connsiteY10" fmla="*/ 813165 h 2212407"/>
                <a:gd name="connsiteX11" fmla="*/ 725069 w 2450493"/>
                <a:gd name="connsiteY11" fmla="*/ 2070211 h 2212407"/>
                <a:gd name="connsiteX12" fmla="*/ 830611 w 2450493"/>
                <a:gd name="connsiteY12" fmla="*/ 2212407 h 2212407"/>
                <a:gd name="connsiteX13" fmla="*/ 805305 w 2450493"/>
                <a:gd name="connsiteY13" fmla="*/ 2212407 h 2212407"/>
                <a:gd name="connsiteX14" fmla="*/ 708449 w 2450493"/>
                <a:gd name="connsiteY14" fmla="*/ 2081908 h 2212407"/>
                <a:gd name="connsiteX15" fmla="*/ 39557 w 2450493"/>
                <a:gd name="connsiteY15" fmla="*/ 820443 h 2212407"/>
                <a:gd name="connsiteX16" fmla="*/ 389889 w 2450493"/>
                <a:gd name="connsiteY16" fmla="*/ 39557 h 2212407"/>
                <a:gd name="connsiteX17" fmla="*/ 626810 w 2450493"/>
                <a:gd name="connsiteY17" fmla="*/ 417 h 221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50493" h="2212407">
                  <a:moveTo>
                    <a:pt x="626810" y="417"/>
                  </a:moveTo>
                  <a:cubicBezTo>
                    <a:pt x="862466" y="9193"/>
                    <a:pt x="1081703" y="156046"/>
                    <a:pt x="1170775" y="389890"/>
                  </a:cubicBezTo>
                  <a:cubicBezTo>
                    <a:pt x="1438839" y="1094420"/>
                    <a:pt x="1868368" y="1707266"/>
                    <a:pt x="2421443" y="2188368"/>
                  </a:cubicBezTo>
                  <a:lnTo>
                    <a:pt x="2450493" y="2212407"/>
                  </a:lnTo>
                  <a:lnTo>
                    <a:pt x="2418889" y="2212407"/>
                  </a:lnTo>
                  <a:lnTo>
                    <a:pt x="2408165" y="2203533"/>
                  </a:lnTo>
                  <a:cubicBezTo>
                    <a:pt x="1852638" y="1720258"/>
                    <a:pt x="1421223" y="1104634"/>
                    <a:pt x="1151919" y="397001"/>
                  </a:cubicBezTo>
                  <a:cubicBezTo>
                    <a:pt x="1063096" y="163777"/>
                    <a:pt x="840458" y="20039"/>
                    <a:pt x="604588" y="20039"/>
                  </a:cubicBezTo>
                  <a:lnTo>
                    <a:pt x="604588" y="20203"/>
                  </a:lnTo>
                  <a:cubicBezTo>
                    <a:pt x="535612" y="20203"/>
                    <a:pt x="465479" y="32443"/>
                    <a:pt x="397167" y="58414"/>
                  </a:cubicBezTo>
                  <a:cubicBezTo>
                    <a:pt x="95629" y="173206"/>
                    <a:pt x="-56215" y="511793"/>
                    <a:pt x="58578" y="813165"/>
                  </a:cubicBezTo>
                  <a:cubicBezTo>
                    <a:pt x="229672" y="1262866"/>
                    <a:pt x="452778" y="1683362"/>
                    <a:pt x="725069" y="2070211"/>
                  </a:cubicBezTo>
                  <a:lnTo>
                    <a:pt x="830611" y="2212407"/>
                  </a:lnTo>
                  <a:lnTo>
                    <a:pt x="805305" y="2212407"/>
                  </a:lnTo>
                  <a:lnTo>
                    <a:pt x="708449" y="2081908"/>
                  </a:lnTo>
                  <a:cubicBezTo>
                    <a:pt x="435190" y="1693677"/>
                    <a:pt x="211270" y="1271695"/>
                    <a:pt x="39557" y="820443"/>
                  </a:cubicBezTo>
                  <a:cubicBezTo>
                    <a:pt x="-79041" y="508652"/>
                    <a:pt x="78096" y="158320"/>
                    <a:pt x="389889" y="39557"/>
                  </a:cubicBezTo>
                  <a:cubicBezTo>
                    <a:pt x="467878" y="9909"/>
                    <a:pt x="548255" y="-2509"/>
                    <a:pt x="626810" y="417"/>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1" name="Freeform: Shape 9">
              <a:extLst>
                <a:ext uri="{FF2B5EF4-FFF2-40B4-BE49-F238E27FC236}">
                  <a16:creationId xmlns:a16="http://schemas.microsoft.com/office/drawing/2014/main" id="{407B170F-7EA7-BA6E-1BA1-AC4410EEACEC}"/>
                </a:ext>
              </a:extLst>
            </p:cNvPr>
            <p:cNvSpPr/>
            <p:nvPr userDrawn="1"/>
          </p:nvSpPr>
          <p:spPr>
            <a:xfrm>
              <a:off x="8390968" y="4645402"/>
              <a:ext cx="2450734" cy="2212599"/>
            </a:xfrm>
            <a:custGeom>
              <a:avLst/>
              <a:gdLst>
                <a:gd name="connsiteX0" fmla="*/ 627190 w 2450734"/>
                <a:gd name="connsiteY0" fmla="*/ 401 h 2212599"/>
                <a:gd name="connsiteX1" fmla="*/ 1170970 w 2450734"/>
                <a:gd name="connsiteY1" fmla="*/ 390082 h 2212599"/>
                <a:gd name="connsiteX2" fmla="*/ 2421635 w 2450734"/>
                <a:gd name="connsiteY2" fmla="*/ 2188518 h 2212599"/>
                <a:gd name="connsiteX3" fmla="*/ 2450734 w 2450734"/>
                <a:gd name="connsiteY3" fmla="*/ 2212599 h 2212599"/>
                <a:gd name="connsiteX4" fmla="*/ 805498 w 2450734"/>
                <a:gd name="connsiteY4" fmla="*/ 2212599 h 2212599"/>
                <a:gd name="connsiteX5" fmla="*/ 708642 w 2450734"/>
                <a:gd name="connsiteY5" fmla="*/ 2082100 h 2212599"/>
                <a:gd name="connsiteX6" fmla="*/ 39750 w 2450734"/>
                <a:gd name="connsiteY6" fmla="*/ 820636 h 2212599"/>
                <a:gd name="connsiteX7" fmla="*/ 390082 w 2450734"/>
                <a:gd name="connsiteY7" fmla="*/ 39750 h 2212599"/>
                <a:gd name="connsiteX8" fmla="*/ 627190 w 2450734"/>
                <a:gd name="connsiteY8" fmla="*/ 401 h 221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0734" h="2212599">
                  <a:moveTo>
                    <a:pt x="627190" y="401"/>
                  </a:moveTo>
                  <a:cubicBezTo>
                    <a:pt x="862878" y="9016"/>
                    <a:pt x="1081773" y="155866"/>
                    <a:pt x="1170970" y="390082"/>
                  </a:cubicBezTo>
                  <a:cubicBezTo>
                    <a:pt x="1439033" y="1094510"/>
                    <a:pt x="1868561" y="1707382"/>
                    <a:pt x="2421635" y="2188518"/>
                  </a:cubicBezTo>
                  <a:lnTo>
                    <a:pt x="2450734" y="2212599"/>
                  </a:lnTo>
                  <a:lnTo>
                    <a:pt x="805498" y="2212599"/>
                  </a:lnTo>
                  <a:lnTo>
                    <a:pt x="708642" y="2082100"/>
                  </a:lnTo>
                  <a:cubicBezTo>
                    <a:pt x="435383" y="1693870"/>
                    <a:pt x="211463" y="1271888"/>
                    <a:pt x="39750" y="820636"/>
                  </a:cubicBezTo>
                  <a:cubicBezTo>
                    <a:pt x="-79177" y="508347"/>
                    <a:pt x="77793" y="158679"/>
                    <a:pt x="390082" y="39750"/>
                  </a:cubicBezTo>
                  <a:cubicBezTo>
                    <a:pt x="468196" y="10018"/>
                    <a:pt x="548625" y="-2470"/>
                    <a:pt x="627190" y="401"/>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2" name="Freeform: Shape 10">
              <a:extLst>
                <a:ext uri="{FF2B5EF4-FFF2-40B4-BE49-F238E27FC236}">
                  <a16:creationId xmlns:a16="http://schemas.microsoft.com/office/drawing/2014/main" id="{EA4B3EE8-F6D5-6C7E-0156-F255D0246C0C}"/>
                </a:ext>
              </a:extLst>
            </p:cNvPr>
            <p:cNvSpPr/>
            <p:nvPr/>
          </p:nvSpPr>
          <p:spPr>
            <a:xfrm>
              <a:off x="9545726" y="0"/>
              <a:ext cx="2646274" cy="6858000"/>
            </a:xfrm>
            <a:custGeom>
              <a:avLst/>
              <a:gdLst>
                <a:gd name="connsiteX0" fmla="*/ 1749539 w 2646274"/>
                <a:gd name="connsiteY0" fmla="*/ 0 h 6858000"/>
                <a:gd name="connsiteX1" fmla="*/ 2646274 w 2646274"/>
                <a:gd name="connsiteY1" fmla="*/ 0 h 6858000"/>
                <a:gd name="connsiteX2" fmla="*/ 2646274 w 2646274"/>
                <a:gd name="connsiteY2" fmla="*/ 860073 h 6858000"/>
                <a:gd name="connsiteX3" fmla="*/ 2545485 w 2646274"/>
                <a:gd name="connsiteY3" fmla="*/ 921368 h 6858000"/>
                <a:gd name="connsiteX4" fmla="*/ 1210282 w 2646274"/>
                <a:gd name="connsiteY4" fmla="*/ 3429706 h 6858000"/>
                <a:gd name="connsiteX5" fmla="*/ 2545485 w 2646274"/>
                <a:gd name="connsiteY5" fmla="*/ 5938046 h 6858000"/>
                <a:gd name="connsiteX6" fmla="*/ 2646274 w 2646274"/>
                <a:gd name="connsiteY6" fmla="*/ 5999341 h 6858000"/>
                <a:gd name="connsiteX7" fmla="*/ 2646274 w 2646274"/>
                <a:gd name="connsiteY7" fmla="*/ 6858000 h 6858000"/>
                <a:gd name="connsiteX8" fmla="*/ 1747536 w 2646274"/>
                <a:gd name="connsiteY8" fmla="*/ 6858000 h 6858000"/>
                <a:gd name="connsiteX9" fmla="*/ 1717277 w 2646274"/>
                <a:gd name="connsiteY9" fmla="*/ 6836661 h 6858000"/>
                <a:gd name="connsiteX10" fmla="*/ 1240717 w 2646274"/>
                <a:gd name="connsiteY10" fmla="*/ 6425064 h 6858000"/>
                <a:gd name="connsiteX11" fmla="*/ 0 w 2646274"/>
                <a:gd name="connsiteY11" fmla="*/ 3429706 h 6858000"/>
                <a:gd name="connsiteX12" fmla="*/ 1240717 w 2646274"/>
                <a:gd name="connsiteY12" fmla="*/ 434350 h 6858000"/>
                <a:gd name="connsiteX13" fmla="*/ 1717277 w 2646274"/>
                <a:gd name="connsiteY13" fmla="*/ 22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46274" h="6858000">
                  <a:moveTo>
                    <a:pt x="1749539" y="0"/>
                  </a:moveTo>
                  <a:lnTo>
                    <a:pt x="2646274" y="0"/>
                  </a:lnTo>
                  <a:lnTo>
                    <a:pt x="2646274" y="860073"/>
                  </a:lnTo>
                  <a:lnTo>
                    <a:pt x="2545485" y="921368"/>
                  </a:lnTo>
                  <a:cubicBezTo>
                    <a:pt x="1740489" y="1465666"/>
                    <a:pt x="1210282" y="2386918"/>
                    <a:pt x="1210282" y="3429706"/>
                  </a:cubicBezTo>
                  <a:cubicBezTo>
                    <a:pt x="1210282" y="4472495"/>
                    <a:pt x="1740489" y="5393748"/>
                    <a:pt x="2545485" y="5938046"/>
                  </a:cubicBezTo>
                  <a:lnTo>
                    <a:pt x="2646274" y="5999341"/>
                  </a:lnTo>
                  <a:lnTo>
                    <a:pt x="2646274" y="6858000"/>
                  </a:lnTo>
                  <a:lnTo>
                    <a:pt x="1747536" y="6858000"/>
                  </a:lnTo>
                  <a:lnTo>
                    <a:pt x="1717277" y="6836661"/>
                  </a:lnTo>
                  <a:cubicBezTo>
                    <a:pt x="1550015" y="6712455"/>
                    <a:pt x="1390731" y="6575077"/>
                    <a:pt x="1240717" y="6425064"/>
                  </a:cubicBezTo>
                  <a:cubicBezTo>
                    <a:pt x="440644" y="5624989"/>
                    <a:pt x="0" y="4561254"/>
                    <a:pt x="0" y="3429706"/>
                  </a:cubicBezTo>
                  <a:cubicBezTo>
                    <a:pt x="0" y="2298157"/>
                    <a:pt x="440644" y="1234423"/>
                    <a:pt x="1240717" y="434350"/>
                  </a:cubicBezTo>
                  <a:cubicBezTo>
                    <a:pt x="1390731" y="284336"/>
                    <a:pt x="1550015" y="146958"/>
                    <a:pt x="1717277" y="22752"/>
                  </a:cubicBezTo>
                  <a:close/>
                </a:path>
              </a:pathLst>
            </a:custGeom>
            <a:gradFill flip="none" rotWithShape="1">
              <a:gsLst>
                <a:gs pos="43000">
                  <a:srgbClr val="107C10"/>
                </a:gs>
                <a:gs pos="100000">
                  <a:srgbClr val="095E09"/>
                </a:gs>
              </a:gsLst>
              <a:lin ang="0" scaled="1"/>
              <a:tileRect/>
            </a:gra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3" name="Freeform: Shape 11">
              <a:extLst>
                <a:ext uri="{FF2B5EF4-FFF2-40B4-BE49-F238E27FC236}">
                  <a16:creationId xmlns:a16="http://schemas.microsoft.com/office/drawing/2014/main" id="{636690AF-F404-527E-BF83-94D934C60A02}"/>
                </a:ext>
              </a:extLst>
            </p:cNvPr>
            <p:cNvSpPr/>
            <p:nvPr userDrawn="1"/>
          </p:nvSpPr>
          <p:spPr>
            <a:xfrm>
              <a:off x="8626945" y="0"/>
              <a:ext cx="2215547" cy="1684784"/>
            </a:xfrm>
            <a:custGeom>
              <a:avLst/>
              <a:gdLst>
                <a:gd name="connsiteX0" fmla="*/ 570554 w 2215547"/>
                <a:gd name="connsiteY0" fmla="*/ 0 h 1684784"/>
                <a:gd name="connsiteX1" fmla="*/ 595714 w 2215547"/>
                <a:gd name="connsiteY1" fmla="*/ 0 h 1684784"/>
                <a:gd name="connsiteX2" fmla="*/ 534548 w 2215547"/>
                <a:gd name="connsiteY2" fmla="*/ 80301 h 1684784"/>
                <a:gd name="connsiteX3" fmla="*/ 85459 w 2215547"/>
                <a:gd name="connsiteY3" fmla="*/ 811316 h 1684784"/>
                <a:gd name="connsiteX4" fmla="*/ 47911 w 2215547"/>
                <a:gd name="connsiteY4" fmla="*/ 1257418 h 1684784"/>
                <a:gd name="connsiteX5" fmla="*/ 336714 w 2215547"/>
                <a:gd name="connsiteY5" fmla="*/ 1599480 h 1684784"/>
                <a:gd name="connsiteX6" fmla="*/ 1124878 w 2215547"/>
                <a:gd name="connsiteY6" fmla="*/ 1348228 h 1684784"/>
                <a:gd name="connsiteX7" fmla="*/ 2061598 w 2215547"/>
                <a:gd name="connsiteY7" fmla="*/ 109193 h 1684784"/>
                <a:gd name="connsiteX8" fmla="*/ 2184619 w 2215547"/>
                <a:gd name="connsiteY8" fmla="*/ 0 h 1684784"/>
                <a:gd name="connsiteX9" fmla="*/ 2215547 w 2215547"/>
                <a:gd name="connsiteY9" fmla="*/ 0 h 1684784"/>
                <a:gd name="connsiteX10" fmla="*/ 2075807 w 2215547"/>
                <a:gd name="connsiteY10" fmla="*/ 124033 h 1684784"/>
                <a:gd name="connsiteX11" fmla="*/ 1143237 w 2215547"/>
                <a:gd name="connsiteY11" fmla="*/ 1357491 h 1684784"/>
                <a:gd name="connsiteX12" fmla="*/ 327780 w 2215547"/>
                <a:gd name="connsiteY12" fmla="*/ 1617344 h 1684784"/>
                <a:gd name="connsiteX13" fmla="*/ 28890 w 2215547"/>
                <a:gd name="connsiteY13" fmla="*/ 1263539 h 1684784"/>
                <a:gd name="connsiteX14" fmla="*/ 67762 w 2215547"/>
                <a:gd name="connsiteY14" fmla="*/ 802054 h 1684784"/>
                <a:gd name="connsiteX15" fmla="*/ 518362 w 2215547"/>
                <a:gd name="connsiteY15" fmla="*/ 68520 h 168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5547" h="1684784">
                  <a:moveTo>
                    <a:pt x="570554" y="0"/>
                  </a:moveTo>
                  <a:lnTo>
                    <a:pt x="595714" y="0"/>
                  </a:lnTo>
                  <a:lnTo>
                    <a:pt x="534548" y="80301"/>
                  </a:lnTo>
                  <a:cubicBezTo>
                    <a:pt x="367942" y="310807"/>
                    <a:pt x="218013" y="554770"/>
                    <a:pt x="85459" y="811316"/>
                  </a:cubicBezTo>
                  <a:cubicBezTo>
                    <a:pt x="13673" y="950092"/>
                    <a:pt x="440" y="1108552"/>
                    <a:pt x="47911" y="1257418"/>
                  </a:cubicBezTo>
                  <a:cubicBezTo>
                    <a:pt x="95384" y="1406284"/>
                    <a:pt x="197936" y="1527860"/>
                    <a:pt x="336714" y="1599480"/>
                  </a:cubicBezTo>
                  <a:cubicBezTo>
                    <a:pt x="623199" y="1747521"/>
                    <a:pt x="976837" y="1634713"/>
                    <a:pt x="1124878" y="1348228"/>
                  </a:cubicBezTo>
                  <a:cubicBezTo>
                    <a:pt x="1368098" y="877344"/>
                    <a:pt x="1685182" y="460251"/>
                    <a:pt x="2061598" y="109193"/>
                  </a:cubicBezTo>
                  <a:lnTo>
                    <a:pt x="2184619" y="0"/>
                  </a:lnTo>
                  <a:lnTo>
                    <a:pt x="2215547" y="0"/>
                  </a:lnTo>
                  <a:lnTo>
                    <a:pt x="2075807" y="124033"/>
                  </a:lnTo>
                  <a:cubicBezTo>
                    <a:pt x="1701054" y="473539"/>
                    <a:pt x="1385372" y="888778"/>
                    <a:pt x="1143237" y="1357491"/>
                  </a:cubicBezTo>
                  <a:cubicBezTo>
                    <a:pt x="990072" y="1653900"/>
                    <a:pt x="624356" y="1770511"/>
                    <a:pt x="327780" y="1617344"/>
                  </a:cubicBezTo>
                  <a:cubicBezTo>
                    <a:pt x="184206" y="1543077"/>
                    <a:pt x="78017" y="1417532"/>
                    <a:pt x="28890" y="1263539"/>
                  </a:cubicBezTo>
                  <a:cubicBezTo>
                    <a:pt x="-20237" y="1109544"/>
                    <a:pt x="-6343" y="945627"/>
                    <a:pt x="67762" y="802054"/>
                  </a:cubicBezTo>
                  <a:cubicBezTo>
                    <a:pt x="200750" y="544639"/>
                    <a:pt x="351182" y="299831"/>
                    <a:pt x="518362" y="68520"/>
                  </a:cubicBezTo>
                  <a:close/>
                </a:path>
              </a:pathLst>
            </a:custGeom>
            <a:solidFill>
              <a:srgbClr val="FFFFFF">
                <a:alpha val="50000"/>
              </a:srgbClr>
            </a:solidFill>
            <a:ln w="0"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a:endParaRPr>
            </a:p>
          </p:txBody>
        </p:sp>
        <p:sp>
          <p:nvSpPr>
            <p:cNvPr id="14" name="Freeform: Shape 12">
              <a:extLst>
                <a:ext uri="{FF2B5EF4-FFF2-40B4-BE49-F238E27FC236}">
                  <a16:creationId xmlns:a16="http://schemas.microsoft.com/office/drawing/2014/main" id="{491C5E7B-C035-9318-66D4-E881784A9BCA}"/>
                </a:ext>
              </a:extLst>
            </p:cNvPr>
            <p:cNvSpPr/>
            <p:nvPr/>
          </p:nvSpPr>
          <p:spPr>
            <a:xfrm>
              <a:off x="8627490" y="0"/>
              <a:ext cx="2215146" cy="1684858"/>
            </a:xfrm>
            <a:custGeom>
              <a:avLst/>
              <a:gdLst>
                <a:gd name="connsiteX0" fmla="*/ 570249 w 2215146"/>
                <a:gd name="connsiteY0" fmla="*/ 0 h 1684858"/>
                <a:gd name="connsiteX1" fmla="*/ 2215146 w 2215146"/>
                <a:gd name="connsiteY1" fmla="*/ 0 h 1684858"/>
                <a:gd name="connsiteX2" fmla="*/ 2075592 w 2215146"/>
                <a:gd name="connsiteY2" fmla="*/ 123868 h 1684858"/>
                <a:gd name="connsiteX3" fmla="*/ 1143023 w 2215146"/>
                <a:gd name="connsiteY3" fmla="*/ 1357323 h 1684858"/>
                <a:gd name="connsiteX4" fmla="*/ 327566 w 2215146"/>
                <a:gd name="connsiteY4" fmla="*/ 1617179 h 1684858"/>
                <a:gd name="connsiteX5" fmla="*/ 67710 w 2215146"/>
                <a:gd name="connsiteY5" fmla="*/ 801722 h 1684858"/>
                <a:gd name="connsiteX6" fmla="*/ 518310 w 2215146"/>
                <a:gd name="connsiteY6" fmla="*/ 68189 h 168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15146" h="1684858">
                  <a:moveTo>
                    <a:pt x="570249" y="0"/>
                  </a:moveTo>
                  <a:lnTo>
                    <a:pt x="2215146" y="0"/>
                  </a:lnTo>
                  <a:lnTo>
                    <a:pt x="2075592" y="123868"/>
                  </a:lnTo>
                  <a:cubicBezTo>
                    <a:pt x="1700839" y="473374"/>
                    <a:pt x="1385158" y="888612"/>
                    <a:pt x="1143023" y="1357323"/>
                  </a:cubicBezTo>
                  <a:cubicBezTo>
                    <a:pt x="989689" y="1654230"/>
                    <a:pt x="624637" y="1770677"/>
                    <a:pt x="327566" y="1617179"/>
                  </a:cubicBezTo>
                  <a:cubicBezTo>
                    <a:pt x="30495" y="1463682"/>
                    <a:pt x="-85788" y="1098793"/>
                    <a:pt x="67710" y="801722"/>
                  </a:cubicBezTo>
                  <a:cubicBezTo>
                    <a:pt x="200697" y="544308"/>
                    <a:pt x="351130" y="299500"/>
                    <a:pt x="518310" y="68189"/>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13">
              <a:extLst>
                <a:ext uri="{FF2B5EF4-FFF2-40B4-BE49-F238E27FC236}">
                  <a16:creationId xmlns:a16="http://schemas.microsoft.com/office/drawing/2014/main" id="{B3402EA2-F413-030B-3380-104CDA1734D3}"/>
                </a:ext>
              </a:extLst>
            </p:cNvPr>
            <p:cNvSpPr/>
            <p:nvPr/>
          </p:nvSpPr>
          <p:spPr>
            <a:xfrm>
              <a:off x="6603397" y="1964081"/>
              <a:ext cx="1214429" cy="1214429"/>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14">
              <a:extLst>
                <a:ext uri="{FF2B5EF4-FFF2-40B4-BE49-F238E27FC236}">
                  <a16:creationId xmlns:a16="http://schemas.microsoft.com/office/drawing/2014/main" id="{DBFDC976-0606-96A9-BED1-E7BE7FEDC445}"/>
                </a:ext>
              </a:extLst>
            </p:cNvPr>
            <p:cNvSpPr/>
            <p:nvPr/>
          </p:nvSpPr>
          <p:spPr>
            <a:xfrm>
              <a:off x="6714751" y="2075435"/>
              <a:ext cx="991721" cy="991721"/>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15">
              <a:extLst>
                <a:ext uri="{FF2B5EF4-FFF2-40B4-BE49-F238E27FC236}">
                  <a16:creationId xmlns:a16="http://schemas.microsoft.com/office/drawing/2014/main" id="{84BEF61E-6265-A141-474C-445C18296918}"/>
                </a:ext>
              </a:extLst>
            </p:cNvPr>
            <p:cNvSpPr/>
            <p:nvPr/>
          </p:nvSpPr>
          <p:spPr>
            <a:xfrm>
              <a:off x="8627385" y="474547"/>
              <a:ext cx="1210449" cy="1210447"/>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16">
              <a:extLst>
                <a:ext uri="{FF2B5EF4-FFF2-40B4-BE49-F238E27FC236}">
                  <a16:creationId xmlns:a16="http://schemas.microsoft.com/office/drawing/2014/main" id="{9DA968AA-18F3-BA33-EFAD-0D123FA764FC}"/>
                </a:ext>
              </a:extLst>
            </p:cNvPr>
            <p:cNvSpPr/>
            <p:nvPr/>
          </p:nvSpPr>
          <p:spPr>
            <a:xfrm>
              <a:off x="8738372" y="585534"/>
              <a:ext cx="988470" cy="988470"/>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17">
              <a:extLst>
                <a:ext uri="{FF2B5EF4-FFF2-40B4-BE49-F238E27FC236}">
                  <a16:creationId xmlns:a16="http://schemas.microsoft.com/office/drawing/2014/main" id="{2DB5B566-BEB2-11E6-9707-378D2E3E5B16}"/>
                </a:ext>
              </a:extLst>
            </p:cNvPr>
            <p:cNvSpPr/>
            <p:nvPr/>
          </p:nvSpPr>
          <p:spPr>
            <a:xfrm>
              <a:off x="8502171" y="4791175"/>
              <a:ext cx="988470" cy="988470"/>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18">
              <a:extLst>
                <a:ext uri="{FF2B5EF4-FFF2-40B4-BE49-F238E27FC236}">
                  <a16:creationId xmlns:a16="http://schemas.microsoft.com/office/drawing/2014/main" id="{52D32F9D-62A5-7C30-9458-3EE69037BFE8}"/>
                </a:ext>
              </a:extLst>
            </p:cNvPr>
            <p:cNvSpPr/>
            <p:nvPr/>
          </p:nvSpPr>
          <p:spPr>
            <a:xfrm>
              <a:off x="8502171" y="4791175"/>
              <a:ext cx="988473" cy="988473"/>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19">
              <a:extLst>
                <a:ext uri="{FF2B5EF4-FFF2-40B4-BE49-F238E27FC236}">
                  <a16:creationId xmlns:a16="http://schemas.microsoft.com/office/drawing/2014/main" id="{BE4BE943-01C2-5D37-4C95-FA64786B3D56}"/>
                </a:ext>
              </a:extLst>
            </p:cNvPr>
            <p:cNvSpPr/>
            <p:nvPr/>
          </p:nvSpPr>
          <p:spPr>
            <a:xfrm>
              <a:off x="9545826" y="0"/>
              <a:ext cx="2646174" cy="4181651"/>
            </a:xfrm>
            <a:custGeom>
              <a:avLst/>
              <a:gdLst>
                <a:gd name="connsiteX0" fmla="*/ 1747913 w 2646174"/>
                <a:gd name="connsiteY0" fmla="*/ 0 h 4181651"/>
                <a:gd name="connsiteX1" fmla="*/ 2646174 w 2646174"/>
                <a:gd name="connsiteY1" fmla="*/ 0 h 4181651"/>
                <a:gd name="connsiteX2" fmla="*/ 2646174 w 2646174"/>
                <a:gd name="connsiteY2" fmla="*/ 856737 h 4181651"/>
                <a:gd name="connsiteX3" fmla="*/ 2457809 w 2646174"/>
                <a:gd name="connsiteY3" fmla="*/ 980394 h 4181651"/>
                <a:gd name="connsiteX4" fmla="*/ 2011745 w 2646174"/>
                <a:gd name="connsiteY4" fmla="*/ 1378332 h 4181651"/>
                <a:gd name="connsiteX5" fmla="*/ 1212662 w 2646174"/>
                <a:gd name="connsiteY5" fmla="*/ 3551945 h 4181651"/>
                <a:gd name="connsiteX6" fmla="*/ 632417 w 2646174"/>
                <a:gd name="connsiteY6" fmla="*/ 4180987 h 4181651"/>
                <a:gd name="connsiteX7" fmla="*/ 607606 w 2646174"/>
                <a:gd name="connsiteY7" fmla="*/ 4181485 h 4181651"/>
                <a:gd name="connsiteX8" fmla="*/ 607770 w 2646174"/>
                <a:gd name="connsiteY8" fmla="*/ 4181651 h 4181651"/>
                <a:gd name="connsiteX9" fmla="*/ 3539 w 2646174"/>
                <a:gd name="connsiteY9" fmla="*/ 3600906 h 4181651"/>
                <a:gd name="connsiteX10" fmla="*/ 1122186 w 2646174"/>
                <a:gd name="connsiteY10" fmla="*/ 557912 h 4181651"/>
                <a:gd name="connsiteX11" fmla="*/ 1746652 w 2646174"/>
                <a:gd name="connsiteY11" fmla="*/ 873 h 418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46174" h="4181651">
                  <a:moveTo>
                    <a:pt x="1747913" y="0"/>
                  </a:moveTo>
                  <a:lnTo>
                    <a:pt x="2646174" y="0"/>
                  </a:lnTo>
                  <a:lnTo>
                    <a:pt x="2646174" y="856737"/>
                  </a:lnTo>
                  <a:lnTo>
                    <a:pt x="2457809" y="980394"/>
                  </a:lnTo>
                  <a:cubicBezTo>
                    <a:pt x="2298147" y="1096818"/>
                    <a:pt x="2148743" y="1229795"/>
                    <a:pt x="2011745" y="1378332"/>
                  </a:cubicBezTo>
                  <a:cubicBezTo>
                    <a:pt x="1463753" y="1972471"/>
                    <a:pt x="1180078" y="2744428"/>
                    <a:pt x="1212662" y="3551945"/>
                  </a:cubicBezTo>
                  <a:cubicBezTo>
                    <a:pt x="1226226" y="3885903"/>
                    <a:pt x="966372" y="4167590"/>
                    <a:pt x="632417" y="4180987"/>
                  </a:cubicBezTo>
                  <a:cubicBezTo>
                    <a:pt x="624146" y="4181320"/>
                    <a:pt x="615876" y="4181485"/>
                    <a:pt x="607606" y="4181485"/>
                  </a:cubicBezTo>
                  <a:lnTo>
                    <a:pt x="607770" y="4181651"/>
                  </a:lnTo>
                  <a:cubicBezTo>
                    <a:pt x="284731" y="4181651"/>
                    <a:pt x="16772" y="3926591"/>
                    <a:pt x="3539" y="3600906"/>
                  </a:cubicBezTo>
                  <a:cubicBezTo>
                    <a:pt x="-42113" y="2470349"/>
                    <a:pt x="355194" y="1389579"/>
                    <a:pt x="1122186" y="557912"/>
                  </a:cubicBezTo>
                  <a:cubicBezTo>
                    <a:pt x="1313976" y="349996"/>
                    <a:pt x="1523133" y="163851"/>
                    <a:pt x="1746652" y="873"/>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20">
              <a:extLst>
                <a:ext uri="{FF2B5EF4-FFF2-40B4-BE49-F238E27FC236}">
                  <a16:creationId xmlns:a16="http://schemas.microsoft.com/office/drawing/2014/main" id="{D3F3C220-D4DA-F595-1CF2-0BE98F76ACFC}"/>
                </a:ext>
              </a:extLst>
            </p:cNvPr>
            <p:cNvSpPr/>
            <p:nvPr/>
          </p:nvSpPr>
          <p:spPr>
            <a:xfrm>
              <a:off x="10408697" y="1"/>
              <a:ext cx="1783303" cy="1685115"/>
            </a:xfrm>
            <a:custGeom>
              <a:avLst/>
              <a:gdLst>
                <a:gd name="connsiteX0" fmla="*/ 885295 w 1783303"/>
                <a:gd name="connsiteY0" fmla="*/ 0 h 1685115"/>
                <a:gd name="connsiteX1" fmla="*/ 1783303 w 1783303"/>
                <a:gd name="connsiteY1" fmla="*/ 0 h 1685115"/>
                <a:gd name="connsiteX2" fmla="*/ 1783303 w 1783303"/>
                <a:gd name="connsiteY2" fmla="*/ 856237 h 1685115"/>
                <a:gd name="connsiteX3" fmla="*/ 1735840 w 1783303"/>
                <a:gd name="connsiteY3" fmla="*/ 883630 h 1685115"/>
                <a:gd name="connsiteX4" fmla="*/ 1066501 w 1783303"/>
                <a:gd name="connsiteY4" fmla="*/ 1471621 h 1685115"/>
                <a:gd name="connsiteX5" fmla="*/ 213495 w 1783303"/>
                <a:gd name="connsiteY5" fmla="*/ 1541256 h 1685115"/>
                <a:gd name="connsiteX6" fmla="*/ 143860 w 1783303"/>
                <a:gd name="connsiteY6" fmla="*/ 688253 h 1685115"/>
                <a:gd name="connsiteX7" fmla="*/ 744874 w 1783303"/>
                <a:gd name="connsiteY7" fmla="*/ 105988 h 1685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3303" h="1685115">
                  <a:moveTo>
                    <a:pt x="885295" y="0"/>
                  </a:moveTo>
                  <a:lnTo>
                    <a:pt x="1783303" y="0"/>
                  </a:lnTo>
                  <a:lnTo>
                    <a:pt x="1783303" y="856237"/>
                  </a:lnTo>
                  <a:lnTo>
                    <a:pt x="1735840" y="883630"/>
                  </a:lnTo>
                  <a:cubicBezTo>
                    <a:pt x="1488117" y="1043358"/>
                    <a:pt x="1262631" y="1240567"/>
                    <a:pt x="1066501" y="1471621"/>
                  </a:cubicBezTo>
                  <a:cubicBezTo>
                    <a:pt x="850146" y="1726348"/>
                    <a:pt x="468222" y="1757608"/>
                    <a:pt x="213495" y="1541256"/>
                  </a:cubicBezTo>
                  <a:cubicBezTo>
                    <a:pt x="-41232" y="1324903"/>
                    <a:pt x="-72493" y="942980"/>
                    <a:pt x="143860" y="688253"/>
                  </a:cubicBezTo>
                  <a:cubicBezTo>
                    <a:pt x="326924" y="472603"/>
                    <a:pt x="528245" y="278012"/>
                    <a:pt x="744874" y="10598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3" name="Freeform: Shape 21">
              <a:extLst>
                <a:ext uri="{FF2B5EF4-FFF2-40B4-BE49-F238E27FC236}">
                  <a16:creationId xmlns:a16="http://schemas.microsoft.com/office/drawing/2014/main" id="{56B5B25B-5107-9180-C7A8-6175A22D3899}"/>
                </a:ext>
              </a:extLst>
            </p:cNvPr>
            <p:cNvSpPr/>
            <p:nvPr/>
          </p:nvSpPr>
          <p:spPr>
            <a:xfrm>
              <a:off x="10519807" y="585534"/>
              <a:ext cx="988470" cy="988470"/>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4" name="Freeform: Shape 22">
              <a:extLst>
                <a:ext uri="{FF2B5EF4-FFF2-40B4-BE49-F238E27FC236}">
                  <a16:creationId xmlns:a16="http://schemas.microsoft.com/office/drawing/2014/main" id="{80290309-47DF-079B-C17D-6FFDEC44DD8C}"/>
                </a:ext>
              </a:extLst>
            </p:cNvPr>
            <p:cNvSpPr/>
            <p:nvPr/>
          </p:nvSpPr>
          <p:spPr>
            <a:xfrm>
              <a:off x="9576979" y="3003283"/>
              <a:ext cx="1182338" cy="1182338"/>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5" name="Freeform: Shape 23">
              <a:extLst>
                <a:ext uri="{FF2B5EF4-FFF2-40B4-BE49-F238E27FC236}">
                  <a16:creationId xmlns:a16="http://schemas.microsoft.com/office/drawing/2014/main" id="{42178430-91E9-5EA8-4FAB-CC23B6EE24FF}"/>
                </a:ext>
              </a:extLst>
            </p:cNvPr>
            <p:cNvSpPr/>
            <p:nvPr/>
          </p:nvSpPr>
          <p:spPr>
            <a:xfrm>
              <a:off x="9685389" y="3111691"/>
              <a:ext cx="965514" cy="965514"/>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1E5D2D"/>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24849717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492443"/>
          </a:xfrm>
        </p:spPr>
        <p:txBody>
          <a:bodyPr/>
          <a:lstStyle>
            <a:lvl1pPr>
              <a:defRPr sz="3200"/>
            </a:lvl1pPr>
          </a:lstStyle>
          <a:p>
            <a:r>
              <a:rPr lang="en-US" dirty="0"/>
              <a:t>Agenda</a:t>
            </a:r>
          </a:p>
        </p:txBody>
      </p:sp>
      <p:sp>
        <p:nvSpPr>
          <p:cNvPr id="4" name="Text Placeholder 3"/>
          <p:cNvSpPr>
            <a:spLocks noGrp="1"/>
          </p:cNvSpPr>
          <p:nvPr>
            <p:ph type="body" sz="quarter" idx="10"/>
          </p:nvPr>
        </p:nvSpPr>
        <p:spPr>
          <a:xfrm>
            <a:off x="584200" y="1435100"/>
            <a:ext cx="5212080" cy="1772793"/>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grpSp>
        <p:nvGrpSpPr>
          <p:cNvPr id="37" name="Group 15">
            <a:extLst>
              <a:ext uri="{FF2B5EF4-FFF2-40B4-BE49-F238E27FC236}">
                <a16:creationId xmlns:a16="http://schemas.microsoft.com/office/drawing/2014/main" id="{3392FADE-8B49-53A8-B68F-870BF124D105}"/>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38" name="Freeform: Shape 16">
              <a:extLst>
                <a:ext uri="{FF2B5EF4-FFF2-40B4-BE49-F238E27FC236}">
                  <a16:creationId xmlns:a16="http://schemas.microsoft.com/office/drawing/2014/main" id="{DAFD2A30-CE82-5542-189C-35A5A85358E9}"/>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39" name="Freeform: Shape 17">
              <a:extLst>
                <a:ext uri="{FF2B5EF4-FFF2-40B4-BE49-F238E27FC236}">
                  <a16:creationId xmlns:a16="http://schemas.microsoft.com/office/drawing/2014/main" id="{7149C6FE-6E9E-2B24-7319-68F2E6152D18}"/>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0" name="Freeform: Shape 19">
              <a:extLst>
                <a:ext uri="{FF2B5EF4-FFF2-40B4-BE49-F238E27FC236}">
                  <a16:creationId xmlns:a16="http://schemas.microsoft.com/office/drawing/2014/main" id="{66FDA656-5D99-1774-C0EC-67D451663259}"/>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1" name="Freeform: Shape 24">
              <a:extLst>
                <a:ext uri="{FF2B5EF4-FFF2-40B4-BE49-F238E27FC236}">
                  <a16:creationId xmlns:a16="http://schemas.microsoft.com/office/drawing/2014/main" id="{3A81BC76-3648-E0D3-74D3-2EE0260EC229}"/>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2" name="Freeform: Shape 26">
              <a:extLst>
                <a:ext uri="{FF2B5EF4-FFF2-40B4-BE49-F238E27FC236}">
                  <a16:creationId xmlns:a16="http://schemas.microsoft.com/office/drawing/2014/main" id="{C3DB1423-5912-C07B-F1DB-65C0873BA09E}"/>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3" name="Freeform: Shape 32">
              <a:extLst>
                <a:ext uri="{FF2B5EF4-FFF2-40B4-BE49-F238E27FC236}">
                  <a16:creationId xmlns:a16="http://schemas.microsoft.com/office/drawing/2014/main" id="{FA5996B9-D6EA-C76C-69FC-A0A585D4A3C2}"/>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4" name="Freeform: Shape 34">
              <a:extLst>
                <a:ext uri="{FF2B5EF4-FFF2-40B4-BE49-F238E27FC236}">
                  <a16:creationId xmlns:a16="http://schemas.microsoft.com/office/drawing/2014/main" id="{5AFE3FF8-6019-1EAE-4C3E-1004D2E49092}"/>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5" name="Freeform: Shape 46">
              <a:extLst>
                <a:ext uri="{FF2B5EF4-FFF2-40B4-BE49-F238E27FC236}">
                  <a16:creationId xmlns:a16="http://schemas.microsoft.com/office/drawing/2014/main" id="{0141483E-D7F1-1A11-BBEA-B0A716D6B67E}"/>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6" name="Freeform: Shape 47">
              <a:extLst>
                <a:ext uri="{FF2B5EF4-FFF2-40B4-BE49-F238E27FC236}">
                  <a16:creationId xmlns:a16="http://schemas.microsoft.com/office/drawing/2014/main" id="{F8E6EA5C-696C-E6E6-2CBC-B1D6D1A6DA08}"/>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7" name="Freeform: Shape 48">
              <a:extLst>
                <a:ext uri="{FF2B5EF4-FFF2-40B4-BE49-F238E27FC236}">
                  <a16:creationId xmlns:a16="http://schemas.microsoft.com/office/drawing/2014/main" id="{5A6A7817-C5C8-F69F-734D-9F9FD9EDBE5C}"/>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8" name="Freeform: Shape 49">
              <a:extLst>
                <a:ext uri="{FF2B5EF4-FFF2-40B4-BE49-F238E27FC236}">
                  <a16:creationId xmlns:a16="http://schemas.microsoft.com/office/drawing/2014/main" id="{3F991941-46CB-6A8A-F4BA-23CB296FFD65}"/>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49" name="Freeform: Shape 50">
              <a:extLst>
                <a:ext uri="{FF2B5EF4-FFF2-40B4-BE49-F238E27FC236}">
                  <a16:creationId xmlns:a16="http://schemas.microsoft.com/office/drawing/2014/main" id="{0AC773C9-8087-F170-921F-4BF066A1D3ED}"/>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0" name="Freeform: Shape 51">
              <a:extLst>
                <a:ext uri="{FF2B5EF4-FFF2-40B4-BE49-F238E27FC236}">
                  <a16:creationId xmlns:a16="http://schemas.microsoft.com/office/drawing/2014/main" id="{81FA87E0-37FE-16C5-A444-E25AE9FDAFAF}"/>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1" name="Freeform: Shape 52">
              <a:extLst>
                <a:ext uri="{FF2B5EF4-FFF2-40B4-BE49-F238E27FC236}">
                  <a16:creationId xmlns:a16="http://schemas.microsoft.com/office/drawing/2014/main" id="{C0C496AE-F704-E294-D879-9A8292F87987}"/>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2" name="Freeform: Shape 53">
              <a:extLst>
                <a:ext uri="{FF2B5EF4-FFF2-40B4-BE49-F238E27FC236}">
                  <a16:creationId xmlns:a16="http://schemas.microsoft.com/office/drawing/2014/main" id="{DE5FDAF7-F26D-C16A-34AE-46B8DA764BF1}"/>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3" name="Freeform: Shape 54">
              <a:extLst>
                <a:ext uri="{FF2B5EF4-FFF2-40B4-BE49-F238E27FC236}">
                  <a16:creationId xmlns:a16="http://schemas.microsoft.com/office/drawing/2014/main" id="{2CA0A66A-978A-991F-A480-B285B95C8405}"/>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4" name="Freeform: Shape 55">
              <a:extLst>
                <a:ext uri="{FF2B5EF4-FFF2-40B4-BE49-F238E27FC236}">
                  <a16:creationId xmlns:a16="http://schemas.microsoft.com/office/drawing/2014/main" id="{E0FA6AA5-F898-616E-B5B8-DC1279640CC1}"/>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5" name="Freeform: Shape 56">
              <a:extLst>
                <a:ext uri="{FF2B5EF4-FFF2-40B4-BE49-F238E27FC236}">
                  <a16:creationId xmlns:a16="http://schemas.microsoft.com/office/drawing/2014/main" id="{FEB14095-7A93-9BA7-84DD-28FB4D949D98}"/>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6" name="Freeform: Shape 57">
              <a:extLst>
                <a:ext uri="{FF2B5EF4-FFF2-40B4-BE49-F238E27FC236}">
                  <a16:creationId xmlns:a16="http://schemas.microsoft.com/office/drawing/2014/main" id="{41F5EC8B-E25B-AEBD-DB43-51CB24122B39}"/>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10852633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userDrawn="1"/>
        </p:nvSpPr>
        <p:spPr bwMode="auto">
          <a:xfrm>
            <a:off x="0" y="0"/>
            <a:ext cx="12192000" cy="1208988"/>
          </a:xfrm>
          <a:prstGeom prst="rect">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492443"/>
          </a:xfrm>
        </p:spPr>
        <p:txBody>
          <a:bodyPr>
            <a:spAutoFit/>
          </a:bodyPr>
          <a:lstStyle>
            <a:lvl1pPr>
              <a:defRPr sz="3200">
                <a:solidFill>
                  <a:schemeClr val="bg1"/>
                </a:solidFill>
              </a:defRPr>
            </a:lvl1pPr>
          </a:lstStyle>
          <a:p>
            <a:r>
              <a:rPr lang="fr-FR" dirty="0"/>
              <a:t>Modifiez le style du titre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4921632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fr-FR" dirty="0"/>
              <a:t>Modifiez le style du titre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403461"/>
          </a:xfrm>
        </p:spPr>
        <p:txBody>
          <a:bodyPr/>
          <a:lstStyle>
            <a:lvl1pPr>
              <a:defRPr sz="2400">
                <a:solidFill>
                  <a:schemeClr val="tx1"/>
                </a:solidFill>
              </a:defRPr>
            </a:lvl1pPr>
            <a:lvl2pPr>
              <a:defRPr sz="18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fr-FR"/>
              <a:t>Modifiez le style du titre</a:t>
            </a:r>
            <a:endParaRPr lang="en-US"/>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fr-FR"/>
              <a:t>Modifiez le style du titre</a:t>
            </a:r>
            <a:endParaRPr lang="en-US"/>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fr-FR" dirty="0"/>
              <a:t>Modifiez le style du titre</a:t>
            </a:r>
            <a:endParaRPr lang="en-US" dirty="0"/>
          </a:p>
        </p:txBody>
      </p:sp>
      <p:sp>
        <p:nvSpPr>
          <p:cNvPr id="4" name="Text Placeholder 3"/>
          <p:cNvSpPr>
            <a:spLocks noGrp="1"/>
          </p:cNvSpPr>
          <p:nvPr>
            <p:ph type="body" sz="quarter" idx="10"/>
          </p:nvPr>
        </p:nvSpPr>
        <p:spPr>
          <a:xfrm>
            <a:off x="584200" y="1435100"/>
            <a:ext cx="5212080" cy="1772793"/>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772793"/>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492443"/>
          </a:xfrm>
        </p:spPr>
        <p:txBody>
          <a:bodyPr>
            <a:spAutoFit/>
          </a:bodyPr>
          <a:lstStyle>
            <a:lvl1pPr>
              <a:defRPr sz="3200"/>
            </a:lvl1pPr>
          </a:lstStyle>
          <a:p>
            <a:r>
              <a:rPr lang="fr-FR" dirty="0"/>
              <a:t>Modifiez le style du titre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738664"/>
          </a:xfrm>
        </p:spPr>
        <p:txBody>
          <a:bodyPr anchor="t"/>
          <a:lstStyle>
            <a:lvl1pPr marL="0" indent="0">
              <a:spcBef>
                <a:spcPts val="0"/>
              </a:spcBef>
              <a:buNone/>
              <a:defRPr sz="2400">
                <a:solidFill>
                  <a:schemeClr val="tx1"/>
                </a:solidFill>
                <a:latin typeface="+mj-lt"/>
              </a:defRPr>
            </a:lvl1pPr>
          </a:lstStyle>
          <a:p>
            <a:pPr lvl="0"/>
            <a:r>
              <a:rPr lang="fr-FR" dirty="0"/>
              <a:t>Cliquez pour modifier les styles du texte du masque</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74675" y="2274041"/>
            <a:ext cx="5219700" cy="1575816"/>
          </a:xfrm>
        </p:spPr>
        <p:txBody>
          <a:bodyPr>
            <a:spAutoFit/>
          </a:bodyPr>
          <a:lstStyle>
            <a:lvl1pPr marL="171450" indent="-171450">
              <a:defRPr lang="en-US" sz="2000" dirty="0"/>
            </a:lvl1pPr>
            <a:lvl2pPr marL="342900" indent="-171450">
              <a:defRPr lang="en-US" sz="1600" dirty="0"/>
            </a:lvl2pPr>
            <a:lvl3pPr marL="514350" indent="-171450">
              <a:defRPr lang="en-US" sz="1200" dirty="0"/>
            </a:lvl3pPr>
            <a:lvl4pPr marL="666750" indent="-152400">
              <a:defRPr lang="en-US" sz="1100" dirty="0"/>
            </a:lvl4pPr>
            <a:lvl5pPr marL="793750" indent="-120650">
              <a:defRPr lang="en-US" sz="1100" dirty="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fr-FR" dirty="0"/>
              <a:t>Cliquez pour modifier les styles du texte du masque</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405247" y="2274041"/>
            <a:ext cx="5219700" cy="1575816"/>
          </a:xfrm>
        </p:spPr>
        <p:txBody>
          <a:bodyPr>
            <a:spAutoFit/>
          </a:bodyPr>
          <a:lstStyle>
            <a:lvl1pPr marL="171450" indent="-171450">
              <a:defRPr lang="en-US" sz="2000" dirty="0"/>
            </a:lvl1pPr>
            <a:lvl2pPr marL="342900" indent="-171450">
              <a:defRPr lang="en-US" sz="1600" dirty="0"/>
            </a:lvl2pPr>
            <a:lvl3pPr marL="514350" indent="-171450">
              <a:defRPr lang="en-US" sz="1200" dirty="0"/>
            </a:lvl3pPr>
            <a:lvl4pPr marL="685800" indent="-136525">
              <a:defRPr lang="en-US" sz="1100" dirty="0"/>
            </a:lvl4pPr>
            <a:lvl5pPr marL="793750" indent="-120650">
              <a:defRPr lang="en-US" sz="1100" dirty="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fr-FR" dirty="0"/>
              <a:t>Modifiez le style du titre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738664"/>
          </a:xfrm>
        </p:spPr>
        <p:txBody>
          <a:bodyPr anchor="t"/>
          <a:lstStyle>
            <a:lvl1pPr marL="0" indent="0">
              <a:spcBef>
                <a:spcPts val="0"/>
              </a:spcBef>
              <a:buNone/>
              <a:defRPr sz="2400">
                <a:solidFill>
                  <a:schemeClr val="tx1"/>
                </a:solidFill>
                <a:latin typeface="+mj-lt"/>
              </a:defRPr>
            </a:lvl1pPr>
          </a:lstStyle>
          <a:p>
            <a:pPr lvl="0"/>
            <a:r>
              <a:rPr lang="fr-FR" dirty="0"/>
              <a:t>Cliquez pour modifier les styles du texte du masque</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96900" y="2257318"/>
            <a:ext cx="5214937" cy="1575816"/>
          </a:xfrm>
        </p:spPr>
        <p:txBody>
          <a:bodyPr/>
          <a:lstStyle>
            <a:lvl1pPr>
              <a:defRPr sz="2000"/>
            </a:lvl1pPr>
            <a:lvl2pPr>
              <a:defRPr sz="1600"/>
            </a:lvl2pPr>
            <a:lvl3pPr>
              <a:defRPr sz="1200"/>
            </a:lvl3pPr>
            <a:lvl4pPr>
              <a:defRPr sz="1100"/>
            </a:lvl4pPr>
            <a:lvl5pPr>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738664"/>
          </a:xfrm>
        </p:spPr>
        <p:txBody>
          <a:bodyPr anchor="t"/>
          <a:lstStyle>
            <a:lvl1pPr marL="0" indent="0">
              <a:spcBef>
                <a:spcPts val="0"/>
              </a:spcBef>
              <a:buNone/>
              <a:defRPr sz="2400">
                <a:solidFill>
                  <a:schemeClr val="tx1"/>
                </a:solidFill>
                <a:latin typeface="+mj-lt"/>
              </a:defRPr>
            </a:lvl1pPr>
          </a:lstStyle>
          <a:p>
            <a:pPr lvl="0"/>
            <a:r>
              <a:rPr lang="fr-FR" dirty="0"/>
              <a:t>Cliquez pour modifier les styles du texte du masque</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402388" y="2257318"/>
            <a:ext cx="5214937" cy="1575816"/>
          </a:xfrm>
        </p:spPr>
        <p:txBody>
          <a:bodyPr/>
          <a:lstStyle>
            <a:lvl1pPr>
              <a:defRPr sz="2000"/>
            </a:lvl1pPr>
            <a:lvl2pPr>
              <a:defRPr sz="1600"/>
            </a:lvl2pPr>
            <a:lvl3pPr>
              <a:defRPr sz="1200"/>
            </a:lvl3pPr>
            <a:lvl4pPr>
              <a:defRPr sz="1100"/>
            </a:lvl4pPr>
            <a:lvl5pPr>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fr-FR"/>
              <a:t>Modifiez le style du titre</a:t>
            </a:r>
            <a:endParaRPr lang="en-US"/>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fr-FR"/>
              <a:t>Cliquez pour modifier les styles du texte du masque</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fr-FR"/>
              <a:t>Cliquez pour modifier les styles du texte du masque</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fr-FR"/>
              <a:t>Cliquez pour modifier les styles du texte du masque</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fr-FR"/>
              <a:t>Modifiez le style du titre</a:t>
            </a:r>
            <a:endParaRPr lang="en-US"/>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fr-FR"/>
              <a:t>Cliquez pour modifier les styles du texte du masque</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fr-FR"/>
              <a:t>Modifiez le style du titre</a:t>
            </a:r>
            <a:endParaRPr lang="en-US"/>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fr-FR" dirty="0"/>
              <a:t>Modifiez le style du titre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fr-FR"/>
              <a:t>Modifiez le style du titre</a:t>
            </a:r>
            <a:endParaRPr lang="en-US"/>
          </a:p>
        </p:txBody>
      </p:sp>
      <p:grpSp>
        <p:nvGrpSpPr>
          <p:cNvPr id="4" name="Group 15">
            <a:extLst>
              <a:ext uri="{FF2B5EF4-FFF2-40B4-BE49-F238E27FC236}">
                <a16:creationId xmlns:a16="http://schemas.microsoft.com/office/drawing/2014/main" id="{093CA3C8-B35D-2EAE-0E11-36AC71284EF7}"/>
              </a:ext>
              <a:ext uri="{C183D7F6-B498-43B3-948B-1728B52AA6E4}">
                <adec:decorative xmlns:adec="http://schemas.microsoft.com/office/drawing/2017/decorative" val="1"/>
              </a:ext>
            </a:extLst>
          </p:cNvPr>
          <p:cNvGrpSpPr/>
          <p:nvPr userDrawn="1"/>
        </p:nvGrpSpPr>
        <p:grpSpPr>
          <a:xfrm>
            <a:off x="8993911" y="1130300"/>
            <a:ext cx="3202444" cy="4978400"/>
            <a:chOff x="8615046" y="648426"/>
            <a:chExt cx="3576955" cy="5560602"/>
          </a:xfrm>
        </p:grpSpPr>
        <p:sp>
          <p:nvSpPr>
            <p:cNvPr id="5" name="Freeform: Shape 16">
              <a:extLst>
                <a:ext uri="{FF2B5EF4-FFF2-40B4-BE49-F238E27FC236}">
                  <a16:creationId xmlns:a16="http://schemas.microsoft.com/office/drawing/2014/main" id="{6055AAF0-6409-94C9-301C-0BB18A11E4EF}"/>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chemeClr val="bg1">
                <a:lumMod val="95000"/>
              </a:schemeClr>
            </a:solidFill>
            <a:ln>
              <a:solidFill>
                <a:schemeClr val="bg1">
                  <a:alpha val="25000"/>
                </a:schemeClr>
              </a:solidFill>
              <a:headEnd type="none" w="med" len="med"/>
              <a:tailEnd type="none" w="med" len="med"/>
            </a:ln>
            <a:effectLst>
              <a:innerShdw blurRad="101600" dist="50800" dir="11580000">
                <a:prstClr val="black">
                  <a:alpha val="71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6" name="Freeform: Shape 17">
              <a:extLst>
                <a:ext uri="{FF2B5EF4-FFF2-40B4-BE49-F238E27FC236}">
                  <a16:creationId xmlns:a16="http://schemas.microsoft.com/office/drawing/2014/main" id="{128084E7-240B-FF68-7783-95738E511B90}"/>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chemeClr val="accent4"/>
            </a:solidFill>
            <a:ln>
              <a:solidFill>
                <a:schemeClr val="bg1">
                  <a:alpha val="25000"/>
                </a:schemeClr>
              </a:solidFill>
              <a:headEnd type="none" w="med" len="med"/>
              <a:tailEnd type="none" w="med" len="med"/>
            </a:ln>
            <a:effectLst>
              <a:innerShdw blurRad="114300">
                <a:prstClr val="black"/>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7" name="Freeform: Shape 19">
              <a:extLst>
                <a:ext uri="{FF2B5EF4-FFF2-40B4-BE49-F238E27FC236}">
                  <a16:creationId xmlns:a16="http://schemas.microsoft.com/office/drawing/2014/main" id="{26D7F2D4-E444-2FAD-9CC1-8F697063194B}"/>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chemeClr val="accent1"/>
            </a:solidFill>
            <a:ln>
              <a:solidFill>
                <a:schemeClr val="bg1">
                  <a:alpha val="25000"/>
                </a:schemeClr>
              </a:solidFill>
              <a:headEnd type="none" w="med" len="med"/>
              <a:tailEnd type="none" w="med" len="med"/>
            </a:ln>
            <a:effectLst>
              <a:innerShdw blurRad="101600" dist="50800" dir="11580000">
                <a:prstClr val="black">
                  <a:alpha val="71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8" name="Freeform: Shape 24">
              <a:extLst>
                <a:ext uri="{FF2B5EF4-FFF2-40B4-BE49-F238E27FC236}">
                  <a16:creationId xmlns:a16="http://schemas.microsoft.com/office/drawing/2014/main" id="{F6000971-B7ED-E545-B6EE-BC72AE6F9E6F}"/>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chemeClr val="bg1"/>
            </a:solidFill>
            <a:ln>
              <a:solidFill>
                <a:schemeClr val="bg1">
                  <a:alpha val="25000"/>
                </a:schemeClr>
              </a:solidFill>
              <a:headEnd type="none" w="med" len="med"/>
              <a:tailEnd type="none" w="med" len="med"/>
            </a:ln>
            <a:effectLst>
              <a:innerShdw blurRad="101600" dist="50800" dir="11580000">
                <a:prstClr val="black">
                  <a:alpha val="71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9" name="Freeform: Shape 26">
              <a:extLst>
                <a:ext uri="{FF2B5EF4-FFF2-40B4-BE49-F238E27FC236}">
                  <a16:creationId xmlns:a16="http://schemas.microsoft.com/office/drawing/2014/main" id="{05F2B781-CFD0-A7AF-17C1-85B8CE4C43AA}"/>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chemeClr val="bg1">
                <a:lumMod val="95000"/>
              </a:schemeClr>
            </a:solidFill>
            <a:ln>
              <a:solidFill>
                <a:schemeClr val="bg1">
                  <a:alpha val="25000"/>
                </a:schemeClr>
              </a:solidFill>
              <a:headEnd type="none" w="med" len="med"/>
              <a:tailEnd type="none" w="med" len="med"/>
            </a:ln>
            <a:effectLst>
              <a:innerShdw blurRad="63500" dist="50800" dir="2700000">
                <a:prstClr val="black">
                  <a:alpha val="50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0" name="Freeform: Shape 32">
              <a:extLst>
                <a:ext uri="{FF2B5EF4-FFF2-40B4-BE49-F238E27FC236}">
                  <a16:creationId xmlns:a16="http://schemas.microsoft.com/office/drawing/2014/main" id="{00460B6B-FB87-7234-C6D1-D394A5A39A8F}"/>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chemeClr val="accent4"/>
            </a:solidFill>
            <a:ln>
              <a:solidFill>
                <a:schemeClr val="bg1">
                  <a:alpha val="25000"/>
                </a:schemeClr>
              </a:solidFill>
              <a:headEnd type="none" w="med" len="med"/>
              <a:tailEnd type="none" w="med" len="med"/>
            </a:ln>
            <a:effectLst>
              <a:innerShdw blurRad="101600" dist="50800" dir="11580000">
                <a:prstClr val="black">
                  <a:alpha val="71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1" name="Freeform: Shape 34">
              <a:extLst>
                <a:ext uri="{FF2B5EF4-FFF2-40B4-BE49-F238E27FC236}">
                  <a16:creationId xmlns:a16="http://schemas.microsoft.com/office/drawing/2014/main" id="{2969CDF8-203B-22AE-8CFB-648FE4BA2B1B}"/>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chemeClr val="bg1">
                  <a:alpha val="25000"/>
                </a:schemeClr>
              </a:solidFill>
              <a:prstDash val="solid"/>
              <a:miter/>
            </a:ln>
          </p:spPr>
          <p:txBody>
            <a:bodyPr rtlCol="0" anchor="ctr"/>
            <a:lstStyle/>
            <a:p>
              <a:endParaRPr lang="en-US"/>
            </a:p>
          </p:txBody>
        </p:sp>
        <p:sp>
          <p:nvSpPr>
            <p:cNvPr id="12" name="Freeform: Shape 46">
              <a:extLst>
                <a:ext uri="{FF2B5EF4-FFF2-40B4-BE49-F238E27FC236}">
                  <a16:creationId xmlns:a16="http://schemas.microsoft.com/office/drawing/2014/main" id="{67725886-10E9-FCBE-6E51-97F2ADB116D5}"/>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chemeClr val="accent3"/>
            </a:solidFill>
            <a:ln w="0" cap="flat">
              <a:solidFill>
                <a:schemeClr val="bg1">
                  <a:alpha val="25000"/>
                </a:schemeClr>
              </a:solidFill>
              <a:prstDash val="solid"/>
              <a:miter/>
            </a:ln>
          </p:spPr>
          <p:txBody>
            <a:bodyPr rtlCol="0" anchor="ctr"/>
            <a:lstStyle/>
            <a:p>
              <a:endParaRPr lang="en-US"/>
            </a:p>
          </p:txBody>
        </p:sp>
        <p:sp>
          <p:nvSpPr>
            <p:cNvPr id="13" name="Freeform: Shape 47">
              <a:extLst>
                <a:ext uri="{FF2B5EF4-FFF2-40B4-BE49-F238E27FC236}">
                  <a16:creationId xmlns:a16="http://schemas.microsoft.com/office/drawing/2014/main" id="{89491B15-3280-A3F9-B3FF-54ECC142C6A7}"/>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chemeClr val="accent1"/>
            </a:solidFill>
            <a:ln>
              <a:solidFill>
                <a:schemeClr val="bg1">
                  <a:alpha val="25000"/>
                </a:schemeClr>
              </a:solidFill>
              <a:headEnd type="none" w="med" len="med"/>
              <a:tailEnd type="none" w="med" len="med"/>
            </a:ln>
            <a:effectLst>
              <a:outerShdw blurRad="50800" dist="254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4" name="Freeform: Shape 48">
              <a:extLst>
                <a:ext uri="{FF2B5EF4-FFF2-40B4-BE49-F238E27FC236}">
                  <a16:creationId xmlns:a16="http://schemas.microsoft.com/office/drawing/2014/main" id="{AFD422A1-65D9-7946-89A2-42D41BBFC3F6}"/>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chemeClr val="bg1"/>
            </a:solidFill>
            <a:ln>
              <a:solidFill>
                <a:schemeClr val="bg1">
                  <a:alpha val="25000"/>
                </a:schemeClr>
              </a:solidFill>
              <a:headEnd type="none" w="med" len="med"/>
              <a:tailEnd type="none" w="med" len="med"/>
            </a:ln>
            <a:effectLst>
              <a:outerShdw blurRad="50800" dist="254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5" name="Freeform: Shape 49">
              <a:extLst>
                <a:ext uri="{FF2B5EF4-FFF2-40B4-BE49-F238E27FC236}">
                  <a16:creationId xmlns:a16="http://schemas.microsoft.com/office/drawing/2014/main" id="{4438DF18-8A12-753A-9039-806D244F3164}"/>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chemeClr val="accent3"/>
            </a:solidFill>
            <a:ln>
              <a:solidFill>
                <a:schemeClr val="bg1">
                  <a:alpha val="25000"/>
                </a:schemeClr>
              </a:solid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6" name="Freeform: Shape 50">
              <a:extLst>
                <a:ext uri="{FF2B5EF4-FFF2-40B4-BE49-F238E27FC236}">
                  <a16:creationId xmlns:a16="http://schemas.microsoft.com/office/drawing/2014/main" id="{29935207-304B-0ED1-F735-52E5DF7F87CF}"/>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chemeClr val="bg1"/>
            </a:solidFill>
            <a:ln>
              <a:solidFill>
                <a:schemeClr val="bg1">
                  <a:alpha val="25000"/>
                </a:schemeClr>
              </a:solid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7" name="Freeform: Shape 51">
              <a:extLst>
                <a:ext uri="{FF2B5EF4-FFF2-40B4-BE49-F238E27FC236}">
                  <a16:creationId xmlns:a16="http://schemas.microsoft.com/office/drawing/2014/main" id="{85E495E4-0970-1041-E7CA-53FB0A55F8C3}"/>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a:solidFill>
                <a:schemeClr val="bg1">
                  <a:alpha val="25000"/>
                </a:schemeClr>
              </a:solidFill>
              <a:headEnd type="none" w="med" len="med"/>
              <a:tailEnd type="none" w="med" len="med"/>
            </a:ln>
            <a:effectLst>
              <a:outerShdw blurRad="50800" dist="254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8" name="Freeform: Shape 52">
              <a:extLst>
                <a:ext uri="{FF2B5EF4-FFF2-40B4-BE49-F238E27FC236}">
                  <a16:creationId xmlns:a16="http://schemas.microsoft.com/office/drawing/2014/main" id="{03695909-D6FD-2419-586C-096430F90ACA}"/>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a:solidFill>
                <a:schemeClr val="bg1">
                  <a:alpha val="25000"/>
                </a:schemeClr>
              </a:solidFill>
              <a:headEnd type="none" w="med" len="med"/>
              <a:tailEnd type="none" w="med" len="med"/>
            </a:ln>
            <a:effectLst>
              <a:outerShdw blurRad="50800" dist="254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19" name="Freeform: Shape 53">
              <a:extLst>
                <a:ext uri="{FF2B5EF4-FFF2-40B4-BE49-F238E27FC236}">
                  <a16:creationId xmlns:a16="http://schemas.microsoft.com/office/drawing/2014/main" id="{F9032AA0-E5B2-692D-7B59-46AB9F737D69}"/>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chemeClr val="accent1"/>
            </a:solidFill>
            <a:ln>
              <a:solidFill>
                <a:schemeClr val="bg1">
                  <a:alpha val="25000"/>
                </a:schemeClr>
              </a:solidFill>
              <a:headEnd type="none" w="med" len="med"/>
              <a:tailEnd type="none" w="med" len="med"/>
            </a:ln>
            <a:effectLst>
              <a:innerShdw blurRad="101600" dist="50800" dir="11580000">
                <a:prstClr val="black">
                  <a:alpha val="71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20" name="Freeform: Shape 54">
              <a:extLst>
                <a:ext uri="{FF2B5EF4-FFF2-40B4-BE49-F238E27FC236}">
                  <a16:creationId xmlns:a16="http://schemas.microsoft.com/office/drawing/2014/main" id="{7CA44F43-F9E0-B192-6319-03C98CC04F9F}"/>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chemeClr val="bg1"/>
            </a:solidFill>
            <a:ln>
              <a:solidFill>
                <a:schemeClr val="bg1">
                  <a:alpha val="25000"/>
                </a:schemeClr>
              </a:solidFill>
              <a:headEnd type="none" w="med" len="med"/>
              <a:tailEnd type="none" w="med" len="med"/>
            </a:ln>
            <a:effectLst>
              <a:innerShdw blurRad="63500" dist="50800" dir="13500000">
                <a:prstClr val="black">
                  <a:alpha val="35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21" name="Freeform: Shape 55">
              <a:extLst>
                <a:ext uri="{FF2B5EF4-FFF2-40B4-BE49-F238E27FC236}">
                  <a16:creationId xmlns:a16="http://schemas.microsoft.com/office/drawing/2014/main" id="{B41953E9-B3C0-5E70-74A3-32148AC21DA0}"/>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a:solidFill>
                <a:schemeClr val="bg1">
                  <a:alpha val="25000"/>
                </a:schemeClr>
              </a:solidFill>
              <a:headEnd type="none" w="med" len="med"/>
              <a:tailEnd type="none" w="med" len="med"/>
            </a:ln>
            <a:effectLst>
              <a:outerShdw blurRad="50800" dist="254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22" name="Freeform: Shape 56">
              <a:extLst>
                <a:ext uri="{FF2B5EF4-FFF2-40B4-BE49-F238E27FC236}">
                  <a16:creationId xmlns:a16="http://schemas.microsoft.com/office/drawing/2014/main" id="{F91F731E-150E-0BD8-89FD-EC116CDDC688}"/>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chemeClr val="accent1"/>
            </a:solidFill>
            <a:ln>
              <a:solidFill>
                <a:schemeClr val="bg1">
                  <a:alpha val="25000"/>
                </a:schemeClr>
              </a:solid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sp>
          <p:nvSpPr>
            <p:cNvPr id="23" name="Freeform: Shape 57">
              <a:extLst>
                <a:ext uri="{FF2B5EF4-FFF2-40B4-BE49-F238E27FC236}">
                  <a16:creationId xmlns:a16="http://schemas.microsoft.com/office/drawing/2014/main" id="{5F026456-2C36-4FC3-54DF-D5E1218D9DF7}"/>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chemeClr val="accent1"/>
            </a:solidFill>
            <a:ln>
              <a:solidFill>
                <a:schemeClr val="bg1">
                  <a:alpha val="25000"/>
                </a:schemeClr>
              </a:solidFill>
              <a:headEnd type="none" w="med" len="med"/>
              <a:tailEnd type="none" w="med" len="med"/>
            </a:ln>
            <a:effectLst>
              <a:outerShdw blurRad="50800" dist="254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Semibold"/>
                <a:cs typeface="Segoe UI" pitchFamily="34" charset="0"/>
              </a:endParaRPr>
            </a:p>
          </p:txBody>
        </p:sp>
      </p:gr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fr-FR"/>
              <a:t>Modifiez le style du titre</a:t>
            </a:r>
            <a:endParaRPr lang="en-US"/>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fr-FR"/>
              <a:t>Cliquez pour modifier les styles du texte du masque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fr-FR"/>
              <a:t>Modifiez le style du titre</a:t>
            </a:r>
            <a:endParaRPr lang="en-US"/>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fr-FR"/>
              <a:t>Modifiez le style du titre</a:t>
            </a:r>
            <a:endParaRPr lang="en-US"/>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fr-FR"/>
              <a:t>Modifiez le style du titre</a:t>
            </a:r>
            <a:endParaRPr lang="en-US"/>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fr-FR"/>
              <a:t>Modifiez le style du titre</a:t>
            </a:r>
            <a:endParaRPr lang="en-US"/>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fr-FR"/>
              <a:t>Modifiez le style du titre</a:t>
            </a:r>
            <a:endParaRPr lang="en-US"/>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fr-FR"/>
              <a:t>Modifiez le style du titre</a:t>
            </a:r>
            <a:endParaRPr lang="en-US"/>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fr-FR"/>
              <a:t>Modifiez le style du titre</a:t>
            </a:r>
            <a:endParaRPr lang="en-US"/>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fr-FR"/>
              <a:t>Cliquez pour modifier les styles du texte du masque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fr-FR"/>
              <a:t>Modifiez le style du titre</a:t>
            </a:r>
            <a:endParaRPr lang="en-US"/>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fr-FR"/>
              <a:t>Modifiez le style du titre</a:t>
            </a:r>
            <a:endParaRPr lang="en-US"/>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fr-FR"/>
              <a:t>Modifiez le style du titre</a:t>
            </a:r>
            <a:endParaRPr lang="en-US"/>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fr-FR"/>
              <a:t>Modifiez le style du titre</a:t>
            </a:r>
            <a:endParaRPr lang="en-US"/>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fr-FR"/>
              <a:t>Modifiez le style du titre</a:t>
            </a:r>
            <a:endParaRPr lang="en-US"/>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fr-FR"/>
              <a:t>Modifiez le style du titre</a:t>
            </a:r>
            <a:endParaRPr lang="en-US"/>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fr-FR"/>
              <a:t>Modifiez le style du titre</a:t>
            </a:r>
            <a:endParaRPr lang="en-US"/>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fr-FR"/>
              <a:t>Cliquez pour modifier les styles du texte du masque</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fr-FR"/>
              <a:t>Cliquez pour modifier les styles du texte du masque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fr-FR"/>
              <a:t>Cliquez pour modifier les styles du texte du masque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fr-FR"/>
              <a:t>Cliquez pour modifier les styles du texte du masque</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fr-FR"/>
              <a:t>Modifiez le style du titre</a:t>
            </a:r>
            <a:endParaRPr lang="en-US"/>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fr-FR"/>
              <a:t>Cliquez pour modifier les styles du texte du masque</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fr-FR"/>
              <a:t>Modifiez le style du titre</a:t>
            </a:r>
            <a:endParaRPr lang="en-US"/>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fr-FR"/>
              <a:t>Modifiez le style du titre</a:t>
            </a:r>
            <a:endParaRPr lang="en-US"/>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blue">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userDrawn="1"/>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39836622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2054409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userDrawn="1"/>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1852247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mo slide blue">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3223"/>
            <a:ext cx="7781949"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5" y="3977319"/>
            <a:ext cx="7781949"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grpSp>
        <p:nvGrpSpPr>
          <p:cNvPr id="66" name="Group 15">
            <a:extLst>
              <a:ext uri="{FF2B5EF4-FFF2-40B4-BE49-F238E27FC236}">
                <a16:creationId xmlns:a16="http://schemas.microsoft.com/office/drawing/2014/main" id="{6EA6AF26-FAD0-8C01-6A40-BAA8C6BEFFDC}"/>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67" name="Freeform: Shape 16">
              <a:extLst>
                <a:ext uri="{FF2B5EF4-FFF2-40B4-BE49-F238E27FC236}">
                  <a16:creationId xmlns:a16="http://schemas.microsoft.com/office/drawing/2014/main" id="{48FCF9A5-F7C0-AF82-40B1-C9B90AF0DF93}"/>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8" name="Freeform: Shape 17">
              <a:extLst>
                <a:ext uri="{FF2B5EF4-FFF2-40B4-BE49-F238E27FC236}">
                  <a16:creationId xmlns:a16="http://schemas.microsoft.com/office/drawing/2014/main" id="{60A55F68-39D6-E43F-9164-DD2B73E9A071}"/>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9" name="Freeform: Shape 19">
              <a:extLst>
                <a:ext uri="{FF2B5EF4-FFF2-40B4-BE49-F238E27FC236}">
                  <a16:creationId xmlns:a16="http://schemas.microsoft.com/office/drawing/2014/main" id="{DD160700-567E-4396-5615-1E5E66BF6828}"/>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0" name="Freeform: Shape 24">
              <a:extLst>
                <a:ext uri="{FF2B5EF4-FFF2-40B4-BE49-F238E27FC236}">
                  <a16:creationId xmlns:a16="http://schemas.microsoft.com/office/drawing/2014/main" id="{93C9D312-354C-33B5-36B6-ECFBF444682E}"/>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1" name="Freeform: Shape 26">
              <a:extLst>
                <a:ext uri="{FF2B5EF4-FFF2-40B4-BE49-F238E27FC236}">
                  <a16:creationId xmlns:a16="http://schemas.microsoft.com/office/drawing/2014/main" id="{E0D4B2A6-1233-B666-AEBC-6EE8857166F1}"/>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2" name="Freeform: Shape 32">
              <a:extLst>
                <a:ext uri="{FF2B5EF4-FFF2-40B4-BE49-F238E27FC236}">
                  <a16:creationId xmlns:a16="http://schemas.microsoft.com/office/drawing/2014/main" id="{504E5293-EA44-8290-7235-AE1B85E7820A}"/>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3" name="Freeform: Shape 34">
              <a:extLst>
                <a:ext uri="{FF2B5EF4-FFF2-40B4-BE49-F238E27FC236}">
                  <a16:creationId xmlns:a16="http://schemas.microsoft.com/office/drawing/2014/main" id="{A857CAFD-871C-3235-82D3-5D92BC97CB6F}"/>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74" name="Freeform: Shape 46">
              <a:extLst>
                <a:ext uri="{FF2B5EF4-FFF2-40B4-BE49-F238E27FC236}">
                  <a16:creationId xmlns:a16="http://schemas.microsoft.com/office/drawing/2014/main" id="{2304FC39-46ED-F708-EEA4-E3B89E837C9B}"/>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75" name="Freeform: Shape 47">
              <a:extLst>
                <a:ext uri="{FF2B5EF4-FFF2-40B4-BE49-F238E27FC236}">
                  <a16:creationId xmlns:a16="http://schemas.microsoft.com/office/drawing/2014/main" id="{71D5C248-E5D4-82D1-7D04-F2CF34EC95E6}"/>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6" name="Freeform: Shape 48">
              <a:extLst>
                <a:ext uri="{FF2B5EF4-FFF2-40B4-BE49-F238E27FC236}">
                  <a16:creationId xmlns:a16="http://schemas.microsoft.com/office/drawing/2014/main" id="{2871426A-3303-F671-B232-73AB0E771ECC}"/>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7" name="Freeform: Shape 49">
              <a:extLst>
                <a:ext uri="{FF2B5EF4-FFF2-40B4-BE49-F238E27FC236}">
                  <a16:creationId xmlns:a16="http://schemas.microsoft.com/office/drawing/2014/main" id="{AE9E09BE-C092-3C95-AF1C-2ABEEF96986B}"/>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8" name="Freeform: Shape 50">
              <a:extLst>
                <a:ext uri="{FF2B5EF4-FFF2-40B4-BE49-F238E27FC236}">
                  <a16:creationId xmlns:a16="http://schemas.microsoft.com/office/drawing/2014/main" id="{DA0510E8-3E9A-8A0A-72BA-410DD65B43E2}"/>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9" name="Freeform: Shape 51">
              <a:extLst>
                <a:ext uri="{FF2B5EF4-FFF2-40B4-BE49-F238E27FC236}">
                  <a16:creationId xmlns:a16="http://schemas.microsoft.com/office/drawing/2014/main" id="{8EAD12F9-4330-B0C5-86BB-922F8D420396}"/>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0" name="Freeform: Shape 52">
              <a:extLst>
                <a:ext uri="{FF2B5EF4-FFF2-40B4-BE49-F238E27FC236}">
                  <a16:creationId xmlns:a16="http://schemas.microsoft.com/office/drawing/2014/main" id="{33F5BC09-3B89-FBDB-6FA4-2DBDB6E3F9BA}"/>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1" name="Freeform: Shape 53">
              <a:extLst>
                <a:ext uri="{FF2B5EF4-FFF2-40B4-BE49-F238E27FC236}">
                  <a16:creationId xmlns:a16="http://schemas.microsoft.com/office/drawing/2014/main" id="{725156A6-4C38-A0D6-59F6-04F36BBC3458}"/>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2" name="Freeform: Shape 54">
              <a:extLst>
                <a:ext uri="{FF2B5EF4-FFF2-40B4-BE49-F238E27FC236}">
                  <a16:creationId xmlns:a16="http://schemas.microsoft.com/office/drawing/2014/main" id="{6430D1F0-59DA-3304-8933-0961E79C6CA9}"/>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3" name="Freeform: Shape 55">
              <a:extLst>
                <a:ext uri="{FF2B5EF4-FFF2-40B4-BE49-F238E27FC236}">
                  <a16:creationId xmlns:a16="http://schemas.microsoft.com/office/drawing/2014/main" id="{945B6CC7-5F7C-1948-925D-DF3D40D7CE1A}"/>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4" name="Freeform: Shape 56">
              <a:extLst>
                <a:ext uri="{FF2B5EF4-FFF2-40B4-BE49-F238E27FC236}">
                  <a16:creationId xmlns:a16="http://schemas.microsoft.com/office/drawing/2014/main" id="{D632FB4E-B614-5F3E-D65E-F7727506DD6B}"/>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5" name="Freeform: Shape 57">
              <a:extLst>
                <a:ext uri="{FF2B5EF4-FFF2-40B4-BE49-F238E27FC236}">
                  <a16:creationId xmlns:a16="http://schemas.microsoft.com/office/drawing/2014/main" id="{595DC48D-7B9E-9B61-248B-1BA4BFEF951B}"/>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8039591"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8039591"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grpSp>
        <p:nvGrpSpPr>
          <p:cNvPr id="3" name="Group 15">
            <a:extLst>
              <a:ext uri="{FF2B5EF4-FFF2-40B4-BE49-F238E27FC236}">
                <a16:creationId xmlns:a16="http://schemas.microsoft.com/office/drawing/2014/main" id="{3EC9CA54-021A-DACF-5640-F217295336B3}"/>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4" name="Freeform: Shape 16">
              <a:extLst>
                <a:ext uri="{FF2B5EF4-FFF2-40B4-BE49-F238E27FC236}">
                  <a16:creationId xmlns:a16="http://schemas.microsoft.com/office/drawing/2014/main" id="{5EA76DEA-F96B-A31C-44E1-142A902709FE}"/>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 name="Freeform: Shape 17">
              <a:extLst>
                <a:ext uri="{FF2B5EF4-FFF2-40B4-BE49-F238E27FC236}">
                  <a16:creationId xmlns:a16="http://schemas.microsoft.com/office/drawing/2014/main" id="{5809053D-DE3C-373E-72E9-B46AA3333DE6}"/>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19">
              <a:extLst>
                <a:ext uri="{FF2B5EF4-FFF2-40B4-BE49-F238E27FC236}">
                  <a16:creationId xmlns:a16="http://schemas.microsoft.com/office/drawing/2014/main" id="{0566AD92-5FEE-B505-180E-5B7A2817E858}"/>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24">
              <a:extLst>
                <a:ext uri="{FF2B5EF4-FFF2-40B4-BE49-F238E27FC236}">
                  <a16:creationId xmlns:a16="http://schemas.microsoft.com/office/drawing/2014/main" id="{087E1653-6887-69C1-3F1B-76560FF064CD}"/>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26">
              <a:extLst>
                <a:ext uri="{FF2B5EF4-FFF2-40B4-BE49-F238E27FC236}">
                  <a16:creationId xmlns:a16="http://schemas.microsoft.com/office/drawing/2014/main" id="{8F4A187A-4F5A-3F30-C86E-624C6FBDC964}"/>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32">
              <a:extLst>
                <a:ext uri="{FF2B5EF4-FFF2-40B4-BE49-F238E27FC236}">
                  <a16:creationId xmlns:a16="http://schemas.microsoft.com/office/drawing/2014/main" id="{C2DABB30-7CE8-5AA6-9670-105D5DD038E8}"/>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1" name="Freeform: Shape 34">
              <a:extLst>
                <a:ext uri="{FF2B5EF4-FFF2-40B4-BE49-F238E27FC236}">
                  <a16:creationId xmlns:a16="http://schemas.microsoft.com/office/drawing/2014/main" id="{B1D314B4-DC56-E4F5-2C2E-C9713C0D5EBF}"/>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2" name="Freeform: Shape 46">
              <a:extLst>
                <a:ext uri="{FF2B5EF4-FFF2-40B4-BE49-F238E27FC236}">
                  <a16:creationId xmlns:a16="http://schemas.microsoft.com/office/drawing/2014/main" id="{A7CF6BB9-3A32-0EEA-B206-50B7AC69D126}"/>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3" name="Freeform: Shape 47">
              <a:extLst>
                <a:ext uri="{FF2B5EF4-FFF2-40B4-BE49-F238E27FC236}">
                  <a16:creationId xmlns:a16="http://schemas.microsoft.com/office/drawing/2014/main" id="{78799390-4C8C-02A5-472F-3E3F86A15955}"/>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 name="Freeform: Shape 48">
              <a:extLst>
                <a:ext uri="{FF2B5EF4-FFF2-40B4-BE49-F238E27FC236}">
                  <a16:creationId xmlns:a16="http://schemas.microsoft.com/office/drawing/2014/main" id="{A90D9021-44DE-100F-9957-6FA3A5550F13}"/>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49">
              <a:extLst>
                <a:ext uri="{FF2B5EF4-FFF2-40B4-BE49-F238E27FC236}">
                  <a16:creationId xmlns:a16="http://schemas.microsoft.com/office/drawing/2014/main" id="{1E5C809E-A732-729A-85C7-37D09D52B346}"/>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50">
              <a:extLst>
                <a:ext uri="{FF2B5EF4-FFF2-40B4-BE49-F238E27FC236}">
                  <a16:creationId xmlns:a16="http://schemas.microsoft.com/office/drawing/2014/main" id="{6DBEB0E5-56A3-3F38-86E4-D0250BDEDA02}"/>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51">
              <a:extLst>
                <a:ext uri="{FF2B5EF4-FFF2-40B4-BE49-F238E27FC236}">
                  <a16:creationId xmlns:a16="http://schemas.microsoft.com/office/drawing/2014/main" id="{2BF8C472-9B31-F027-B5CB-7C635DAB298A}"/>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52">
              <a:extLst>
                <a:ext uri="{FF2B5EF4-FFF2-40B4-BE49-F238E27FC236}">
                  <a16:creationId xmlns:a16="http://schemas.microsoft.com/office/drawing/2014/main" id="{8AAAE7C1-602F-0202-5FCA-EC929C5202A1}"/>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53">
              <a:extLst>
                <a:ext uri="{FF2B5EF4-FFF2-40B4-BE49-F238E27FC236}">
                  <a16:creationId xmlns:a16="http://schemas.microsoft.com/office/drawing/2014/main" id="{570D967F-BE78-1E2C-7E07-6FE74D393DA0}"/>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54">
              <a:extLst>
                <a:ext uri="{FF2B5EF4-FFF2-40B4-BE49-F238E27FC236}">
                  <a16:creationId xmlns:a16="http://schemas.microsoft.com/office/drawing/2014/main" id="{020F30AC-8D7B-E86C-4856-8B59870CB4B7}"/>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55">
              <a:extLst>
                <a:ext uri="{FF2B5EF4-FFF2-40B4-BE49-F238E27FC236}">
                  <a16:creationId xmlns:a16="http://schemas.microsoft.com/office/drawing/2014/main" id="{4B554BBB-66B0-3D1F-BF33-69879E19538B}"/>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56">
              <a:extLst>
                <a:ext uri="{FF2B5EF4-FFF2-40B4-BE49-F238E27FC236}">
                  <a16:creationId xmlns:a16="http://schemas.microsoft.com/office/drawing/2014/main" id="{6128BB32-0800-EA5D-A30E-673F818EBCB7}"/>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3" name="Freeform: Shape 57">
              <a:extLst>
                <a:ext uri="{FF2B5EF4-FFF2-40B4-BE49-F238E27FC236}">
                  <a16:creationId xmlns:a16="http://schemas.microsoft.com/office/drawing/2014/main" id="{F743BD73-CA3A-4004-2E7F-BE70476BDFAE}"/>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19145868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8039591"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8039591"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grpSp>
        <p:nvGrpSpPr>
          <p:cNvPr id="3" name="Group 15">
            <a:extLst>
              <a:ext uri="{FF2B5EF4-FFF2-40B4-BE49-F238E27FC236}">
                <a16:creationId xmlns:a16="http://schemas.microsoft.com/office/drawing/2014/main" id="{281CE053-4711-1E43-C724-259CFFAE1E7E}"/>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4" name="Freeform: Shape 16">
              <a:extLst>
                <a:ext uri="{FF2B5EF4-FFF2-40B4-BE49-F238E27FC236}">
                  <a16:creationId xmlns:a16="http://schemas.microsoft.com/office/drawing/2014/main" id="{8B89CA9E-8364-A339-6CA5-B3E870551330}"/>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 name="Freeform: Shape 17">
              <a:extLst>
                <a:ext uri="{FF2B5EF4-FFF2-40B4-BE49-F238E27FC236}">
                  <a16:creationId xmlns:a16="http://schemas.microsoft.com/office/drawing/2014/main" id="{EC3B98AA-8B4F-3E1A-B1DC-C1DFCC2E0F7D}"/>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19">
              <a:extLst>
                <a:ext uri="{FF2B5EF4-FFF2-40B4-BE49-F238E27FC236}">
                  <a16:creationId xmlns:a16="http://schemas.microsoft.com/office/drawing/2014/main" id="{031787D3-F218-7B30-9084-EADC9E57E1EF}"/>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24">
              <a:extLst>
                <a:ext uri="{FF2B5EF4-FFF2-40B4-BE49-F238E27FC236}">
                  <a16:creationId xmlns:a16="http://schemas.microsoft.com/office/drawing/2014/main" id="{663421A9-3E62-9DD4-791B-69C54D3C9CBE}"/>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26">
              <a:extLst>
                <a:ext uri="{FF2B5EF4-FFF2-40B4-BE49-F238E27FC236}">
                  <a16:creationId xmlns:a16="http://schemas.microsoft.com/office/drawing/2014/main" id="{3F4893F0-1C6A-6231-4658-2B7A5B1EBCF5}"/>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32">
              <a:extLst>
                <a:ext uri="{FF2B5EF4-FFF2-40B4-BE49-F238E27FC236}">
                  <a16:creationId xmlns:a16="http://schemas.microsoft.com/office/drawing/2014/main" id="{EFB4EFC2-4A5A-7DA3-C290-BC9008C2E338}"/>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1" name="Freeform: Shape 34">
              <a:extLst>
                <a:ext uri="{FF2B5EF4-FFF2-40B4-BE49-F238E27FC236}">
                  <a16:creationId xmlns:a16="http://schemas.microsoft.com/office/drawing/2014/main" id="{A054BA7B-50AF-A3ED-E455-A31FC13E5D5B}"/>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2" name="Freeform: Shape 46">
              <a:extLst>
                <a:ext uri="{FF2B5EF4-FFF2-40B4-BE49-F238E27FC236}">
                  <a16:creationId xmlns:a16="http://schemas.microsoft.com/office/drawing/2014/main" id="{2529341A-5F7C-5660-C813-646CF46E603D}"/>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3" name="Freeform: Shape 47">
              <a:extLst>
                <a:ext uri="{FF2B5EF4-FFF2-40B4-BE49-F238E27FC236}">
                  <a16:creationId xmlns:a16="http://schemas.microsoft.com/office/drawing/2014/main" id="{810E8BD4-4A6E-B764-FD4D-BEBBFFAB9CA4}"/>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 name="Freeform: Shape 48">
              <a:extLst>
                <a:ext uri="{FF2B5EF4-FFF2-40B4-BE49-F238E27FC236}">
                  <a16:creationId xmlns:a16="http://schemas.microsoft.com/office/drawing/2014/main" id="{F1386197-7AA7-65C2-A002-881512A97AD3}"/>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49">
              <a:extLst>
                <a:ext uri="{FF2B5EF4-FFF2-40B4-BE49-F238E27FC236}">
                  <a16:creationId xmlns:a16="http://schemas.microsoft.com/office/drawing/2014/main" id="{56B512C0-9F62-8EF5-7B73-3B7DDAFA7EF2}"/>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50">
              <a:extLst>
                <a:ext uri="{FF2B5EF4-FFF2-40B4-BE49-F238E27FC236}">
                  <a16:creationId xmlns:a16="http://schemas.microsoft.com/office/drawing/2014/main" id="{3ED9C79B-C7A3-8B66-EAA7-D868C5BFC5FF}"/>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51">
              <a:extLst>
                <a:ext uri="{FF2B5EF4-FFF2-40B4-BE49-F238E27FC236}">
                  <a16:creationId xmlns:a16="http://schemas.microsoft.com/office/drawing/2014/main" id="{5936AB8C-1A52-8B4A-8E7D-3F6EFE26CABF}"/>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52">
              <a:extLst>
                <a:ext uri="{FF2B5EF4-FFF2-40B4-BE49-F238E27FC236}">
                  <a16:creationId xmlns:a16="http://schemas.microsoft.com/office/drawing/2014/main" id="{1A1E303A-D01E-A0FD-764D-AB0D2A22165D}"/>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53">
              <a:extLst>
                <a:ext uri="{FF2B5EF4-FFF2-40B4-BE49-F238E27FC236}">
                  <a16:creationId xmlns:a16="http://schemas.microsoft.com/office/drawing/2014/main" id="{81DC1FCD-7F2C-CF54-1077-4E081CED7467}"/>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54">
              <a:extLst>
                <a:ext uri="{FF2B5EF4-FFF2-40B4-BE49-F238E27FC236}">
                  <a16:creationId xmlns:a16="http://schemas.microsoft.com/office/drawing/2014/main" id="{FAF7A48E-54CA-5E09-18DD-43F05F413167}"/>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55">
              <a:extLst>
                <a:ext uri="{FF2B5EF4-FFF2-40B4-BE49-F238E27FC236}">
                  <a16:creationId xmlns:a16="http://schemas.microsoft.com/office/drawing/2014/main" id="{7B69C4E2-EE1C-D5EC-5648-05059FF1A1B3}"/>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56">
              <a:extLst>
                <a:ext uri="{FF2B5EF4-FFF2-40B4-BE49-F238E27FC236}">
                  <a16:creationId xmlns:a16="http://schemas.microsoft.com/office/drawing/2014/main" id="{84BA772A-A492-993B-6EE1-E5DC38EFF251}"/>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3" name="Freeform: Shape 57">
              <a:extLst>
                <a:ext uri="{FF2B5EF4-FFF2-40B4-BE49-F238E27FC236}">
                  <a16:creationId xmlns:a16="http://schemas.microsoft.com/office/drawing/2014/main" id="{0FCCDA9B-14A3-5C11-E4F4-5663D5A68D31}"/>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16085682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Title blue">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7684998"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grpSp>
        <p:nvGrpSpPr>
          <p:cNvPr id="3" name="Group 15">
            <a:extLst>
              <a:ext uri="{FF2B5EF4-FFF2-40B4-BE49-F238E27FC236}">
                <a16:creationId xmlns:a16="http://schemas.microsoft.com/office/drawing/2014/main" id="{31AD7EC7-A021-1289-FF6B-A0665DFF0739}"/>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4" name="Freeform: Shape 16">
              <a:extLst>
                <a:ext uri="{FF2B5EF4-FFF2-40B4-BE49-F238E27FC236}">
                  <a16:creationId xmlns:a16="http://schemas.microsoft.com/office/drawing/2014/main" id="{2258ABE0-6D62-70D5-D8F5-F569A7617721}"/>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 name="Freeform: Shape 17">
              <a:extLst>
                <a:ext uri="{FF2B5EF4-FFF2-40B4-BE49-F238E27FC236}">
                  <a16:creationId xmlns:a16="http://schemas.microsoft.com/office/drawing/2014/main" id="{0B5D7F14-8AC7-DD52-B93D-E700FCA4CFA5}"/>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 name="Freeform: Shape 19">
              <a:extLst>
                <a:ext uri="{FF2B5EF4-FFF2-40B4-BE49-F238E27FC236}">
                  <a16:creationId xmlns:a16="http://schemas.microsoft.com/office/drawing/2014/main" id="{31BC18E0-686D-1E2F-3E73-81555C578196}"/>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24">
              <a:extLst>
                <a:ext uri="{FF2B5EF4-FFF2-40B4-BE49-F238E27FC236}">
                  <a16:creationId xmlns:a16="http://schemas.microsoft.com/office/drawing/2014/main" id="{B3E0CB8C-236A-ED1C-0C4D-78577D9B69DE}"/>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26">
              <a:extLst>
                <a:ext uri="{FF2B5EF4-FFF2-40B4-BE49-F238E27FC236}">
                  <a16:creationId xmlns:a16="http://schemas.microsoft.com/office/drawing/2014/main" id="{B31C43E9-9C42-D811-F4AF-59F89DC0CCE1}"/>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32">
              <a:extLst>
                <a:ext uri="{FF2B5EF4-FFF2-40B4-BE49-F238E27FC236}">
                  <a16:creationId xmlns:a16="http://schemas.microsoft.com/office/drawing/2014/main" id="{9F640D85-43C0-AB53-A1DA-31EC09BA0935}"/>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34">
              <a:extLst>
                <a:ext uri="{FF2B5EF4-FFF2-40B4-BE49-F238E27FC236}">
                  <a16:creationId xmlns:a16="http://schemas.microsoft.com/office/drawing/2014/main" id="{E03C65C2-1D7F-1BB9-025D-833E4A7D9202}"/>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1" name="Freeform: Shape 46">
              <a:extLst>
                <a:ext uri="{FF2B5EF4-FFF2-40B4-BE49-F238E27FC236}">
                  <a16:creationId xmlns:a16="http://schemas.microsoft.com/office/drawing/2014/main" id="{136261AC-3B02-45A6-48C4-3461B345038B}"/>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2" name="Freeform: Shape 47">
              <a:extLst>
                <a:ext uri="{FF2B5EF4-FFF2-40B4-BE49-F238E27FC236}">
                  <a16:creationId xmlns:a16="http://schemas.microsoft.com/office/drawing/2014/main" id="{8A6E65A1-C183-6598-708B-1593978C0F35}"/>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3" name="Freeform: Shape 48">
              <a:extLst>
                <a:ext uri="{FF2B5EF4-FFF2-40B4-BE49-F238E27FC236}">
                  <a16:creationId xmlns:a16="http://schemas.microsoft.com/office/drawing/2014/main" id="{8F5B702D-B933-CBD3-9E1A-BEF6FEC3E7F1}"/>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 name="Freeform: Shape 49">
              <a:extLst>
                <a:ext uri="{FF2B5EF4-FFF2-40B4-BE49-F238E27FC236}">
                  <a16:creationId xmlns:a16="http://schemas.microsoft.com/office/drawing/2014/main" id="{3FA60AA0-C5A2-EDFB-F756-104CAB4502C1}"/>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50">
              <a:extLst>
                <a:ext uri="{FF2B5EF4-FFF2-40B4-BE49-F238E27FC236}">
                  <a16:creationId xmlns:a16="http://schemas.microsoft.com/office/drawing/2014/main" id="{D1A7C7A4-3675-F3F9-DBE8-E8F5B61EA451}"/>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51">
              <a:extLst>
                <a:ext uri="{FF2B5EF4-FFF2-40B4-BE49-F238E27FC236}">
                  <a16:creationId xmlns:a16="http://schemas.microsoft.com/office/drawing/2014/main" id="{E73574BE-DAF2-A1C3-D814-EB6D7EBF651D}"/>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52">
              <a:extLst>
                <a:ext uri="{FF2B5EF4-FFF2-40B4-BE49-F238E27FC236}">
                  <a16:creationId xmlns:a16="http://schemas.microsoft.com/office/drawing/2014/main" id="{50AA0347-49E6-9812-29F7-16434C12F986}"/>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53">
              <a:extLst>
                <a:ext uri="{FF2B5EF4-FFF2-40B4-BE49-F238E27FC236}">
                  <a16:creationId xmlns:a16="http://schemas.microsoft.com/office/drawing/2014/main" id="{ACF98A6F-397C-BC35-73BD-196EAC9E5F1D}"/>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54">
              <a:extLst>
                <a:ext uri="{FF2B5EF4-FFF2-40B4-BE49-F238E27FC236}">
                  <a16:creationId xmlns:a16="http://schemas.microsoft.com/office/drawing/2014/main" id="{31F5EF58-7F57-02B4-111F-7B86D94BF139}"/>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55">
              <a:extLst>
                <a:ext uri="{FF2B5EF4-FFF2-40B4-BE49-F238E27FC236}">
                  <a16:creationId xmlns:a16="http://schemas.microsoft.com/office/drawing/2014/main" id="{9334DD69-3BC5-4093-3490-9C02E444C98B}"/>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56">
              <a:extLst>
                <a:ext uri="{FF2B5EF4-FFF2-40B4-BE49-F238E27FC236}">
                  <a16:creationId xmlns:a16="http://schemas.microsoft.com/office/drawing/2014/main" id="{B9869DE8-991C-22D0-211C-0A4299A009C4}"/>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57">
              <a:extLst>
                <a:ext uri="{FF2B5EF4-FFF2-40B4-BE49-F238E27FC236}">
                  <a16:creationId xmlns:a16="http://schemas.microsoft.com/office/drawing/2014/main" id="{D63073C8-000F-E6C3-BBEF-FE5DEC28826E}"/>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8039591"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grpSp>
        <p:nvGrpSpPr>
          <p:cNvPr id="3" name="Group 15">
            <a:extLst>
              <a:ext uri="{FF2B5EF4-FFF2-40B4-BE49-F238E27FC236}">
                <a16:creationId xmlns:a16="http://schemas.microsoft.com/office/drawing/2014/main" id="{F3DB5E5C-AF97-469C-4A9C-4A5F57388077}"/>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4" name="Freeform: Shape 16">
              <a:extLst>
                <a:ext uri="{FF2B5EF4-FFF2-40B4-BE49-F238E27FC236}">
                  <a16:creationId xmlns:a16="http://schemas.microsoft.com/office/drawing/2014/main" id="{23BD77B6-6210-5109-470C-76F48838481A}"/>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 name="Freeform: Shape 17">
              <a:extLst>
                <a:ext uri="{FF2B5EF4-FFF2-40B4-BE49-F238E27FC236}">
                  <a16:creationId xmlns:a16="http://schemas.microsoft.com/office/drawing/2014/main" id="{859B55EE-3D2A-DC57-28DE-6BAE0CB26CA4}"/>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 name="Freeform: Shape 19">
              <a:extLst>
                <a:ext uri="{FF2B5EF4-FFF2-40B4-BE49-F238E27FC236}">
                  <a16:creationId xmlns:a16="http://schemas.microsoft.com/office/drawing/2014/main" id="{4CD6A21A-D8CF-7ABC-6472-555978A08C38}"/>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24">
              <a:extLst>
                <a:ext uri="{FF2B5EF4-FFF2-40B4-BE49-F238E27FC236}">
                  <a16:creationId xmlns:a16="http://schemas.microsoft.com/office/drawing/2014/main" id="{9D44E532-0CC4-2C6F-29BE-4976E97A2EE5}"/>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26">
              <a:extLst>
                <a:ext uri="{FF2B5EF4-FFF2-40B4-BE49-F238E27FC236}">
                  <a16:creationId xmlns:a16="http://schemas.microsoft.com/office/drawing/2014/main" id="{E79A11A4-4171-10DF-5E9C-98A2A4E8E7B6}"/>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32">
              <a:extLst>
                <a:ext uri="{FF2B5EF4-FFF2-40B4-BE49-F238E27FC236}">
                  <a16:creationId xmlns:a16="http://schemas.microsoft.com/office/drawing/2014/main" id="{3826FD7F-D3FB-D84E-6124-4A2B31C25BC2}"/>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34">
              <a:extLst>
                <a:ext uri="{FF2B5EF4-FFF2-40B4-BE49-F238E27FC236}">
                  <a16:creationId xmlns:a16="http://schemas.microsoft.com/office/drawing/2014/main" id="{747B36DB-D81E-1D92-4596-CC6EDD72B74A}"/>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1" name="Freeform: Shape 46">
              <a:extLst>
                <a:ext uri="{FF2B5EF4-FFF2-40B4-BE49-F238E27FC236}">
                  <a16:creationId xmlns:a16="http://schemas.microsoft.com/office/drawing/2014/main" id="{543D3402-3E23-B129-1967-AB2A1113E8B4}"/>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2" name="Freeform: Shape 47">
              <a:extLst>
                <a:ext uri="{FF2B5EF4-FFF2-40B4-BE49-F238E27FC236}">
                  <a16:creationId xmlns:a16="http://schemas.microsoft.com/office/drawing/2014/main" id="{122BAA6E-123F-1974-8764-9D68636FB3AF}"/>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3" name="Freeform: Shape 48">
              <a:extLst>
                <a:ext uri="{FF2B5EF4-FFF2-40B4-BE49-F238E27FC236}">
                  <a16:creationId xmlns:a16="http://schemas.microsoft.com/office/drawing/2014/main" id="{7412811B-291E-A653-A886-AD6176CDEA7A}"/>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 name="Freeform: Shape 49">
              <a:extLst>
                <a:ext uri="{FF2B5EF4-FFF2-40B4-BE49-F238E27FC236}">
                  <a16:creationId xmlns:a16="http://schemas.microsoft.com/office/drawing/2014/main" id="{DCE71ED3-B0A6-18D9-001A-42ADA962D724}"/>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50">
              <a:extLst>
                <a:ext uri="{FF2B5EF4-FFF2-40B4-BE49-F238E27FC236}">
                  <a16:creationId xmlns:a16="http://schemas.microsoft.com/office/drawing/2014/main" id="{A2DDD4EA-8687-215F-42DC-50649516598B}"/>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51">
              <a:extLst>
                <a:ext uri="{FF2B5EF4-FFF2-40B4-BE49-F238E27FC236}">
                  <a16:creationId xmlns:a16="http://schemas.microsoft.com/office/drawing/2014/main" id="{738D4747-8BD4-666E-D346-3B91E55ECB99}"/>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52">
              <a:extLst>
                <a:ext uri="{FF2B5EF4-FFF2-40B4-BE49-F238E27FC236}">
                  <a16:creationId xmlns:a16="http://schemas.microsoft.com/office/drawing/2014/main" id="{45FEDF2A-4B56-4621-E9C9-B0A9D306030D}"/>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53">
              <a:extLst>
                <a:ext uri="{FF2B5EF4-FFF2-40B4-BE49-F238E27FC236}">
                  <a16:creationId xmlns:a16="http://schemas.microsoft.com/office/drawing/2014/main" id="{5EB9540B-EC9A-BD13-B2A7-A9CC1D6F9D9F}"/>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54">
              <a:extLst>
                <a:ext uri="{FF2B5EF4-FFF2-40B4-BE49-F238E27FC236}">
                  <a16:creationId xmlns:a16="http://schemas.microsoft.com/office/drawing/2014/main" id="{856CBB0B-3660-EDB4-2B28-3F84253F7439}"/>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55">
              <a:extLst>
                <a:ext uri="{FF2B5EF4-FFF2-40B4-BE49-F238E27FC236}">
                  <a16:creationId xmlns:a16="http://schemas.microsoft.com/office/drawing/2014/main" id="{0AC0890C-1AEE-87E9-41AA-52DD2D0AAAE9}"/>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56">
              <a:extLst>
                <a:ext uri="{FF2B5EF4-FFF2-40B4-BE49-F238E27FC236}">
                  <a16:creationId xmlns:a16="http://schemas.microsoft.com/office/drawing/2014/main" id="{AB06DFA9-F2F1-47D5-0172-EBECED7FBB29}"/>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57">
              <a:extLst>
                <a:ext uri="{FF2B5EF4-FFF2-40B4-BE49-F238E27FC236}">
                  <a16:creationId xmlns:a16="http://schemas.microsoft.com/office/drawing/2014/main" id="{4B053275-A49C-ABD7-A0DF-5A5A4F004581}"/>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3667327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78729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grpSp>
        <p:nvGrpSpPr>
          <p:cNvPr id="3" name="Group 15">
            <a:extLst>
              <a:ext uri="{FF2B5EF4-FFF2-40B4-BE49-F238E27FC236}">
                <a16:creationId xmlns:a16="http://schemas.microsoft.com/office/drawing/2014/main" id="{0E26A127-A24D-F7DB-5B52-ABBD82A66C0E}"/>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4" name="Freeform: Shape 16">
              <a:extLst>
                <a:ext uri="{FF2B5EF4-FFF2-40B4-BE49-F238E27FC236}">
                  <a16:creationId xmlns:a16="http://schemas.microsoft.com/office/drawing/2014/main" id="{6E2B1446-AF09-537B-D423-2711E7E8E880}"/>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5" name="Freeform: Shape 17">
              <a:extLst>
                <a:ext uri="{FF2B5EF4-FFF2-40B4-BE49-F238E27FC236}">
                  <a16:creationId xmlns:a16="http://schemas.microsoft.com/office/drawing/2014/main" id="{371CA0D9-6151-F217-86A9-6835F8E4AD1C}"/>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6" name="Freeform: Shape 19">
              <a:extLst>
                <a:ext uri="{FF2B5EF4-FFF2-40B4-BE49-F238E27FC236}">
                  <a16:creationId xmlns:a16="http://schemas.microsoft.com/office/drawing/2014/main" id="{E249ADC7-122A-7E2C-B944-F07ADC53AEA5}"/>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24">
              <a:extLst>
                <a:ext uri="{FF2B5EF4-FFF2-40B4-BE49-F238E27FC236}">
                  <a16:creationId xmlns:a16="http://schemas.microsoft.com/office/drawing/2014/main" id="{6579DADE-CD2E-6483-2B48-2E90610C126E}"/>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26">
              <a:extLst>
                <a:ext uri="{FF2B5EF4-FFF2-40B4-BE49-F238E27FC236}">
                  <a16:creationId xmlns:a16="http://schemas.microsoft.com/office/drawing/2014/main" id="{9C615F2E-1B92-9B89-055B-FB51F3BCBBD0}"/>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32">
              <a:extLst>
                <a:ext uri="{FF2B5EF4-FFF2-40B4-BE49-F238E27FC236}">
                  <a16:creationId xmlns:a16="http://schemas.microsoft.com/office/drawing/2014/main" id="{66ACDFB6-3AF2-2CDF-4039-9AFC0A88753B}"/>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34">
              <a:extLst>
                <a:ext uri="{FF2B5EF4-FFF2-40B4-BE49-F238E27FC236}">
                  <a16:creationId xmlns:a16="http://schemas.microsoft.com/office/drawing/2014/main" id="{C2CCE206-6F62-1797-5217-50D4F5A8EF5B}"/>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1" name="Freeform: Shape 46">
              <a:extLst>
                <a:ext uri="{FF2B5EF4-FFF2-40B4-BE49-F238E27FC236}">
                  <a16:creationId xmlns:a16="http://schemas.microsoft.com/office/drawing/2014/main" id="{8090D669-562C-8991-B959-3C58FD84CBCE}"/>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2" name="Freeform: Shape 47">
              <a:extLst>
                <a:ext uri="{FF2B5EF4-FFF2-40B4-BE49-F238E27FC236}">
                  <a16:creationId xmlns:a16="http://schemas.microsoft.com/office/drawing/2014/main" id="{468BA2DF-E2F3-B351-6440-B707BF33A83B}"/>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3" name="Freeform: Shape 48">
              <a:extLst>
                <a:ext uri="{FF2B5EF4-FFF2-40B4-BE49-F238E27FC236}">
                  <a16:creationId xmlns:a16="http://schemas.microsoft.com/office/drawing/2014/main" id="{2BAF4D7B-4B78-CBEC-9040-1BAFC0196D0A}"/>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 name="Freeform: Shape 49">
              <a:extLst>
                <a:ext uri="{FF2B5EF4-FFF2-40B4-BE49-F238E27FC236}">
                  <a16:creationId xmlns:a16="http://schemas.microsoft.com/office/drawing/2014/main" id="{B312517D-435D-28F4-99A5-2410259FADEF}"/>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50">
              <a:extLst>
                <a:ext uri="{FF2B5EF4-FFF2-40B4-BE49-F238E27FC236}">
                  <a16:creationId xmlns:a16="http://schemas.microsoft.com/office/drawing/2014/main" id="{A1F26F40-6CFD-BCEB-39B7-EB88C44111F0}"/>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51">
              <a:extLst>
                <a:ext uri="{FF2B5EF4-FFF2-40B4-BE49-F238E27FC236}">
                  <a16:creationId xmlns:a16="http://schemas.microsoft.com/office/drawing/2014/main" id="{D3C8A103-1576-A1F8-F7DD-0A8B880A3087}"/>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52">
              <a:extLst>
                <a:ext uri="{FF2B5EF4-FFF2-40B4-BE49-F238E27FC236}">
                  <a16:creationId xmlns:a16="http://schemas.microsoft.com/office/drawing/2014/main" id="{CD4B2C81-6FD0-FF16-1B71-A706B4A0AF2A}"/>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53">
              <a:extLst>
                <a:ext uri="{FF2B5EF4-FFF2-40B4-BE49-F238E27FC236}">
                  <a16:creationId xmlns:a16="http://schemas.microsoft.com/office/drawing/2014/main" id="{5AF5A7CC-219E-73ED-170E-6183FEC9C325}"/>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54">
              <a:extLst>
                <a:ext uri="{FF2B5EF4-FFF2-40B4-BE49-F238E27FC236}">
                  <a16:creationId xmlns:a16="http://schemas.microsoft.com/office/drawing/2014/main" id="{780C8E1F-3F34-8F00-9478-922AC56B082F}"/>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55">
              <a:extLst>
                <a:ext uri="{FF2B5EF4-FFF2-40B4-BE49-F238E27FC236}">
                  <a16:creationId xmlns:a16="http://schemas.microsoft.com/office/drawing/2014/main" id="{A566E005-59C8-2B80-2358-3F5CCF435B55}"/>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56">
              <a:extLst>
                <a:ext uri="{FF2B5EF4-FFF2-40B4-BE49-F238E27FC236}">
                  <a16:creationId xmlns:a16="http://schemas.microsoft.com/office/drawing/2014/main" id="{38FF2E27-8AEC-1AA3-F950-35C391CA3929}"/>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57">
              <a:extLst>
                <a:ext uri="{FF2B5EF4-FFF2-40B4-BE49-F238E27FC236}">
                  <a16:creationId xmlns:a16="http://schemas.microsoft.com/office/drawing/2014/main" id="{1D529A02-4551-78E6-62CA-1C2391940ECB}"/>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42699199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Merci !</a:t>
            </a:r>
          </a:p>
        </p:txBody>
      </p:sp>
    </p:spTree>
    <p:extLst>
      <p:ext uri="{BB962C8B-B14F-4D97-AF65-F5344CB8AC3E}">
        <p14:creationId xmlns:p14="http://schemas.microsoft.com/office/powerpoint/2010/main" val="23828141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2">
    <p:bg>
      <p:bgPr>
        <a:solidFill>
          <a:srgbClr val="0070C0"/>
        </a:solidFill>
        <a:effectLst/>
      </p:bgPr>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CFE7733-5448-AD0C-2824-20E1D68C1EA1}"/>
              </a:ext>
            </a:extLst>
          </p:cNvPr>
          <p:cNvSpPr>
            <a:spLocks noChangeArrowheads="1"/>
          </p:cNvSpPr>
          <p:nvPr userDrawn="1"/>
        </p:nvSpPr>
        <p:spPr bwMode="auto">
          <a:xfrm>
            <a:off x="199505" y="47050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559368491" descr="A drawing of a face&#10;&#10;Description automatically generated">
            <a:extLst>
              <a:ext uri="{FF2B5EF4-FFF2-40B4-BE49-F238E27FC236}">
                <a16:creationId xmlns:a16="http://schemas.microsoft.com/office/drawing/2014/main" id="{53D6997B-DF68-39A3-C25A-DF07B48EED6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1683" y="4236119"/>
            <a:ext cx="1066800" cy="374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A5560C07-2533-CAE8-48D8-C7E310752437}"/>
              </a:ext>
            </a:extLst>
          </p:cNvPr>
          <p:cNvSpPr>
            <a:spLocks noChangeArrowheads="1"/>
          </p:cNvSpPr>
          <p:nvPr userDrawn="1"/>
        </p:nvSpPr>
        <p:spPr bwMode="auto">
          <a:xfrm>
            <a:off x="350243" y="4705003"/>
            <a:ext cx="676656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Attribution 4.0 International (CC BY 4.0)</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Microsoft et tous les contributeurs vous accordent une licence pour ce document sous la licence </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hlinkClick r:id="rId3">
                  <a:extLst>
                    <a:ext uri="{A12FA001-AC4F-418D-AE19-62706E023703}">
                      <ahyp:hlinkClr xmlns:ahyp="http://schemas.microsoft.com/office/drawing/2018/hyperlinkcolor" val="tx"/>
                    </a:ext>
                  </a:extLst>
                </a:hlinkClick>
              </a:rPr>
              <a:t>Creative Commons Attribution 4.0 International Public License</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 Cf. fichier </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hlinkClick r:id="rId4">
                  <a:extLst>
                    <a:ext uri="{A12FA001-AC4F-418D-AE19-62706E023703}">
                      <ahyp:hlinkClr xmlns:ahyp="http://schemas.microsoft.com/office/drawing/2018/hyperlinkcolor" val="tx"/>
                    </a:ext>
                  </a:extLst>
                </a:hlinkClick>
              </a:rPr>
              <a:t>LICENSE</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 et vous accordent une licence pour tout code dans le référentiel sous la licence MIT, Cf. fichier </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hlinkClick r:id="rId4">
                  <a:extLst>
                    <a:ext uri="{A12FA001-AC4F-418D-AE19-62706E023703}">
                      <ahyp:hlinkClr xmlns:ahyp="http://schemas.microsoft.com/office/drawing/2018/hyperlinkcolor" val="tx"/>
                    </a:ext>
                  </a:extLst>
                </a:hlinkClick>
              </a:rPr>
              <a:t>LICENSE-CODE</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Microsoft, Windows, Microsoft Azure et/ou d'autres produits et services Microsoft référencés dans le document peuvent être des marques commerciales ou des marques déposées de Microsoft aux États-Unis et/ou dans d'autres pays. La licence de ce document ne vous donne pas le droit d'utiliser les noms, logos ou marques de Microsoft. Les directives générales de Microsoft en matière de marques sont disponibles à l'adresse suivante : </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hlinkClick r:id="rId5">
                  <a:extLst>
                    <a:ext uri="{A12FA001-AC4F-418D-AE19-62706E023703}">
                      <ahyp:hlinkClr xmlns:ahyp="http://schemas.microsoft.com/office/drawing/2018/hyperlinkcolor" val="tx"/>
                    </a:ext>
                  </a:extLst>
                </a:hlinkClick>
              </a:rPr>
              <a:t>http://go.microsoft.com/fwlink/?LinkID=254653</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a:t>
            </a:r>
            <a:endParaRPr kumimoji="0" lang="fr-FR" altLang="fr-FR" sz="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Des informations sur la protection de la vie privée sont disponibles à l'adresse suivante : </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hlinkClick r:id="rId6">
                  <a:extLst>
                    <a:ext uri="{A12FA001-AC4F-418D-AE19-62706E023703}">
                      <ahyp:hlinkClr xmlns:ahyp="http://schemas.microsoft.com/office/drawing/2018/hyperlinkcolor" val="tx"/>
                    </a:ext>
                  </a:extLst>
                </a:hlinkClick>
              </a:rPr>
              <a:t>https://privacy.microsoft.com/fr-fr/</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 </a:t>
            </a:r>
            <a:endParaRPr kumimoji="0" lang="fr-FR" altLang="fr-FR" sz="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Microsoft et tous les contributeurs se réservent tous les autres droits, que ce soit au titre de leurs droits d'auteur, de leurs brevets ou de leurs marques respectives, que ce soit de manière implicite, par </a:t>
            </a:r>
            <a:r>
              <a:rPr kumimoji="0" lang="fr-FR" altLang="fr-FR" sz="900" b="0" i="0" u="none" strike="noStrike" cap="none" normalizeH="0" baseline="0" dirty="0" err="1">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préclusion</a:t>
            </a:r>
            <a:r>
              <a:rPr kumimoji="0" lang="fr-FR" altLang="fr-FR" sz="900" b="0" i="0" u="none" strike="noStrike" cap="none" normalizeH="0" baseline="0" dirty="0">
                <a:ln>
                  <a:noFill/>
                </a:ln>
                <a:solidFill>
                  <a:schemeClr val="tx1"/>
                </a:solidFill>
                <a:effectLst/>
                <a:latin typeface="Segoe UI" panose="020B0502040204020203" pitchFamily="34" charset="0"/>
                <a:ea typeface="Calibri" panose="020F0502020204030204" pitchFamily="34" charset="0"/>
                <a:cs typeface="Segoe UI" panose="020B0502040204020203" pitchFamily="34" charset="0"/>
              </a:rPr>
              <a:t> ou de toute autre manière.</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4" name="Picture 1171193947" descr="Microsoft logo white text version">
            <a:extLst>
              <a:ext uri="{FF2B5EF4-FFF2-40B4-BE49-F238E27FC236}">
                <a16:creationId xmlns:a16="http://schemas.microsoft.com/office/drawing/2014/main" id="{9E53BEE5-5755-2C76-AB45-01640718216D}"/>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bwMode="black">
          <a:xfrm>
            <a:off x="441683" y="527558"/>
            <a:ext cx="1365885" cy="292100"/>
          </a:xfrm>
          <a:prstGeom prst="rect">
            <a:avLst/>
          </a:prstGeom>
        </p:spPr>
      </p:pic>
      <p:grpSp>
        <p:nvGrpSpPr>
          <p:cNvPr id="5" name="Group 15">
            <a:extLst>
              <a:ext uri="{FF2B5EF4-FFF2-40B4-BE49-F238E27FC236}">
                <a16:creationId xmlns:a16="http://schemas.microsoft.com/office/drawing/2014/main" id="{EEC11785-9588-2D37-1F77-B17AEACC4356}"/>
              </a:ext>
              <a:ext uri="{C183D7F6-B498-43B3-948B-1728B52AA6E4}">
                <adec:decorative xmlns:adec="http://schemas.microsoft.com/office/drawing/2017/decorative" val="1"/>
              </a:ext>
            </a:extLst>
          </p:cNvPr>
          <p:cNvGrpSpPr/>
          <p:nvPr userDrawn="1"/>
        </p:nvGrpSpPr>
        <p:grpSpPr>
          <a:xfrm>
            <a:off x="8989557" y="1130300"/>
            <a:ext cx="3202444" cy="4978400"/>
            <a:chOff x="8615046" y="648426"/>
            <a:chExt cx="3576955" cy="5560602"/>
          </a:xfrm>
        </p:grpSpPr>
        <p:sp>
          <p:nvSpPr>
            <p:cNvPr id="6" name="Freeform: Shape 16">
              <a:extLst>
                <a:ext uri="{FF2B5EF4-FFF2-40B4-BE49-F238E27FC236}">
                  <a16:creationId xmlns:a16="http://schemas.microsoft.com/office/drawing/2014/main" id="{5E8EDAD6-CEB8-D871-AB85-0D1FF79745FE}"/>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 name="Freeform: Shape 17">
              <a:extLst>
                <a:ext uri="{FF2B5EF4-FFF2-40B4-BE49-F238E27FC236}">
                  <a16:creationId xmlns:a16="http://schemas.microsoft.com/office/drawing/2014/main" id="{E0841749-17AF-0D5D-64CB-30B8D85F29AD}"/>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8" name="Freeform: Shape 19">
              <a:extLst>
                <a:ext uri="{FF2B5EF4-FFF2-40B4-BE49-F238E27FC236}">
                  <a16:creationId xmlns:a16="http://schemas.microsoft.com/office/drawing/2014/main" id="{FC04597D-C4E6-9865-9971-CFF22D121B4A}"/>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 name="Freeform: Shape 24">
              <a:extLst>
                <a:ext uri="{FF2B5EF4-FFF2-40B4-BE49-F238E27FC236}">
                  <a16:creationId xmlns:a16="http://schemas.microsoft.com/office/drawing/2014/main" id="{C7F8BA0A-2005-4E40-8FF3-432444D18A5A}"/>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0" name="Freeform: Shape 26">
              <a:extLst>
                <a:ext uri="{FF2B5EF4-FFF2-40B4-BE49-F238E27FC236}">
                  <a16:creationId xmlns:a16="http://schemas.microsoft.com/office/drawing/2014/main" id="{DF44EBC4-633B-AC09-FC8F-C866D915935A}"/>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1" name="Freeform: Shape 32">
              <a:extLst>
                <a:ext uri="{FF2B5EF4-FFF2-40B4-BE49-F238E27FC236}">
                  <a16:creationId xmlns:a16="http://schemas.microsoft.com/office/drawing/2014/main" id="{7CF9ABF3-C337-2C05-D836-654B701B1F1D}"/>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2" name="Freeform: Shape 34">
              <a:extLst>
                <a:ext uri="{FF2B5EF4-FFF2-40B4-BE49-F238E27FC236}">
                  <a16:creationId xmlns:a16="http://schemas.microsoft.com/office/drawing/2014/main" id="{5D0B1993-71C9-8F26-D975-3B41479281EB}"/>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3" name="Freeform: Shape 46">
              <a:extLst>
                <a:ext uri="{FF2B5EF4-FFF2-40B4-BE49-F238E27FC236}">
                  <a16:creationId xmlns:a16="http://schemas.microsoft.com/office/drawing/2014/main" id="{0B982E29-3015-854A-0E3C-ACF9E857E9F4}"/>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4" name="Freeform: Shape 47">
              <a:extLst>
                <a:ext uri="{FF2B5EF4-FFF2-40B4-BE49-F238E27FC236}">
                  <a16:creationId xmlns:a16="http://schemas.microsoft.com/office/drawing/2014/main" id="{D8341CAE-D851-27A8-FC62-B9D95091B167}"/>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5" name="Freeform: Shape 48">
              <a:extLst>
                <a:ext uri="{FF2B5EF4-FFF2-40B4-BE49-F238E27FC236}">
                  <a16:creationId xmlns:a16="http://schemas.microsoft.com/office/drawing/2014/main" id="{1F0E03C1-73E4-76CA-D59C-8AFB7D09C248}"/>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 name="Freeform: Shape 49">
              <a:extLst>
                <a:ext uri="{FF2B5EF4-FFF2-40B4-BE49-F238E27FC236}">
                  <a16:creationId xmlns:a16="http://schemas.microsoft.com/office/drawing/2014/main" id="{FEFC8DAD-ACD4-6547-BC97-B6B1C701386E}"/>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7" name="Freeform: Shape 50">
              <a:extLst>
                <a:ext uri="{FF2B5EF4-FFF2-40B4-BE49-F238E27FC236}">
                  <a16:creationId xmlns:a16="http://schemas.microsoft.com/office/drawing/2014/main" id="{19611B4D-B921-4D72-ED1E-FC58B9552978}"/>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 name="Freeform: Shape 51">
              <a:extLst>
                <a:ext uri="{FF2B5EF4-FFF2-40B4-BE49-F238E27FC236}">
                  <a16:creationId xmlns:a16="http://schemas.microsoft.com/office/drawing/2014/main" id="{3A561D46-383A-7196-C551-CCC4D51CCA59}"/>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9" name="Freeform: Shape 52">
              <a:extLst>
                <a:ext uri="{FF2B5EF4-FFF2-40B4-BE49-F238E27FC236}">
                  <a16:creationId xmlns:a16="http://schemas.microsoft.com/office/drawing/2014/main" id="{F658396D-101E-BDED-5B3D-74C48C6D90E7}"/>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 name="Freeform: Shape 53">
              <a:extLst>
                <a:ext uri="{FF2B5EF4-FFF2-40B4-BE49-F238E27FC236}">
                  <a16:creationId xmlns:a16="http://schemas.microsoft.com/office/drawing/2014/main" id="{439CF8BA-3962-687F-5023-37EDD4E61CFF}"/>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1" name="Freeform: Shape 54">
              <a:extLst>
                <a:ext uri="{FF2B5EF4-FFF2-40B4-BE49-F238E27FC236}">
                  <a16:creationId xmlns:a16="http://schemas.microsoft.com/office/drawing/2014/main" id="{BEBFFE20-D103-E112-3844-AAC5575AA4AB}"/>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2" name="Freeform: Shape 55">
              <a:extLst>
                <a:ext uri="{FF2B5EF4-FFF2-40B4-BE49-F238E27FC236}">
                  <a16:creationId xmlns:a16="http://schemas.microsoft.com/office/drawing/2014/main" id="{5F538090-E03E-88AC-C67D-1B5030BD4DA4}"/>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3" name="Freeform: Shape 56">
              <a:extLst>
                <a:ext uri="{FF2B5EF4-FFF2-40B4-BE49-F238E27FC236}">
                  <a16:creationId xmlns:a16="http://schemas.microsoft.com/office/drawing/2014/main" id="{43FC238F-943D-7552-2853-9998FF94FC77}"/>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4" name="Freeform: Shape 57">
              <a:extLst>
                <a:ext uri="{FF2B5EF4-FFF2-40B4-BE49-F238E27FC236}">
                  <a16:creationId xmlns:a16="http://schemas.microsoft.com/office/drawing/2014/main" id="{5CC76E50-7FE8-4E96-A5FF-842940B4A989}"/>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C855B194-95FF-490A-9868-423BDB143638}"/>
              </a:ext>
            </a:extLst>
          </p:cNvPr>
          <p:cNvSpPr>
            <a:spLocks noChangeArrowheads="1"/>
          </p:cNvSpPr>
          <p:nvPr userDrawn="1"/>
        </p:nvSpPr>
        <p:spPr bwMode="auto">
          <a:xfrm>
            <a:off x="373003" y="6333926"/>
            <a:ext cx="685796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700" b="0" i="0" u="none" strike="noStrike" cap="none" normalizeH="0" baseline="0">
                <a:ln>
                  <a:noFill/>
                </a:ln>
                <a:effectLst/>
                <a:latin typeface="Segoe UI" panose="020B0502040204020203" pitchFamily="34" charset="0"/>
                <a:ea typeface="Times New Roman" panose="02020603050405020304" pitchFamily="18" charset="0"/>
                <a:cs typeface="Segoe UI" panose="020B0502040204020203" pitchFamily="34" charset="0"/>
              </a:rPr>
              <a:t>© 2024 Microsoft France. Tous droits réservés. Reproduction autorisée pour un usage à des fins commerciales ou non commerciales à condition d'en indiquer la source.</a:t>
            </a:r>
            <a:endParaRPr kumimoji="0" lang="fr-FR" sz="700" b="0" i="0" u="none" strike="noStrike" cap="none" normalizeH="0" baseline="0">
              <a:ln>
                <a:noFill/>
              </a:ln>
              <a:effectLst/>
              <a:latin typeface="Segoe UI" panose="020B0502040204020203" pitchFamily="34" charset="0"/>
              <a:cs typeface="Segoe UI" panose="020B0502040204020203" pitchFamily="34" charset="0"/>
            </a:endParaRPr>
          </a:p>
        </p:txBody>
      </p:sp>
      <p:pic>
        <p:nvPicPr>
          <p:cNvPr id="13" name="Image 25">
            <a:extLst>
              <a:ext uri="{FF2B5EF4-FFF2-40B4-BE49-F238E27FC236}">
                <a16:creationId xmlns:a16="http://schemas.microsoft.com/office/drawing/2014/main" id="{4F9460AF-9B8F-473E-8F4F-BD984FF184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3003" y="424046"/>
            <a:ext cx="1617722" cy="596003"/>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fr-FR"/>
              <a:t>Modifiez le style du titre</a:t>
            </a:r>
            <a:endParaRPr lang="en-US"/>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44212133-757C-4FC0-A002-589C5CF24A8E}"/>
              </a:ext>
            </a:extLst>
          </p:cNvPr>
          <p:cNvSpPr>
            <a:spLocks noGrp="1"/>
          </p:cNvSpPr>
          <p:nvPr>
            <p:ph type="body" sz="quarter" idx="10"/>
          </p:nvPr>
        </p:nvSpPr>
        <p:spPr>
          <a:xfrm>
            <a:off x="585787" y="1065828"/>
            <a:ext cx="11020426" cy="307777"/>
          </a:xfrm>
        </p:spPr>
        <p:txBody>
          <a:bodyPr/>
          <a:lstStyle>
            <a:lvl1pPr marL="0" indent="0">
              <a:buNone/>
              <a:defRPr sz="2000">
                <a:gradFill>
                  <a:gsLst>
                    <a:gs pos="0">
                      <a:schemeClr val="accent1"/>
                    </a:gs>
                    <a:gs pos="100000">
                      <a:schemeClr val="accent1"/>
                    </a:gs>
                  </a:gsLst>
                  <a:lin ang="5400000" scaled="1"/>
                </a:gradFill>
                <a:latin typeface="+mj-lt"/>
              </a:defRPr>
            </a:lvl1pPr>
          </a:lstStyle>
          <a:p>
            <a:pPr lvl="0"/>
            <a:r>
              <a:rPr lang="en-US"/>
              <a:t>Click to edit Master text styles</a:t>
            </a:r>
          </a:p>
        </p:txBody>
      </p:sp>
    </p:spTree>
    <p:extLst>
      <p:ext uri="{BB962C8B-B14F-4D97-AF65-F5344CB8AC3E}">
        <p14:creationId xmlns:p14="http://schemas.microsoft.com/office/powerpoint/2010/main" val="3748439370"/>
      </p:ext>
    </p:extLst>
  </p:cSld>
  <p:clrMapOvr>
    <a:masterClrMapping/>
  </p:clrMapOvr>
  <p:transition>
    <p:fade/>
  </p:transition>
  <p:extLst>
    <p:ext uri="{DCECCB84-F9BA-43D5-87BE-67443E8EF086}">
      <p15:sldGuideLst xmlns:p15="http://schemas.microsoft.com/office/powerpoint/2012/main">
        <p15:guide id="6" pos="1847">
          <p15:clr>
            <a:srgbClr val="A4A3A4"/>
          </p15:clr>
        </p15:guide>
        <p15:guide id="7" pos="2281">
          <p15:clr>
            <a:srgbClr val="A4A3A4"/>
          </p15:clr>
        </p15:guide>
        <p15:guide id="8" pos="3255">
          <p15:clr>
            <a:srgbClr val="A4A3A4"/>
          </p15:clr>
        </p15:guide>
        <p15:guide id="9" pos="3689">
          <p15:clr>
            <a:srgbClr val="A4A3A4"/>
          </p15:clr>
        </p15:guide>
        <p15:guide id="10" pos="4663">
          <p15:clr>
            <a:srgbClr val="A4A3A4"/>
          </p15:clr>
        </p15:guide>
        <p15:guide id="11" pos="5097">
          <p15:clr>
            <a:srgbClr val="A4A3A4"/>
          </p15:clr>
        </p15:guide>
        <p15:guide id="12" pos="6071">
          <p15:clr>
            <a:srgbClr val="A4A3A4"/>
          </p15:clr>
        </p15:guide>
        <p15:guide id="13" pos="6505">
          <p15:clr>
            <a:srgbClr val="A4A3A4"/>
          </p15:clr>
        </p15:guide>
        <p15:guide id="14" pos="7479">
          <p15:clr>
            <a:srgbClr val="A4A3A4"/>
          </p15:clr>
        </p15:guide>
        <p15:guide id="15" pos="7913">
          <p15:clr>
            <a:srgbClr val="A4A3A4"/>
          </p15:clr>
        </p15:guide>
        <p15:guide id="16" pos="8887">
          <p15:clr>
            <a:srgbClr val="A4A3A4"/>
          </p15:clr>
        </p15:guide>
        <p15:guide id="17" pos="9321">
          <p15:clr>
            <a:srgbClr val="A4A3A4"/>
          </p15:clr>
        </p15:guide>
        <p15:guide id="18" pos="10295">
          <p15:clr>
            <a:srgbClr val="A4A3A4"/>
          </p15:clr>
        </p15:guide>
        <p15:guide id="19" pos="10729">
          <p15:clr>
            <a:srgbClr val="A4A3A4"/>
          </p15:clr>
        </p15:guide>
        <p15:guide id="20" pos="11703">
          <p15:clr>
            <a:srgbClr val="A4A3A4"/>
          </p15:clr>
        </p15:guide>
        <p15:guide id="21" pos="12137">
          <p15:clr>
            <a:srgbClr val="A4A3A4"/>
          </p15:clr>
        </p15:guide>
        <p15:guide id="22" pos="13105">
          <p15:clr>
            <a:srgbClr val="A4A3A4"/>
          </p15:clr>
        </p15:guide>
        <p15:guide id="23" pos="13545">
          <p15:clr>
            <a:srgbClr val="A4A3A4"/>
          </p15:clr>
        </p15:guide>
        <p15:guide id="24" pos="14513">
          <p15:clr>
            <a:srgbClr val="A4A3A4"/>
          </p15:clr>
        </p15:guide>
        <p15:guide id="25" pos="14953">
          <p15:clr>
            <a:srgbClr val="A4A3A4"/>
          </p15:clr>
        </p15:guide>
        <p15:guide id="26" pos="15921">
          <p15:clr>
            <a:srgbClr val="A4A3A4"/>
          </p15:clr>
        </p15:guide>
        <p15:guide id="27" pos="16356">
          <p15:clr>
            <a:srgbClr val="A4A3A4"/>
          </p15:clr>
        </p15:guide>
        <p15:guide id="28" orient="horz" pos="2145">
          <p15:clr>
            <a:srgbClr val="5ACBF0"/>
          </p15:clr>
        </p15:guide>
        <p15:guide id="29" orient="horz" pos="3013">
          <p15:clr>
            <a:srgbClr val="5ACBF0"/>
          </p15:clr>
        </p15:guide>
        <p15:guide id="30" orient="horz" pos="683">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00198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1_Title and text side by side 3">
    <p:spTree>
      <p:nvGrpSpPr>
        <p:cNvPr id="1" name=""/>
        <p:cNvGrpSpPr/>
        <p:nvPr/>
      </p:nvGrpSpPr>
      <p:grpSpPr>
        <a:xfrm>
          <a:off x="0" y="0"/>
          <a:ext cx="0" cy="0"/>
          <a:chOff x="0" y="0"/>
          <a:chExt cx="0" cy="0"/>
        </a:xfrm>
      </p:grpSpPr>
      <p:sp>
        <p:nvSpPr>
          <p:cNvPr id="4" name="Rectangle: Single Corner Rounded 3">
            <a:extLst>
              <a:ext uri="{FF2B5EF4-FFF2-40B4-BE49-F238E27FC236}">
                <a16:creationId xmlns:a16="http://schemas.microsoft.com/office/drawing/2014/main" id="{33145D81-1C8C-4946-BE5C-32EF3FAA542B}"/>
              </a:ext>
            </a:extLst>
          </p:cNvPr>
          <p:cNvSpPr/>
          <p:nvPr userDrawn="1"/>
        </p:nvSpPr>
        <p:spPr bwMode="auto">
          <a:xfrm flipH="1">
            <a:off x="7835900" y="0"/>
            <a:ext cx="4356100" cy="6858000"/>
          </a:xfrm>
          <a:prstGeom prst="round1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658739372"/>
      </p:ext>
    </p:extLst>
  </p:cSld>
  <p:clrMapOvr>
    <a:masterClrMapping/>
  </p:clrMapOvr>
  <p:transition>
    <p:fade/>
  </p:transition>
  <p:extLst>
    <p:ext uri="{DCECCB84-F9BA-43D5-87BE-67443E8EF086}">
      <p15:sldGuideLst xmlns:p15="http://schemas.microsoft.com/office/powerpoint/2012/main">
        <p15:guide id="13" pos="4929">
          <p15:clr>
            <a:srgbClr val="5ACBF0"/>
          </p15:clr>
        </p15:guide>
        <p15:guide id="29" orient="horz" pos="2160">
          <p15:clr>
            <a:srgbClr val="5ACBF0"/>
          </p15:clr>
        </p15:guide>
        <p15:guide id="30" pos="4566">
          <p15:clr>
            <a:srgbClr val="5ACBF0"/>
          </p15:clr>
        </p15:guide>
        <p15:guide id="31" pos="4203">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A6A83-9013-2BE7-3F2C-D4D8277A882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BD0472-9216-86B8-8E7F-D2EC1A69AA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509057-70FD-8E44-411B-1513225B7F81}"/>
              </a:ext>
            </a:extLst>
          </p:cNvPr>
          <p:cNvSpPr>
            <a:spLocks noGrp="1"/>
          </p:cNvSpPr>
          <p:nvPr>
            <p:ph type="dt" sz="half" idx="10"/>
          </p:nvPr>
        </p:nvSpPr>
        <p:spPr/>
        <p:txBody>
          <a:bodyPr/>
          <a:lstStyle/>
          <a:p>
            <a:fld id="{A84138ED-93E5-4899-8ED5-03F883ED322A}" type="datetimeFigureOut">
              <a:rPr lang="en-GB" smtClean="0"/>
              <a:t>12/05/2025</a:t>
            </a:fld>
            <a:endParaRPr lang="en-GB"/>
          </a:p>
        </p:txBody>
      </p:sp>
      <p:sp>
        <p:nvSpPr>
          <p:cNvPr id="5" name="Footer Placeholder 4">
            <a:extLst>
              <a:ext uri="{FF2B5EF4-FFF2-40B4-BE49-F238E27FC236}">
                <a16:creationId xmlns:a16="http://schemas.microsoft.com/office/drawing/2014/main" id="{22E1271E-25C0-165F-5A21-9E142422E5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73DCED-7E0C-5C9C-6CFA-BFBC0FF30C5F}"/>
              </a:ext>
            </a:extLst>
          </p:cNvPr>
          <p:cNvSpPr>
            <a:spLocks noGrp="1"/>
          </p:cNvSpPr>
          <p:nvPr>
            <p:ph type="sldNum" sz="quarter" idx="12"/>
          </p:nvPr>
        </p:nvSpPr>
        <p:spPr/>
        <p:txBody>
          <a:bodyPr/>
          <a:lstStyle/>
          <a:p>
            <a:fld id="{2C04CB6D-B08E-4D07-AD3B-E841695C7D16}" type="slidenum">
              <a:rPr lang="en-GB" smtClean="0"/>
              <a:t>‹N°›</a:t>
            </a:fld>
            <a:endParaRPr lang="en-GB"/>
          </a:p>
        </p:txBody>
      </p:sp>
    </p:spTree>
    <p:extLst>
      <p:ext uri="{BB962C8B-B14F-4D97-AF65-F5344CB8AC3E}">
        <p14:creationId xmlns:p14="http://schemas.microsoft.com/office/powerpoint/2010/main" val="28616775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1_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grpSp>
        <p:nvGrpSpPr>
          <p:cNvPr id="3" name="Group 2">
            <a:extLst>
              <a:ext uri="{FF2B5EF4-FFF2-40B4-BE49-F238E27FC236}">
                <a16:creationId xmlns:a16="http://schemas.microsoft.com/office/drawing/2014/main" id="{14A59F3A-0957-69A6-0C6D-8595D5C00E1A}"/>
              </a:ext>
            </a:extLst>
          </p:cNvPr>
          <p:cNvGrpSpPr/>
          <p:nvPr userDrawn="1"/>
        </p:nvGrpSpPr>
        <p:grpSpPr bwMode="black">
          <a:xfrm>
            <a:off x="582043" y="585788"/>
            <a:ext cx="2308795" cy="294139"/>
            <a:chOff x="582043" y="585788"/>
            <a:chExt cx="2308795" cy="294139"/>
          </a:xfrm>
        </p:grpSpPr>
        <p:pic>
          <p:nvPicPr>
            <p:cNvPr id="4" name="Picture 3">
              <a:extLst>
                <a:ext uri="{FF2B5EF4-FFF2-40B4-BE49-F238E27FC236}">
                  <a16:creationId xmlns:a16="http://schemas.microsoft.com/office/drawing/2014/main" id="{7D360D1B-AF69-A31E-9226-7C2DBBD7CB1F}"/>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6" name="Picture 5">
              <a:extLst>
                <a:ext uri="{FF2B5EF4-FFF2-40B4-BE49-F238E27FC236}">
                  <a16:creationId xmlns:a16="http://schemas.microsoft.com/office/drawing/2014/main" id="{2EAACB9F-CB0E-4F6D-59A6-9C499A2F7409}"/>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7" name="Rectangle 6">
            <a:extLst>
              <a:ext uri="{FF2B5EF4-FFF2-40B4-BE49-F238E27FC236}">
                <a16:creationId xmlns:a16="http://schemas.microsoft.com/office/drawing/2014/main" id="{9E04C887-D5EC-73B1-A5F3-20AFC0037870}"/>
              </a:ext>
            </a:extLst>
          </p:cNvPr>
          <p:cNvSpPr/>
          <p:nvPr userDrawn="1"/>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126042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6 frame storyboar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244C7F8-0849-1B4B-98DA-C9DF6508B4CB}"/>
              </a:ext>
            </a:extLst>
          </p:cNvPr>
          <p:cNvSpPr/>
          <p:nvPr userDrawn="1"/>
        </p:nvSpPr>
        <p:spPr>
          <a:xfrm>
            <a:off x="111760" y="751840"/>
            <a:ext cx="3868701" cy="267716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31239CD-D962-0742-A8BD-310BA8027FE1}"/>
              </a:ext>
            </a:extLst>
          </p:cNvPr>
          <p:cNvSpPr/>
          <p:nvPr userDrawn="1"/>
        </p:nvSpPr>
        <p:spPr>
          <a:xfrm>
            <a:off x="4156569" y="751840"/>
            <a:ext cx="3868701" cy="267716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1ECC120-7235-7B45-A84A-5B8A94782ABB}"/>
              </a:ext>
            </a:extLst>
          </p:cNvPr>
          <p:cNvSpPr/>
          <p:nvPr userDrawn="1"/>
        </p:nvSpPr>
        <p:spPr>
          <a:xfrm>
            <a:off x="8201379" y="751840"/>
            <a:ext cx="3868701" cy="267716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522A86-7E97-DC42-88EB-CBD939CBD03D}"/>
              </a:ext>
            </a:extLst>
          </p:cNvPr>
          <p:cNvSpPr/>
          <p:nvPr userDrawn="1"/>
        </p:nvSpPr>
        <p:spPr>
          <a:xfrm>
            <a:off x="111759" y="3808095"/>
            <a:ext cx="3868701" cy="267716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EBE6F5E-E142-1044-B280-609FAC6CE111}"/>
              </a:ext>
            </a:extLst>
          </p:cNvPr>
          <p:cNvSpPr/>
          <p:nvPr userDrawn="1"/>
        </p:nvSpPr>
        <p:spPr>
          <a:xfrm>
            <a:off x="4156568" y="3808095"/>
            <a:ext cx="3868701" cy="267716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0677B30-D534-8746-A05B-273F087951C2}"/>
              </a:ext>
            </a:extLst>
          </p:cNvPr>
          <p:cNvSpPr/>
          <p:nvPr userDrawn="1"/>
        </p:nvSpPr>
        <p:spPr>
          <a:xfrm>
            <a:off x="8201378" y="3808095"/>
            <a:ext cx="3868701" cy="267716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2ED69BF1-F033-1845-89D6-2E17A730EDBA}"/>
              </a:ext>
            </a:extLst>
          </p:cNvPr>
          <p:cNvSpPr>
            <a:spLocks noGrp="1"/>
          </p:cNvSpPr>
          <p:nvPr>
            <p:ph type="title" hasCustomPrompt="1"/>
          </p:nvPr>
        </p:nvSpPr>
        <p:spPr>
          <a:xfrm>
            <a:off x="121920" y="89059"/>
            <a:ext cx="11958320" cy="662782"/>
          </a:xfrm>
        </p:spPr>
        <p:txBody>
          <a:bodyPr lIns="0">
            <a:noAutofit/>
          </a:bodyPr>
          <a:lstStyle>
            <a:lvl1pPr>
              <a:defRPr sz="3200" b="0" i="0">
                <a:latin typeface="Segoe UI Light" panose="020B0502040204020203" pitchFamily="34" charset="0"/>
                <a:cs typeface="Segoe UI Light" panose="020B0502040204020203" pitchFamily="34" charset="0"/>
              </a:defRPr>
            </a:lvl1pPr>
          </a:lstStyle>
          <a:p>
            <a:r>
              <a:rPr lang="en-US"/>
              <a:t>6-frame storyboard</a:t>
            </a:r>
          </a:p>
        </p:txBody>
      </p:sp>
      <p:sp>
        <p:nvSpPr>
          <p:cNvPr id="21" name="Text Placeholder 20">
            <a:extLst>
              <a:ext uri="{FF2B5EF4-FFF2-40B4-BE49-F238E27FC236}">
                <a16:creationId xmlns:a16="http://schemas.microsoft.com/office/drawing/2014/main" id="{FDACDE06-6216-2C4A-9B2F-E1FF0ADDE77B}"/>
              </a:ext>
            </a:extLst>
          </p:cNvPr>
          <p:cNvSpPr>
            <a:spLocks noGrp="1"/>
          </p:cNvSpPr>
          <p:nvPr>
            <p:ph type="body" sz="quarter" idx="10" hasCustomPrompt="1"/>
          </p:nvPr>
        </p:nvSpPr>
        <p:spPr>
          <a:xfrm>
            <a:off x="122238" y="3429000"/>
            <a:ext cx="3868384" cy="289560"/>
          </a:xfrm>
        </p:spPr>
        <p:txBody>
          <a:bodyPr lIns="0">
            <a:noAutofit/>
          </a:bodyPr>
          <a:lstStyle>
            <a:lvl1pPr>
              <a:buNone/>
              <a:defRPr sz="1050">
                <a:latin typeface="Segoe UI" panose="020B0502040204020203" pitchFamily="34" charset="0"/>
                <a:cs typeface="Segoe UI" panose="020B0502040204020203" pitchFamily="34" charset="0"/>
              </a:defRPr>
            </a:lvl1pPr>
            <a:lvl2pPr>
              <a:buNone/>
              <a:defRPr sz="1200">
                <a:latin typeface="Segoe UI" panose="020B0502040204020203" pitchFamily="34" charset="0"/>
                <a:cs typeface="Segoe UI" panose="020B0502040204020203" pitchFamily="34" charset="0"/>
              </a:defRPr>
            </a:lvl2pPr>
            <a:lvl3pPr>
              <a:buNone/>
              <a:defRPr sz="1100">
                <a:latin typeface="Segoe UI" panose="020B0502040204020203" pitchFamily="34" charset="0"/>
                <a:cs typeface="Segoe UI" panose="020B0502040204020203" pitchFamily="34" charset="0"/>
              </a:defRPr>
            </a:lvl3pPr>
            <a:lvl4pPr>
              <a:buNone/>
              <a:defRPr sz="1050">
                <a:latin typeface="Segoe UI" panose="020B0502040204020203" pitchFamily="34" charset="0"/>
                <a:cs typeface="Segoe UI" panose="020B0502040204020203" pitchFamily="34" charset="0"/>
              </a:defRPr>
            </a:lvl4pPr>
            <a:lvl5pPr>
              <a:buNone/>
              <a:defRPr sz="1050">
                <a:latin typeface="Segoe UI" panose="020B0502040204020203" pitchFamily="34" charset="0"/>
                <a:cs typeface="Segoe UI" panose="020B0502040204020203" pitchFamily="34" charset="0"/>
              </a:defRPr>
            </a:lvl5pPr>
          </a:lstStyle>
          <a:p>
            <a:pPr lvl="0"/>
            <a:r>
              <a:rPr lang="en-US"/>
              <a:t>Caption 1</a:t>
            </a:r>
          </a:p>
        </p:txBody>
      </p:sp>
      <p:sp>
        <p:nvSpPr>
          <p:cNvPr id="22" name="Text Placeholder 20">
            <a:extLst>
              <a:ext uri="{FF2B5EF4-FFF2-40B4-BE49-F238E27FC236}">
                <a16:creationId xmlns:a16="http://schemas.microsoft.com/office/drawing/2014/main" id="{41BAA718-8C0F-6743-B9E2-D4B279A46188}"/>
              </a:ext>
            </a:extLst>
          </p:cNvPr>
          <p:cNvSpPr>
            <a:spLocks noGrp="1"/>
          </p:cNvSpPr>
          <p:nvPr>
            <p:ph type="body" sz="quarter" idx="11" hasCustomPrompt="1"/>
          </p:nvPr>
        </p:nvSpPr>
        <p:spPr>
          <a:xfrm>
            <a:off x="4166730" y="3429000"/>
            <a:ext cx="3868384" cy="289560"/>
          </a:xfrm>
        </p:spPr>
        <p:txBody>
          <a:bodyPr lIns="0">
            <a:noAutofit/>
          </a:bodyPr>
          <a:lstStyle>
            <a:lvl1pPr>
              <a:buNone/>
              <a:defRPr sz="1050">
                <a:latin typeface="Segoe UI" panose="020B0502040204020203" pitchFamily="34" charset="0"/>
                <a:cs typeface="Segoe UI" panose="020B0502040204020203" pitchFamily="34" charset="0"/>
              </a:defRPr>
            </a:lvl1pPr>
            <a:lvl2pPr>
              <a:buNone/>
              <a:defRPr sz="1200">
                <a:latin typeface="Segoe UI" panose="020B0502040204020203" pitchFamily="34" charset="0"/>
                <a:cs typeface="Segoe UI" panose="020B0502040204020203" pitchFamily="34" charset="0"/>
              </a:defRPr>
            </a:lvl2pPr>
            <a:lvl3pPr>
              <a:buNone/>
              <a:defRPr sz="1100">
                <a:latin typeface="Segoe UI" panose="020B0502040204020203" pitchFamily="34" charset="0"/>
                <a:cs typeface="Segoe UI" panose="020B0502040204020203" pitchFamily="34" charset="0"/>
              </a:defRPr>
            </a:lvl3pPr>
            <a:lvl4pPr>
              <a:buNone/>
              <a:defRPr sz="1050">
                <a:latin typeface="Segoe UI" panose="020B0502040204020203" pitchFamily="34" charset="0"/>
                <a:cs typeface="Segoe UI" panose="020B0502040204020203" pitchFamily="34" charset="0"/>
              </a:defRPr>
            </a:lvl4pPr>
            <a:lvl5pPr>
              <a:buNone/>
              <a:defRPr sz="1050">
                <a:latin typeface="Segoe UI" panose="020B0502040204020203" pitchFamily="34" charset="0"/>
                <a:cs typeface="Segoe UI" panose="020B0502040204020203" pitchFamily="34" charset="0"/>
              </a:defRPr>
            </a:lvl5pPr>
          </a:lstStyle>
          <a:p>
            <a:pPr lvl="0"/>
            <a:r>
              <a:rPr lang="en-US"/>
              <a:t>Caption 2</a:t>
            </a:r>
          </a:p>
        </p:txBody>
      </p:sp>
      <p:sp>
        <p:nvSpPr>
          <p:cNvPr id="23" name="Text Placeholder 20">
            <a:extLst>
              <a:ext uri="{FF2B5EF4-FFF2-40B4-BE49-F238E27FC236}">
                <a16:creationId xmlns:a16="http://schemas.microsoft.com/office/drawing/2014/main" id="{A5254481-2BFF-8941-B6D3-DC9870461614}"/>
              </a:ext>
            </a:extLst>
          </p:cNvPr>
          <p:cNvSpPr>
            <a:spLocks noGrp="1"/>
          </p:cNvSpPr>
          <p:nvPr>
            <p:ph type="body" sz="quarter" idx="12" hasCustomPrompt="1"/>
          </p:nvPr>
        </p:nvSpPr>
        <p:spPr>
          <a:xfrm>
            <a:off x="8191217" y="3429000"/>
            <a:ext cx="3868384" cy="289560"/>
          </a:xfrm>
        </p:spPr>
        <p:txBody>
          <a:bodyPr lIns="0">
            <a:noAutofit/>
          </a:bodyPr>
          <a:lstStyle>
            <a:lvl1pPr>
              <a:buNone/>
              <a:defRPr sz="1050">
                <a:latin typeface="Segoe UI" panose="020B0502040204020203" pitchFamily="34" charset="0"/>
                <a:cs typeface="Segoe UI" panose="020B0502040204020203" pitchFamily="34" charset="0"/>
              </a:defRPr>
            </a:lvl1pPr>
            <a:lvl2pPr>
              <a:buNone/>
              <a:defRPr sz="1200">
                <a:latin typeface="Segoe UI" panose="020B0502040204020203" pitchFamily="34" charset="0"/>
                <a:cs typeface="Segoe UI" panose="020B0502040204020203" pitchFamily="34" charset="0"/>
              </a:defRPr>
            </a:lvl2pPr>
            <a:lvl3pPr>
              <a:buNone/>
              <a:defRPr sz="1100">
                <a:latin typeface="Segoe UI" panose="020B0502040204020203" pitchFamily="34" charset="0"/>
                <a:cs typeface="Segoe UI" panose="020B0502040204020203" pitchFamily="34" charset="0"/>
              </a:defRPr>
            </a:lvl3pPr>
            <a:lvl4pPr>
              <a:buNone/>
              <a:defRPr sz="1050">
                <a:latin typeface="Segoe UI" panose="020B0502040204020203" pitchFamily="34" charset="0"/>
                <a:cs typeface="Segoe UI" panose="020B0502040204020203" pitchFamily="34" charset="0"/>
              </a:defRPr>
            </a:lvl4pPr>
            <a:lvl5pPr>
              <a:buNone/>
              <a:defRPr sz="1050">
                <a:latin typeface="Segoe UI" panose="020B0502040204020203" pitchFamily="34" charset="0"/>
                <a:cs typeface="Segoe UI" panose="020B0502040204020203" pitchFamily="34" charset="0"/>
              </a:defRPr>
            </a:lvl5pPr>
          </a:lstStyle>
          <a:p>
            <a:pPr lvl="0"/>
            <a:r>
              <a:rPr lang="en-US"/>
              <a:t>Caption 3</a:t>
            </a:r>
          </a:p>
        </p:txBody>
      </p:sp>
      <p:sp>
        <p:nvSpPr>
          <p:cNvPr id="24" name="Text Placeholder 20">
            <a:extLst>
              <a:ext uri="{FF2B5EF4-FFF2-40B4-BE49-F238E27FC236}">
                <a16:creationId xmlns:a16="http://schemas.microsoft.com/office/drawing/2014/main" id="{02CF539E-E082-344E-8370-B745EEF3A99A}"/>
              </a:ext>
            </a:extLst>
          </p:cNvPr>
          <p:cNvSpPr>
            <a:spLocks noGrp="1"/>
          </p:cNvSpPr>
          <p:nvPr>
            <p:ph type="body" sz="quarter" idx="13" hasCustomPrompt="1"/>
          </p:nvPr>
        </p:nvSpPr>
        <p:spPr>
          <a:xfrm>
            <a:off x="111759" y="6507162"/>
            <a:ext cx="3868384" cy="289560"/>
          </a:xfrm>
        </p:spPr>
        <p:txBody>
          <a:bodyPr lIns="0">
            <a:noAutofit/>
          </a:bodyPr>
          <a:lstStyle>
            <a:lvl1pPr>
              <a:buNone/>
              <a:defRPr sz="1050">
                <a:latin typeface="Segoe UI" panose="020B0502040204020203" pitchFamily="34" charset="0"/>
                <a:cs typeface="Segoe UI" panose="020B0502040204020203" pitchFamily="34" charset="0"/>
              </a:defRPr>
            </a:lvl1pPr>
            <a:lvl2pPr>
              <a:buNone/>
              <a:defRPr sz="1200">
                <a:latin typeface="Segoe UI" panose="020B0502040204020203" pitchFamily="34" charset="0"/>
                <a:cs typeface="Segoe UI" panose="020B0502040204020203" pitchFamily="34" charset="0"/>
              </a:defRPr>
            </a:lvl2pPr>
            <a:lvl3pPr>
              <a:buNone/>
              <a:defRPr sz="1100">
                <a:latin typeface="Segoe UI" panose="020B0502040204020203" pitchFamily="34" charset="0"/>
                <a:cs typeface="Segoe UI" panose="020B0502040204020203" pitchFamily="34" charset="0"/>
              </a:defRPr>
            </a:lvl3pPr>
            <a:lvl4pPr>
              <a:buNone/>
              <a:defRPr sz="1050">
                <a:latin typeface="Segoe UI" panose="020B0502040204020203" pitchFamily="34" charset="0"/>
                <a:cs typeface="Segoe UI" panose="020B0502040204020203" pitchFamily="34" charset="0"/>
              </a:defRPr>
            </a:lvl4pPr>
            <a:lvl5pPr>
              <a:buNone/>
              <a:defRPr sz="1050">
                <a:latin typeface="Segoe UI" panose="020B0502040204020203" pitchFamily="34" charset="0"/>
                <a:cs typeface="Segoe UI" panose="020B0502040204020203" pitchFamily="34" charset="0"/>
              </a:defRPr>
            </a:lvl5pPr>
          </a:lstStyle>
          <a:p>
            <a:pPr lvl="0"/>
            <a:r>
              <a:rPr lang="en-US"/>
              <a:t>Caption 4</a:t>
            </a:r>
          </a:p>
        </p:txBody>
      </p:sp>
      <p:sp>
        <p:nvSpPr>
          <p:cNvPr id="25" name="Text Placeholder 20">
            <a:extLst>
              <a:ext uri="{FF2B5EF4-FFF2-40B4-BE49-F238E27FC236}">
                <a16:creationId xmlns:a16="http://schemas.microsoft.com/office/drawing/2014/main" id="{322F228A-CE6A-6F45-9225-7E86BA99CFC4}"/>
              </a:ext>
            </a:extLst>
          </p:cNvPr>
          <p:cNvSpPr>
            <a:spLocks noGrp="1"/>
          </p:cNvSpPr>
          <p:nvPr>
            <p:ph type="body" sz="quarter" idx="14" hasCustomPrompt="1"/>
          </p:nvPr>
        </p:nvSpPr>
        <p:spPr>
          <a:xfrm>
            <a:off x="4156251" y="6507162"/>
            <a:ext cx="3868384" cy="289560"/>
          </a:xfrm>
        </p:spPr>
        <p:txBody>
          <a:bodyPr lIns="0">
            <a:noAutofit/>
          </a:bodyPr>
          <a:lstStyle>
            <a:lvl1pPr>
              <a:buNone/>
              <a:defRPr sz="1050">
                <a:latin typeface="Segoe UI" panose="020B0502040204020203" pitchFamily="34" charset="0"/>
                <a:cs typeface="Segoe UI" panose="020B0502040204020203" pitchFamily="34" charset="0"/>
              </a:defRPr>
            </a:lvl1pPr>
            <a:lvl2pPr>
              <a:buNone/>
              <a:defRPr sz="1200">
                <a:latin typeface="Segoe UI" panose="020B0502040204020203" pitchFamily="34" charset="0"/>
                <a:cs typeface="Segoe UI" panose="020B0502040204020203" pitchFamily="34" charset="0"/>
              </a:defRPr>
            </a:lvl2pPr>
            <a:lvl3pPr>
              <a:buNone/>
              <a:defRPr sz="1100">
                <a:latin typeface="Segoe UI" panose="020B0502040204020203" pitchFamily="34" charset="0"/>
                <a:cs typeface="Segoe UI" panose="020B0502040204020203" pitchFamily="34" charset="0"/>
              </a:defRPr>
            </a:lvl3pPr>
            <a:lvl4pPr>
              <a:buNone/>
              <a:defRPr sz="1050">
                <a:latin typeface="Segoe UI" panose="020B0502040204020203" pitchFamily="34" charset="0"/>
                <a:cs typeface="Segoe UI" panose="020B0502040204020203" pitchFamily="34" charset="0"/>
              </a:defRPr>
            </a:lvl4pPr>
            <a:lvl5pPr>
              <a:buNone/>
              <a:defRPr sz="1050">
                <a:latin typeface="Segoe UI" panose="020B0502040204020203" pitchFamily="34" charset="0"/>
                <a:cs typeface="Segoe UI" panose="020B0502040204020203" pitchFamily="34" charset="0"/>
              </a:defRPr>
            </a:lvl5pPr>
          </a:lstStyle>
          <a:p>
            <a:pPr lvl="0"/>
            <a:r>
              <a:rPr lang="en-US"/>
              <a:t>Caption 5</a:t>
            </a:r>
          </a:p>
        </p:txBody>
      </p:sp>
      <p:sp>
        <p:nvSpPr>
          <p:cNvPr id="26" name="Text Placeholder 20">
            <a:extLst>
              <a:ext uri="{FF2B5EF4-FFF2-40B4-BE49-F238E27FC236}">
                <a16:creationId xmlns:a16="http://schemas.microsoft.com/office/drawing/2014/main" id="{66C33748-B9F0-8946-85AC-AF067813FD37}"/>
              </a:ext>
            </a:extLst>
          </p:cNvPr>
          <p:cNvSpPr>
            <a:spLocks noGrp="1"/>
          </p:cNvSpPr>
          <p:nvPr>
            <p:ph type="body" sz="quarter" idx="15" hasCustomPrompt="1"/>
          </p:nvPr>
        </p:nvSpPr>
        <p:spPr>
          <a:xfrm>
            <a:off x="8180738" y="6507162"/>
            <a:ext cx="3868384" cy="289560"/>
          </a:xfrm>
        </p:spPr>
        <p:txBody>
          <a:bodyPr lIns="0">
            <a:noAutofit/>
          </a:bodyPr>
          <a:lstStyle>
            <a:lvl1pPr>
              <a:buNone/>
              <a:defRPr sz="1050">
                <a:latin typeface="Segoe UI" panose="020B0502040204020203" pitchFamily="34" charset="0"/>
                <a:cs typeface="Segoe UI" panose="020B0502040204020203" pitchFamily="34" charset="0"/>
              </a:defRPr>
            </a:lvl1pPr>
            <a:lvl2pPr>
              <a:buNone/>
              <a:defRPr sz="1200">
                <a:latin typeface="Segoe UI" panose="020B0502040204020203" pitchFamily="34" charset="0"/>
                <a:cs typeface="Segoe UI" panose="020B0502040204020203" pitchFamily="34" charset="0"/>
              </a:defRPr>
            </a:lvl2pPr>
            <a:lvl3pPr>
              <a:buNone/>
              <a:defRPr sz="1100">
                <a:latin typeface="Segoe UI" panose="020B0502040204020203" pitchFamily="34" charset="0"/>
                <a:cs typeface="Segoe UI" panose="020B0502040204020203" pitchFamily="34" charset="0"/>
              </a:defRPr>
            </a:lvl3pPr>
            <a:lvl4pPr>
              <a:buNone/>
              <a:defRPr sz="1050">
                <a:latin typeface="Segoe UI" panose="020B0502040204020203" pitchFamily="34" charset="0"/>
                <a:cs typeface="Segoe UI" panose="020B0502040204020203" pitchFamily="34" charset="0"/>
              </a:defRPr>
            </a:lvl4pPr>
            <a:lvl5pPr>
              <a:buNone/>
              <a:defRPr sz="1050">
                <a:latin typeface="Segoe UI" panose="020B0502040204020203" pitchFamily="34" charset="0"/>
                <a:cs typeface="Segoe UI" panose="020B0502040204020203" pitchFamily="34" charset="0"/>
              </a:defRPr>
            </a:lvl5pPr>
          </a:lstStyle>
          <a:p>
            <a:pPr lvl="0"/>
            <a:r>
              <a:rPr lang="en-US"/>
              <a:t>Caption 6</a:t>
            </a:r>
          </a:p>
        </p:txBody>
      </p:sp>
    </p:spTree>
    <p:extLst>
      <p:ext uri="{BB962C8B-B14F-4D97-AF65-F5344CB8AC3E}">
        <p14:creationId xmlns:p14="http://schemas.microsoft.com/office/powerpoint/2010/main" val="17161943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492443"/>
          </a:xfrm>
          <a:prstGeom prst="rect">
            <a:avLst/>
          </a:prstGeom>
        </p:spPr>
        <p:txBody>
          <a:bodyPr vert="horz" wrap="square" lIns="0" tIns="0" rIns="0" bIns="0" rtlCol="0" anchor="t">
            <a:spAutoFit/>
          </a:bodyPr>
          <a:lstStyle/>
          <a:p>
            <a:r>
              <a:rPr lang="fr-FR" dirty="0"/>
              <a:t>Modifiez le style du titre</a:t>
            </a:r>
            <a:endParaRPr lang="en-US" dirty="0"/>
          </a:p>
        </p:txBody>
      </p:sp>
      <p:sp>
        <p:nvSpPr>
          <p:cNvPr id="4" name="Text Placeholder 3"/>
          <p:cNvSpPr>
            <a:spLocks noGrp="1"/>
          </p:cNvSpPr>
          <p:nvPr userDrawn="1">
            <p:ph type="body" idx="1"/>
          </p:nvPr>
        </p:nvSpPr>
        <p:spPr>
          <a:xfrm>
            <a:off x="584200" y="1435503"/>
            <a:ext cx="11018520" cy="1440394"/>
          </a:xfrm>
          <a:prstGeom prst="rect">
            <a:avLst/>
          </a:prstGeom>
        </p:spPr>
        <p:txBody>
          <a:bodyPr vert="horz" wrap="square" lIns="0" tIns="0" rIns="0" bIns="0" rtlCol="0">
            <a:sp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6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5189" r:id="rId1"/>
    <p:sldLayoutId id="2147485203" r:id="rId2"/>
    <p:sldLayoutId id="2147485202" r:id="rId3"/>
    <p:sldLayoutId id="2147484710" r:id="rId4"/>
    <p:sldLayoutId id="2147484240" r:id="rId5"/>
    <p:sldLayoutId id="2147484910" r:id="rId6"/>
    <p:sldLayoutId id="2147484911" r:id="rId7"/>
    <p:sldLayoutId id="2147485050" r:id="rId8"/>
    <p:sldLayoutId id="2147485165" r:id="rId9"/>
    <p:sldLayoutId id="2147484941" r:id="rId10"/>
    <p:sldLayoutId id="2147484942" r:id="rId11"/>
    <p:sldLayoutId id="2147485162" r:id="rId12"/>
    <p:sldLayoutId id="2147484639" r:id="rId13"/>
    <p:sldLayoutId id="2147484943" r:id="rId14"/>
    <p:sldLayoutId id="2147484603" r:id="rId15"/>
    <p:sldLayoutId id="2147484833" r:id="rId16"/>
    <p:sldLayoutId id="2147484834" r:id="rId17"/>
    <p:sldLayoutId id="2147484835" r:id="rId18"/>
    <p:sldLayoutId id="2147484922" r:id="rId19"/>
    <p:sldLayoutId id="2147484923" r:id="rId20"/>
    <p:sldLayoutId id="2147484924" r:id="rId21"/>
    <p:sldLayoutId id="2147484839" r:id="rId22"/>
    <p:sldLayoutId id="2147484840" r:id="rId23"/>
    <p:sldLayoutId id="2147484841" r:id="rId24"/>
    <p:sldLayoutId id="2147484842" r:id="rId25"/>
    <p:sldLayoutId id="2147484843" r:id="rId26"/>
    <p:sldLayoutId id="2147484938" r:id="rId27"/>
    <p:sldLayoutId id="2147484939" r:id="rId28"/>
    <p:sldLayoutId id="2147484940" r:id="rId29"/>
    <p:sldLayoutId id="2147485161" r:id="rId30"/>
    <p:sldLayoutId id="2147485152" r:id="rId31"/>
    <p:sldLayoutId id="2147485153" r:id="rId32"/>
    <p:sldLayoutId id="2147485154" r:id="rId33"/>
    <p:sldLayoutId id="2147484944" r:id="rId34"/>
    <p:sldLayoutId id="2147484945" r:id="rId35"/>
    <p:sldLayoutId id="2147485137" r:id="rId36"/>
    <p:sldLayoutId id="2147485138" r:id="rId37"/>
    <p:sldLayoutId id="2147485139" r:id="rId38"/>
    <p:sldLayoutId id="2147485140" r:id="rId39"/>
    <p:sldLayoutId id="2147485141" r:id="rId40"/>
    <p:sldLayoutId id="2147485142" r:id="rId41"/>
    <p:sldLayoutId id="2147485212" r:id="rId42"/>
    <p:sldLayoutId id="2147485219" r:id="rId43"/>
    <p:sldLayoutId id="2147485220" r:id="rId44"/>
    <p:sldLayoutId id="2147484249" r:id="rId45"/>
    <p:sldLayoutId id="2147485221" r:id="rId46"/>
    <p:sldLayoutId id="2147485222" r:id="rId47"/>
    <p:sldLayoutId id="2147484584" r:id="rId48"/>
    <p:sldLayoutId id="2147485223" r:id="rId49"/>
    <p:sldLayoutId id="2147485224" r:id="rId50"/>
    <p:sldLayoutId id="2147484671" r:id="rId51"/>
    <p:sldLayoutId id="2147485204" r:id="rId52"/>
    <p:sldLayoutId id="2147484673" r:id="rId53"/>
    <p:sldLayoutId id="2147484299" r:id="rId54"/>
    <p:sldLayoutId id="2147484263" r:id="rId55"/>
    <p:sldLayoutId id="2147485216" r:id="rId56"/>
    <p:sldLayoutId id="2147485217" r:id="rId57"/>
    <p:sldLayoutId id="2147485225" r:id="rId58"/>
    <p:sldLayoutId id="2147485228" r:id="rId59"/>
    <p:sldLayoutId id="2147485229" r:id="rId60"/>
    <p:sldLayoutId id="2147485231" r:id="rId6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ka.ms/PSC_VID" TargetMode="External"/><Relationship Id="rId7"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slide" Target="slide57.xml"/><Relationship Id="rId5" Type="http://schemas.openxmlformats.org/officeDocument/2006/relationships/image" Target="../media/image27.pn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 Target="slide9.xml"/><Relationship Id="rId7" Type="http://schemas.openxmlformats.org/officeDocument/2006/relationships/image" Target="../media/image280.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slide" Target="slide20.xml"/><Relationship Id="rId5" Type="http://schemas.openxmlformats.org/officeDocument/2006/relationships/image" Target="../media/image29.png"/><Relationship Id="rId10" Type="http://schemas.openxmlformats.org/officeDocument/2006/relationships/image" Target="../media/image290.png"/><Relationship Id="rId4" Type="http://schemas.openxmlformats.org/officeDocument/2006/relationships/image" Target="../media/image270.png"/><Relationship Id="rId9" Type="http://schemas.openxmlformats.org/officeDocument/2006/relationships/slide" Target="slide24.xml"/></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slide" Target="slide30.xml"/><Relationship Id="rId7" Type="http://schemas.openxmlformats.org/officeDocument/2006/relationships/image" Target="../media/image310.png"/><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slide" Target="slide38.xml"/><Relationship Id="rId5" Type="http://schemas.openxmlformats.org/officeDocument/2006/relationships/image" Target="../media/image32.png"/><Relationship Id="rId10" Type="http://schemas.openxmlformats.org/officeDocument/2006/relationships/image" Target="../media/image320.png"/><Relationship Id="rId4" Type="http://schemas.openxmlformats.org/officeDocument/2006/relationships/image" Target="../media/image300.png"/><Relationship Id="rId9" Type="http://schemas.openxmlformats.org/officeDocument/2006/relationships/slide" Target="slide44.xml"/></Relationships>
</file>

<file path=ppt/slides/_rels/slide6.xml.rels><?xml version="1.0" encoding="UTF-8" standalone="yes"?>
<Relationships xmlns="http://schemas.openxmlformats.org/package/2006/relationships"><Relationship Id="rId8" Type="http://schemas.openxmlformats.org/officeDocument/2006/relationships/hyperlink" Target="https://learn.microsoft.com/fr-fr/entra/verified-id/verifiable-credentials-standards" TargetMode="External"/><Relationship Id="rId3" Type="http://schemas.openxmlformats.org/officeDocument/2006/relationships/hyperlink" Target="https://aka.ms/didfordevs" TargetMode="External"/><Relationship Id="rId7" Type="http://schemas.openxmlformats.org/officeDocument/2006/relationships/hyperlink" Target="https://aka.ms/FaceCheckGA" TargetMode="External"/><Relationship Id="rId12" Type="http://schemas.openxmlformats.org/officeDocument/2006/relationships/hyperlink" Target="https://www.microsoft.com/en-us/security/business/microsoft-entra-pricing#x7f7ce6341f6042bf87ce6bf52781d04b"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hyperlink" Target="https://aka.ms/VerifiedIDeBook" TargetMode="External"/><Relationship Id="rId5" Type="http://schemas.openxmlformats.org/officeDocument/2006/relationships/hyperlink" Target="https://aka.ms/vcsample" TargetMode="External"/><Relationship Id="rId10" Type="http://schemas.openxmlformats.org/officeDocument/2006/relationships/hyperlink" Target="https://aka.ms/VerifiedIDdatasheet" TargetMode="External"/><Relationship Id="rId4" Type="http://schemas.openxmlformats.org/officeDocument/2006/relationships/hyperlink" Target="https://signup.microsoft.com/get-started/signup?products=2ebf8ffa-7de1-4d14-9b15-238f5ca77671&amp;ali=1&amp;bac=1&amp;signedinuser" TargetMode="External"/><Relationship Id="rId9" Type="http://schemas.openxmlformats.org/officeDocument/2006/relationships/hyperlink" Target="https://aka.ms/VerifyOnc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s://www.forrester.com/blogs/state-of-cybersecurity-innovation-rsa-conference-2024/#:~:text=Forrester%20calls%20out%20deepfakes%20as%20one%20of%20the,and%20brand%20damage%2C%20amplification%20of%20misinformation%2C%20and%20more." TargetMode="External"/><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hyperlink" Target="https://www2.deloitte.com/us/en/insights/industry/financial-services/financial-services-industry-predictions/2024/deepfake-banking-fraud-risk-on-the-rise.html" TargetMode="External"/><Relationship Id="rId4" Type="http://schemas.openxmlformats.org/officeDocument/2006/relationships/hyperlink" Target="https://www.gartner.com/en/cybersecurity/topics/cybersecurity-threat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forbes.com/councils/forbestechcouncil/2023/03/06/why-better-onboarding-is-key-to-improved-productivity-in-2023/#:~:text=A%20recent%20study%20we%20conducted%20in" TargetMode="External"/><Relationship Id="rId2" Type="http://schemas.openxmlformats.org/officeDocument/2006/relationships/notesSlide" Target="../notesSlides/notesSlide5.xml"/><Relationship Id="rId1" Type="http://schemas.openxmlformats.org/officeDocument/2006/relationships/slideLayout" Target="../slideLayouts/slideLayout57.xml"/><Relationship Id="rId5" Type="http://schemas.openxmlformats.org/officeDocument/2006/relationships/hyperlink" Target="https://www.ftc.gov/business-guidance/blog/2024/04/new-ftc-data-spotlight-offers-illuminating-insights-impersonation-scams" TargetMode="External"/><Relationship Id="rId4" Type="http://schemas.openxmlformats.org/officeDocument/2006/relationships/hyperlink" Target="https://www.gartner.com/en/newsroom/press-releases/2022-05-31-gartner-identifies-top-five-trends-in-privacy-through-2024"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5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hyperlink" Target="http://aka.ms/vcinterop" TargetMode="External"/><Relationship Id="rId2" Type="http://schemas.openxmlformats.org/officeDocument/2006/relationships/notesSlide" Target="../notesSlides/notesSlide9.xml"/><Relationship Id="rId1" Type="http://schemas.openxmlformats.org/officeDocument/2006/relationships/slideLayout" Target="../slideLayouts/slideLayout57.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5.pn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34.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48.png"/><Relationship Id="rId21" Type="http://schemas.openxmlformats.org/officeDocument/2006/relationships/image" Target="../media/image66.png"/><Relationship Id="rId7" Type="http://schemas.openxmlformats.org/officeDocument/2006/relationships/image" Target="../media/image52.jpe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notesSlide" Target="../notesSlides/notesSlide11.xml"/><Relationship Id="rId16" Type="http://schemas.openxmlformats.org/officeDocument/2006/relationships/image" Target="../media/image61.png"/><Relationship Id="rId20" Type="http://schemas.openxmlformats.org/officeDocument/2006/relationships/image" Target="../media/image65.png"/><Relationship Id="rId1" Type="http://schemas.openxmlformats.org/officeDocument/2006/relationships/slideLayout" Target="../slideLayouts/slideLayout57.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jpeg"/><Relationship Id="rId10" Type="http://schemas.openxmlformats.org/officeDocument/2006/relationships/image" Target="../media/image55.jpe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jpeg"/><Relationship Id="rId1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57.xml"/><Relationship Id="rId5" Type="http://schemas.openxmlformats.org/officeDocument/2006/relationships/image" Target="../media/image67.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digital.nhs.uk/services/digital-staff-passport" TargetMode="Externa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hyperlink" Target="http://aka.ms/VerifiedIDcustomers" TargetMode="External"/><Relationship Id="rId5" Type="http://schemas.openxmlformats.org/officeDocument/2006/relationships/image" Target="../media/image71.png"/><Relationship Id="rId4" Type="http://schemas.openxmlformats.org/officeDocument/2006/relationships/image" Target="../media/image70.jpeg"/></Relationships>
</file>

<file path=ppt/slides/_rels/slide2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www.ftc.gov/news-events/news/press-releases/2024/02/nationwide-fraud-losses-top-10-billion-2023-ftc-steps-efforts-protect-public#:~:text=Newly%20released%20Federal%20Trade%20Commission%20data" TargetMode="External"/><Relationship Id="rId2" Type="http://schemas.openxmlformats.org/officeDocument/2006/relationships/notesSlide" Target="../notesSlides/notesSlide19.xml"/><Relationship Id="rId1" Type="http://schemas.openxmlformats.org/officeDocument/2006/relationships/slideLayout" Target="../slideLayouts/slideLayout57.xml"/><Relationship Id="rId6" Type="http://schemas.openxmlformats.org/officeDocument/2006/relationships/hyperlink" Target="https://www.g2.com/articles/onboarding-statistics" TargetMode="External"/><Relationship Id="rId5" Type="http://schemas.openxmlformats.org/officeDocument/2006/relationships/hyperlink" Target="https://www.forbes.com/councils/forbestechcouncil/2023/03/06/why-better-onboarding-is-key-to-improved-productivity-in-2023/#:~:text=A%20recent%20study%20we%20conducted%20in" TargetMode="External"/><Relationship Id="rId4" Type="http://schemas.openxmlformats.org/officeDocument/2006/relationships/hyperlink" Target="https://lifelock.norton.com/learn/identity-theft-resources/how-common-is-identity-theft#:~:text=In%202023%2C%20the%20FTC%20received%2089%2C465%20reports%20related,to%20tax-related%20or%20employment%20identity%20fraud%20in%202023."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22.xml"/><Relationship Id="rId1" Type="http://schemas.openxmlformats.org/officeDocument/2006/relationships/slideLayout" Target="../slideLayouts/slideLayout57.xml"/></Relationships>
</file>

<file path=ppt/slides/_rels/slide29.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image" Target="../media/image74.png"/><Relationship Id="rId7" Type="http://schemas.openxmlformats.org/officeDocument/2006/relationships/slide" Target="slide28.xml"/><Relationship Id="rId2" Type="http://schemas.openxmlformats.org/officeDocument/2006/relationships/notesSlide" Target="../notesSlides/notesSlide23.xml"/><Relationship Id="rId1" Type="http://schemas.openxmlformats.org/officeDocument/2006/relationships/slideLayout" Target="../slideLayouts/slideLayout57.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79.svg"/><Relationship Id="rId4" Type="http://schemas.openxmlformats.org/officeDocument/2006/relationships/image" Target="../media/image75.png"/><Relationship Id="rId9" Type="http://schemas.openxmlformats.org/officeDocument/2006/relationships/image" Target="../media/image78.png"/></Relationships>
</file>

<file path=ppt/slides/_rels/slide30.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www.microsoft.com/en-in/security/security-insider/intelligence-reports/microsoft-digital-defense-report-2024?msockid=30db75bb65e96839281b67b1645a69ea#modal-dialog" TargetMode="External"/><Relationship Id="rId2" Type="http://schemas.openxmlformats.org/officeDocument/2006/relationships/notesSlide" Target="../notesSlides/notesSlide24.xml"/><Relationship Id="rId1" Type="http://schemas.openxmlformats.org/officeDocument/2006/relationships/slideLayout" Target="../slideLayouts/slideLayout57.xml"/><Relationship Id="rId5" Type="http://schemas.openxmlformats.org/officeDocument/2006/relationships/hyperlink" Target="https://www.nintex.com/resources/definitive-guide-to-americas-most-broken-processes/" TargetMode="External"/><Relationship Id="rId4" Type="http://schemas.openxmlformats.org/officeDocument/2006/relationships/hyperlink" Target="https://www.gartner.com/en/newsroom/press-releases/2022-05-31-gartner-identifies-top-five-trends-in-privacy-through-2024"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slide" Target="slide37.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jpeg"/><Relationship Id="rId18" Type="http://schemas.openxmlformats.org/officeDocument/2006/relationships/slide" Target="slide34.xml"/><Relationship Id="rId3" Type="http://schemas.openxmlformats.org/officeDocument/2006/relationships/image" Target="../media/image76.png"/><Relationship Id="rId7" Type="http://schemas.openxmlformats.org/officeDocument/2006/relationships/image" Target="../media/image85.svg"/><Relationship Id="rId12" Type="http://schemas.openxmlformats.org/officeDocument/2006/relationships/image" Target="../media/image90.png"/><Relationship Id="rId17" Type="http://schemas.openxmlformats.org/officeDocument/2006/relationships/image" Target="../media/image95.png"/><Relationship Id="rId2" Type="http://schemas.openxmlformats.org/officeDocument/2006/relationships/notesSlide" Target="../notesSlides/notesSlide30.xml"/><Relationship Id="rId16" Type="http://schemas.openxmlformats.org/officeDocument/2006/relationships/image" Target="../media/image94.png"/><Relationship Id="rId1" Type="http://schemas.openxmlformats.org/officeDocument/2006/relationships/slideLayout" Target="../slideLayouts/slideLayout57.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4" Type="http://schemas.openxmlformats.org/officeDocument/2006/relationships/image" Target="../media/image77.png"/><Relationship Id="rId9" Type="http://schemas.openxmlformats.org/officeDocument/2006/relationships/image" Target="../media/image87.jpeg"/><Relationship Id="rId14" Type="http://schemas.openxmlformats.org/officeDocument/2006/relationships/image" Target="../media/image92.png"/></Relationships>
</file>

<file path=ppt/slides/_rels/slide38.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hyperlink" Target="https://databox.com/reduce-average-support-ticket-response-time" TargetMode="External"/><Relationship Id="rId2" Type="http://schemas.openxmlformats.org/officeDocument/2006/relationships/notesSlide" Target="../notesSlides/notesSlide31.xml"/><Relationship Id="rId1" Type="http://schemas.openxmlformats.org/officeDocument/2006/relationships/slideLayout" Target="../slideLayouts/slideLayout57.xml"/><Relationship Id="rId5" Type="http://schemas.openxmlformats.org/officeDocument/2006/relationships/hyperlink" Target="https://www.forbes.com/sites/suzannerowankelleher/2023/09/13/ransomware-attack-mgm-resorts/" TargetMode="External"/><Relationship Id="rId4" Type="http://schemas.openxmlformats.org/officeDocument/2006/relationships/hyperlink" Target="https://www.ftc.gov/business-guidance/blog/2024/04/new-ftc-data-spotlight-offers-illuminating-insights-impersonation-scams"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99.png"/><Relationship Id="rId4" Type="http://schemas.openxmlformats.org/officeDocument/2006/relationships/image" Target="../media/image9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7.xml"/></Relationships>
</file>

<file path=ppt/slides/_rels/slide4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6.xml"/><Relationship Id="rId1" Type="http://schemas.openxmlformats.org/officeDocument/2006/relationships/slideLayout" Target="../slideLayouts/slideLayout57.xml"/><Relationship Id="rId6" Type="http://schemas.openxmlformats.org/officeDocument/2006/relationships/slide" Target="slide6.xml"/><Relationship Id="rId5" Type="http://schemas.openxmlformats.org/officeDocument/2006/relationships/image" Target="../media/image102.png"/><Relationship Id="rId4" Type="http://schemas.openxmlformats.org/officeDocument/2006/relationships/image" Target="../media/image101.png"/></Relationships>
</file>

<file path=ppt/slides/_rels/slide4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hyperlink" Target="https://aka.ms/VerifiedIDdocs" TargetMode="External"/><Relationship Id="rId4" Type="http://schemas.openxmlformats.org/officeDocument/2006/relationships/hyperlink" Target="https://learn.microsoft.com/en-us/entra/verified-id/using-wallet-library?tabs=ios"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learn.microsoft.com/fr-fr/entra/verified-id/verifiable-credentials-configure-tenant-quick" TargetMode="External"/><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hyperlink" Target="https://learn.microsoft.com/en-us/entra/identity/role-based-access-control/permissions-reference#application-administrator" TargetMode="External"/><Relationship Id="rId5" Type="http://schemas.openxmlformats.org/officeDocument/2006/relationships/hyperlink" Target="https://learn.microsoft.com/en-us/entra/identity/role-based-access-control/permissions-reference#authentication-policy-administrator" TargetMode="External"/><Relationship Id="rId4" Type="http://schemas.openxmlformats.org/officeDocument/2006/relationships/hyperlink" Target="https://learn.microsoft.com/en-us/entra/identity/role-based-access-control/permissions-reference#global-administrator"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learn.microsoft.com/fr-fr/entra/verified-id/verifiable-credentials-configure-tenant-quick" TargetMode="External"/><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hyperlink" Target="https://contoso.com/" TargetMode="External"/><Relationship Id="rId4" Type="http://schemas.openxmlformats.org/officeDocument/2006/relationships/hyperlink" Target="https://learn.microsoft.com/en-us/entra/identity/role-based-access-control/permissions-reference#application-administrator"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learn.microsoft.com/fr-fr/entra/verified-id/using-facecheck" TargetMode="External"/><Relationship Id="rId7" Type="http://schemas.openxmlformats.org/officeDocument/2006/relationships/hyperlink" Target="https://review.learn.microsoft.com/en-us/entra/fundamentals/try-microsoft-entra-suite" TargetMode="External"/><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hyperlink" Target="https://learn.microsoft.com/en-us/azure/role-based-access-control/built-in-roles/general#contributor" TargetMode="External"/><Relationship Id="rId5" Type="http://schemas.openxmlformats.org/officeDocument/2006/relationships/hyperlink" Target="https://learn.microsoft.com/en-us/entra/fundamentals/how-subscriptions-associated-directory" TargetMode="External"/><Relationship Id="rId4" Type="http://schemas.openxmlformats.org/officeDocument/2006/relationships/hyperlink" Target="https://review.learn.microsoft.com/en-us/rest/api/resources"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review.learn.microsoft.com/en-us/entra/verified-id/admin-api#get-authority" TargetMode="External"/><Relationship Id="rId2" Type="http://schemas.openxmlformats.org/officeDocument/2006/relationships/notesSlide" Target="../notesSlides/notesSlide41.xml"/><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3" Type="http://schemas.openxmlformats.org/officeDocument/2006/relationships/hyperlink" Target="https://learn.microsoft.com/fr-fr/entra/verified-id/how-to-use-quickstart-verifiedemployee" TargetMode="External"/><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104.png"/></Relationships>
</file>

<file path=ppt/slides/_rels/slide5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hyperlink" Target="https://learn.microsoft.com/fr-fr/entra/verified-id/how-use-vcnetwork" TargetMode="External"/><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8" Type="http://schemas.openxmlformats.org/officeDocument/2006/relationships/hyperlink" Target="https://learn.microsoft.com/en-us/azure/active-directory/verifiable-credentials/issuance-request-api#issuance-request-payload"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5.xml"/><Relationship Id="rId1" Type="http://schemas.openxmlformats.org/officeDocument/2006/relationships/slideLayout" Target="../slideLayouts/slideLayout5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6.xml"/><Relationship Id="rId1" Type="http://schemas.openxmlformats.org/officeDocument/2006/relationships/slideLayout" Target="../slideLayouts/slideLayout57.xml"/><Relationship Id="rId6" Type="http://schemas.openxmlformats.org/officeDocument/2006/relationships/hyperlink" Target="https://learn.microsoft.com/en-us/entra/verified-id/helpdesk-with-verified-id" TargetMode="External"/><Relationship Id="rId5" Type="http://schemas.openxmlformats.org/officeDocument/2006/relationships/hyperlink" Target="https://learn.microsoft.com/en-us/entra/id-governance/entitlement-management-verified-id-settings" TargetMode="External"/><Relationship Id="rId4" Type="http://schemas.openxmlformats.org/officeDocument/2006/relationships/hyperlink" Target="https://learn.microsoft.com/en-us/entra/verified-id/remote-onboarding-new-employees-id-verification"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aka.ms/vcsample" TargetMode="External"/><Relationship Id="rId2" Type="http://schemas.openxmlformats.org/officeDocument/2006/relationships/hyperlink" Target="https://aka.ms/didfordevs" TargetMode="External"/><Relationship Id="rId1" Type="http://schemas.openxmlformats.org/officeDocument/2006/relationships/slideLayout" Target="../slideLayouts/slideLayout5.xml"/><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8.xml"/><Relationship Id="rId1" Type="http://schemas.openxmlformats.org/officeDocument/2006/relationships/slideLayout" Target="../slideLayouts/slideLayout61.xml"/></Relationships>
</file>

<file path=ppt/slides/_rels/slide59.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3.svg"/><Relationship Id="rId2" Type="http://schemas.openxmlformats.org/officeDocument/2006/relationships/notesSlide" Target="../notesSlides/notesSlide49.xml"/><Relationship Id="rId1" Type="http://schemas.openxmlformats.org/officeDocument/2006/relationships/slideLayout" Target="../slideLayouts/slideLayout61.xml"/><Relationship Id="rId6" Type="http://schemas.openxmlformats.org/officeDocument/2006/relationships/image" Target="../media/image112.png"/><Relationship Id="rId5" Type="http://schemas.openxmlformats.org/officeDocument/2006/relationships/hyperlink" Target="http://pngimg.com/download/20596" TargetMode="External"/><Relationship Id="rId4"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03490-D98D-4C92-A9AC-3B705A87D59D}"/>
              </a:ext>
            </a:extLst>
          </p:cNvPr>
          <p:cNvSpPr>
            <a:spLocks noGrp="1"/>
          </p:cNvSpPr>
          <p:nvPr>
            <p:ph type="title"/>
          </p:nvPr>
        </p:nvSpPr>
        <p:spPr>
          <a:xfrm>
            <a:off x="533915" y="1951672"/>
            <a:ext cx="6076335" cy="1477328"/>
          </a:xfrm>
        </p:spPr>
        <p:txBody>
          <a:bodyPr/>
          <a:lstStyle/>
          <a:p>
            <a:r>
              <a:rPr lang="fr-FR" sz="3200" dirty="0"/>
              <a:t>Mise en œuvre de Pro Santé Connect avec Microsoft Entra ID</a:t>
            </a:r>
          </a:p>
        </p:txBody>
      </p:sp>
      <p:sp>
        <p:nvSpPr>
          <p:cNvPr id="3" name="Text Placeholder 2">
            <a:extLst>
              <a:ext uri="{FF2B5EF4-FFF2-40B4-BE49-F238E27FC236}">
                <a16:creationId xmlns:a16="http://schemas.microsoft.com/office/drawing/2014/main" id="{6DE0E1A5-D98C-47FE-B441-72F4FEA1794B}"/>
              </a:ext>
            </a:extLst>
          </p:cNvPr>
          <p:cNvSpPr>
            <a:spLocks noGrp="1"/>
          </p:cNvSpPr>
          <p:nvPr>
            <p:ph type="body" sz="quarter" idx="12"/>
          </p:nvPr>
        </p:nvSpPr>
        <p:spPr>
          <a:xfrm>
            <a:off x="533916" y="3587857"/>
            <a:ext cx="5798132" cy="276999"/>
          </a:xfrm>
        </p:spPr>
        <p:txBody>
          <a:bodyPr/>
          <a:lstStyle/>
          <a:p>
            <a:r>
              <a:rPr lang="fr-FR" sz="1800" dirty="0"/>
              <a:t>Atelier sur la vérification d’identité à destination des établissements de santé</a:t>
            </a:r>
          </a:p>
        </p:txBody>
      </p:sp>
      <p:sp>
        <p:nvSpPr>
          <p:cNvPr id="9" name="Text Placeholder 2">
            <a:extLst>
              <a:ext uri="{FF2B5EF4-FFF2-40B4-BE49-F238E27FC236}">
                <a16:creationId xmlns:a16="http://schemas.microsoft.com/office/drawing/2014/main" id="{B3C90CB1-036D-FD4F-C1B5-F5037E745533}"/>
              </a:ext>
            </a:extLst>
          </p:cNvPr>
          <p:cNvSpPr txBox="1">
            <a:spLocks/>
          </p:cNvSpPr>
          <p:nvPr/>
        </p:nvSpPr>
        <p:spPr>
          <a:xfrm>
            <a:off x="533915" y="4555094"/>
            <a:ext cx="4579007" cy="276999"/>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1800" dirty="0">
                <a:solidFill>
                  <a:schemeClr val="bg1"/>
                </a:solidFill>
              </a:rPr>
              <a:t>Version 1.0 (brouillon) – Mai 2025</a:t>
            </a:r>
          </a:p>
        </p:txBody>
      </p:sp>
    </p:spTree>
    <p:extLst>
      <p:ext uri="{BB962C8B-B14F-4D97-AF65-F5344CB8AC3E}">
        <p14:creationId xmlns:p14="http://schemas.microsoft.com/office/powerpoint/2010/main" val="18677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C43AA7-C5A5-B85D-5015-BB489240D698}"/>
              </a:ext>
            </a:extLst>
          </p:cNvPr>
          <p:cNvSpPr>
            <a:spLocks noGrp="1"/>
          </p:cNvSpPr>
          <p:nvPr>
            <p:ph type="title"/>
          </p:nvPr>
        </p:nvSpPr>
        <p:spPr>
          <a:xfrm>
            <a:off x="588263" y="457200"/>
            <a:ext cx="7011246" cy="1754326"/>
          </a:xfrm>
        </p:spPr>
        <p:txBody>
          <a:bodyPr/>
          <a:lstStyle/>
          <a:p>
            <a:r>
              <a:rPr lang="fr-FR" sz="3200" dirty="0"/>
              <a:t>En complément du guide sur la vérification d’identité</a:t>
            </a:r>
            <a:br>
              <a:rPr lang="fr-FR" sz="3200" dirty="0"/>
            </a:br>
            <a:br>
              <a:rPr lang="fr-FR" sz="1600" dirty="0"/>
            </a:br>
            <a:r>
              <a:rPr lang="fr-FR" sz="3200" dirty="0">
                <a:solidFill>
                  <a:srgbClr val="C00000"/>
                </a:solidFill>
              </a:rPr>
              <a:t>Bientôt disponible</a:t>
            </a:r>
          </a:p>
        </p:txBody>
      </p:sp>
      <p:sp>
        <p:nvSpPr>
          <p:cNvPr id="3" name="Espace réservé du texte 2">
            <a:extLst>
              <a:ext uri="{FF2B5EF4-FFF2-40B4-BE49-F238E27FC236}">
                <a16:creationId xmlns:a16="http://schemas.microsoft.com/office/drawing/2014/main" id="{DFB38DCA-FE53-7BA1-FE71-AD51AF7F1E61}"/>
              </a:ext>
            </a:extLst>
          </p:cNvPr>
          <p:cNvSpPr>
            <a:spLocks noGrp="1"/>
          </p:cNvSpPr>
          <p:nvPr>
            <p:ph type="body" sz="quarter" idx="10"/>
          </p:nvPr>
        </p:nvSpPr>
        <p:spPr>
          <a:xfrm>
            <a:off x="588264" y="2544142"/>
            <a:ext cx="6682890" cy="1326517"/>
          </a:xfrm>
        </p:spPr>
        <p:txBody>
          <a:bodyPr/>
          <a:lstStyle/>
          <a:p>
            <a:r>
              <a:rPr lang="fr-FR" sz="2400" dirty="0"/>
              <a:t>Pour aller plus loin avec la fondation Entra ID</a:t>
            </a:r>
          </a:p>
          <a:p>
            <a:pPr lvl="2">
              <a:spcBef>
                <a:spcPts val="600"/>
              </a:spcBef>
            </a:pPr>
            <a:r>
              <a:rPr lang="fr-FR" dirty="0">
                <a:latin typeface="+mj-lt"/>
              </a:rPr>
              <a:t>Locataires Entra concernés pour cet atelier </a:t>
            </a:r>
            <a:r>
              <a:rPr lang="fr-FR" dirty="0"/>
              <a:t>:</a:t>
            </a:r>
          </a:p>
          <a:p>
            <a:pPr lvl="3"/>
            <a:r>
              <a:rPr lang="fr-FR" dirty="0">
                <a:ea typeface="Calibri" panose="020F0502020204030204" pitchFamily="34" charset="0"/>
              </a:rPr>
              <a:t>Priorité 1 : locataire pour l’i</a:t>
            </a:r>
            <a:r>
              <a:rPr lang="fr-FR" dirty="0"/>
              <a:t>ntégration applicative de la plateforme PSC avec Entra ID</a:t>
            </a:r>
          </a:p>
          <a:p>
            <a:pPr lvl="3"/>
            <a:r>
              <a:rPr lang="fr-FR" dirty="0"/>
              <a:t>Priorité 2 : autres locataires </a:t>
            </a:r>
          </a:p>
          <a:p>
            <a:pPr lvl="3"/>
            <a:endParaRPr lang="fr-FR" dirty="0"/>
          </a:p>
        </p:txBody>
      </p:sp>
      <p:sp>
        <p:nvSpPr>
          <p:cNvPr id="7" name="ZoneTexte 6">
            <a:extLst>
              <a:ext uri="{FF2B5EF4-FFF2-40B4-BE49-F238E27FC236}">
                <a16:creationId xmlns:a16="http://schemas.microsoft.com/office/drawing/2014/main" id="{D154F844-3F5B-B38B-2B8A-881E431362E9}"/>
              </a:ext>
            </a:extLst>
          </p:cNvPr>
          <p:cNvSpPr txBox="1"/>
          <p:nvPr/>
        </p:nvSpPr>
        <p:spPr>
          <a:xfrm>
            <a:off x="7629139" y="6024848"/>
            <a:ext cx="4721238" cy="276999"/>
          </a:xfrm>
          <a:prstGeom prst="rect">
            <a:avLst/>
          </a:prstGeom>
          <a:noFill/>
        </p:spPr>
        <p:txBody>
          <a:bodyPr wrap="square">
            <a:spAutoFit/>
          </a:bodyPr>
          <a:lstStyle/>
          <a:p>
            <a:pPr algn="ctr"/>
            <a:r>
              <a:rPr lang="en-US" sz="1200" dirty="0">
                <a:solidFill>
                  <a:srgbClr val="0078D4"/>
                </a:solidFill>
                <a:latin typeface="+mj-lt"/>
                <a:hlinkClick r:id="rId3"/>
              </a:rPr>
              <a:t>https://aka.ms/PSC_VID</a:t>
            </a:r>
            <a:endParaRPr lang="en-US" sz="1200" dirty="0">
              <a:solidFill>
                <a:srgbClr val="0078D4"/>
              </a:solidFill>
              <a:latin typeface="+mj-lt"/>
            </a:endParaRPr>
          </a:p>
        </p:txBody>
      </p:sp>
      <p:pic>
        <p:nvPicPr>
          <p:cNvPr id="5" name="Image 4">
            <a:hlinkClick r:id="rId3"/>
            <a:extLst>
              <a:ext uri="{FF2B5EF4-FFF2-40B4-BE49-F238E27FC236}">
                <a16:creationId xmlns:a16="http://schemas.microsoft.com/office/drawing/2014/main" id="{91D7763D-4EE9-5462-424B-EC613F1C45C8}"/>
              </a:ext>
            </a:extLst>
          </p:cNvPr>
          <p:cNvPicPr>
            <a:picLocks noChangeAspect="1"/>
          </p:cNvPicPr>
          <p:nvPr/>
        </p:nvPicPr>
        <p:blipFill>
          <a:blip r:embed="rId4"/>
          <a:stretch>
            <a:fillRect/>
          </a:stretch>
        </p:blipFill>
        <p:spPr>
          <a:xfrm>
            <a:off x="8315417" y="1334363"/>
            <a:ext cx="3164227" cy="4507897"/>
          </a:xfrm>
          <a:prstGeom prst="roundRect">
            <a:avLst>
              <a:gd name="adj" fmla="val 3603"/>
            </a:avLst>
          </a:prstGeom>
          <a:solidFill>
            <a:schemeClr val="bg1"/>
          </a:solidFill>
          <a:ln w="19050">
            <a:solidFill>
              <a:srgbClr val="0070C0"/>
            </a:solidFill>
          </a:ln>
          <a:effectLst>
            <a:outerShdw blurRad="63500" dist="127000" dir="2700000" algn="ctr" rotWithShape="0">
              <a:prstClr val="black">
                <a:alpha val="20000"/>
              </a:prstClr>
            </a:outerShdw>
          </a:effectLst>
        </p:spPr>
      </p:pic>
      <p:sp>
        <p:nvSpPr>
          <p:cNvPr id="9" name="ZoneTexte 8">
            <a:extLst>
              <a:ext uri="{FF2B5EF4-FFF2-40B4-BE49-F238E27FC236}">
                <a16:creationId xmlns:a16="http://schemas.microsoft.com/office/drawing/2014/main" id="{51788C07-94C8-595B-FD62-448555984379}"/>
              </a:ext>
            </a:extLst>
          </p:cNvPr>
          <p:cNvSpPr txBox="1"/>
          <p:nvPr/>
        </p:nvSpPr>
        <p:spPr>
          <a:xfrm>
            <a:off x="508403" y="3837694"/>
            <a:ext cx="3804517" cy="830997"/>
          </a:xfrm>
          <a:prstGeom prst="rect">
            <a:avLst/>
          </a:prstGeom>
          <a:noFill/>
        </p:spPr>
        <p:txBody>
          <a:bodyPr wrap="square">
            <a:spAutoFit/>
          </a:bodyPr>
          <a:lstStyle/>
          <a:p>
            <a:r>
              <a:rPr lang="fr-FR" sz="2400" dirty="0">
                <a:cs typeface="Segoe UI" panose="020B0502040204020203" pitchFamily="34" charset="0"/>
              </a:rPr>
              <a:t>Et à utiliser conjointement </a:t>
            </a:r>
          </a:p>
          <a:p>
            <a:r>
              <a:rPr lang="fr-FR" sz="2400" dirty="0">
                <a:cs typeface="Segoe UI" panose="020B0502040204020203" pitchFamily="34" charset="0"/>
              </a:rPr>
              <a:t>pour vos propres scénarios</a:t>
            </a:r>
          </a:p>
        </p:txBody>
      </p:sp>
      <mc:AlternateContent xmlns:mc="http://schemas.openxmlformats.org/markup-compatibility/2006" xmlns:psez="http://schemas.microsoft.com/office/powerpoint/2016/sectionzoom">
        <mc:Choice Requires="psez">
          <p:graphicFrame>
            <p:nvGraphicFramePr>
              <p:cNvPr id="12" name="Zoom de section 11">
                <a:extLst>
                  <a:ext uri="{FF2B5EF4-FFF2-40B4-BE49-F238E27FC236}">
                    <a16:creationId xmlns:a16="http://schemas.microsoft.com/office/drawing/2014/main" id="{DAD86AA2-94E0-6550-DEBF-C6B308EC061E}"/>
                  </a:ext>
                </a:extLst>
              </p:cNvPr>
              <p:cNvGraphicFramePr>
                <a:graphicFrameLocks noChangeAspect="1"/>
              </p:cNvGraphicFramePr>
              <p:nvPr>
                <p:extLst>
                  <p:ext uri="{D42A27DB-BD31-4B8C-83A1-F6EECF244321}">
                    <p14:modId xmlns:p14="http://schemas.microsoft.com/office/powerpoint/2010/main" val="3306120515"/>
                  </p:ext>
                </p:extLst>
              </p:nvPr>
            </p:nvGraphicFramePr>
            <p:xfrm>
              <a:off x="4438501" y="3946160"/>
              <a:ext cx="3048000" cy="1714500"/>
            </p:xfrm>
            <a:graphic>
              <a:graphicData uri="http://schemas.microsoft.com/office/powerpoint/2016/sectionzoom">
                <psez:sectionZm>
                  <psez:sectionZmObj sectionId="{D2923DC2-9CDB-4910-9544-8C2ECC406604}">
                    <psez:zmPr id="{09258CC6-74AB-4618-98B6-CB303236E9D8}"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12" name="Zoom de section 11">
                <a:hlinkClick r:id="rId6" action="ppaction://hlinksldjump"/>
                <a:extLst>
                  <a:ext uri="{FF2B5EF4-FFF2-40B4-BE49-F238E27FC236}">
                    <a16:creationId xmlns:a16="http://schemas.microsoft.com/office/drawing/2014/main" id="{DAD86AA2-94E0-6550-DEBF-C6B308EC061E}"/>
                  </a:ext>
                </a:extLst>
              </p:cNvPr>
              <p:cNvPicPr>
                <a:picLocks noGrp="1" noRot="1" noChangeAspect="1" noMove="1" noResize="1" noEditPoints="1" noAdjustHandles="1" noChangeArrowheads="1" noChangeShapeType="1"/>
              </p:cNvPicPr>
              <p:nvPr/>
            </p:nvPicPr>
            <p:blipFill>
              <a:blip r:embed="rId7"/>
              <a:stretch>
                <a:fillRect/>
              </a:stretch>
            </p:blipFill>
            <p:spPr>
              <a:xfrm>
                <a:off x="4438501" y="3946160"/>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p:spTree>
    <p:extLst>
      <p:ext uri="{BB962C8B-B14F-4D97-AF65-F5344CB8AC3E}">
        <p14:creationId xmlns:p14="http://schemas.microsoft.com/office/powerpoint/2010/main" val="237885142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BF15BD-001C-49B3-9A01-B39DEDA47564}"/>
              </a:ext>
            </a:extLst>
          </p:cNvPr>
          <p:cNvSpPr>
            <a:spLocks noGrp="1"/>
          </p:cNvSpPr>
          <p:nvPr>
            <p:ph type="title"/>
          </p:nvPr>
        </p:nvSpPr>
        <p:spPr>
          <a:xfrm>
            <a:off x="585216" y="2309812"/>
            <a:ext cx="3216763" cy="984885"/>
          </a:xfrm>
        </p:spPr>
        <p:txBody>
          <a:bodyPr/>
          <a:lstStyle/>
          <a:p>
            <a:r>
              <a:rPr lang="fr-FR" sz="3200" dirty="0"/>
              <a:t>Sujets à couvrir pour cet atelier</a:t>
            </a:r>
          </a:p>
        </p:txBody>
      </p:sp>
      <p:sp>
        <p:nvSpPr>
          <p:cNvPr id="7" name="Text Placeholder 6">
            <a:extLst>
              <a:ext uri="{FF2B5EF4-FFF2-40B4-BE49-F238E27FC236}">
                <a16:creationId xmlns:a16="http://schemas.microsoft.com/office/drawing/2014/main" id="{61F6BD0B-C4D8-42DE-A3A7-50D8219CE639}"/>
              </a:ext>
            </a:extLst>
          </p:cNvPr>
          <p:cNvSpPr>
            <a:spLocks noGrp="1"/>
          </p:cNvSpPr>
          <p:nvPr>
            <p:ph type="body" sz="quarter" idx="11"/>
          </p:nvPr>
        </p:nvSpPr>
        <p:spPr>
          <a:xfrm>
            <a:off x="4356100" y="2309812"/>
            <a:ext cx="7253288" cy="2963888"/>
          </a:xfrm>
        </p:spPr>
        <p:txBody>
          <a:bodyPr/>
          <a:lstStyle/>
          <a:p>
            <a:pPr marL="457200" indent="-457200">
              <a:buFont typeface="+mj-lt"/>
              <a:buAutoNum type="arabicPeriod"/>
            </a:pPr>
            <a:r>
              <a:rPr lang="fr-FR" sz="2400" noProof="0" dirty="0"/>
              <a:t>Introduire la vérification d’identité </a:t>
            </a:r>
            <a:r>
              <a:rPr lang="en-US" sz="2400" dirty="0"/>
              <a:t>avec Entra Verified ID</a:t>
            </a:r>
          </a:p>
          <a:p>
            <a:pPr marL="457200" indent="-457200">
              <a:buFont typeface="+mj-lt"/>
              <a:buAutoNum type="arabicPeriod"/>
            </a:pPr>
            <a:r>
              <a:rPr lang="fr-FR" sz="2400" dirty="0"/>
              <a:t>Découvrir les cas d'utilisation les plus courants et les plus importants</a:t>
            </a:r>
          </a:p>
          <a:p>
            <a:pPr marL="457200" indent="-457200">
              <a:buFont typeface="+mj-lt"/>
              <a:buAutoNum type="arabicPeriod"/>
            </a:pPr>
            <a:r>
              <a:rPr lang="fr-FR" sz="2400" dirty="0"/>
              <a:t>Démarrer rapideme</a:t>
            </a:r>
            <a:r>
              <a:rPr lang="fr-FR" dirty="0"/>
              <a:t>nt</a:t>
            </a:r>
            <a:r>
              <a:rPr lang="fr-FR" sz="2400" dirty="0"/>
              <a:t>, et mettre en œuvre l’API de demande et les exemples GitHub</a:t>
            </a:r>
          </a:p>
          <a:p>
            <a:endParaRPr lang="en-US" sz="2000" dirty="0"/>
          </a:p>
        </p:txBody>
      </p:sp>
    </p:spTree>
    <p:extLst>
      <p:ext uri="{BB962C8B-B14F-4D97-AF65-F5344CB8AC3E}">
        <p14:creationId xmlns:p14="http://schemas.microsoft.com/office/powerpoint/2010/main" val="344108292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28">
            <a:extLst>
              <a:ext uri="{FF2B5EF4-FFF2-40B4-BE49-F238E27FC236}">
                <a16:creationId xmlns:a16="http://schemas.microsoft.com/office/drawing/2014/main" id="{6F016471-C15A-8350-DEBE-C6643A600787}"/>
              </a:ext>
              <a:ext uri="{C183D7F6-B498-43B3-948B-1728B52AA6E4}">
                <adec:decorative xmlns:adec="http://schemas.microsoft.com/office/drawing/2017/decorative" val="1"/>
              </a:ext>
            </a:extLst>
          </p:cNvPr>
          <p:cNvSpPr/>
          <p:nvPr/>
        </p:nvSpPr>
        <p:spPr bwMode="auto">
          <a:xfrm>
            <a:off x="0" y="1349839"/>
            <a:ext cx="11477223" cy="5632961"/>
          </a:xfrm>
          <a:prstGeom prst="roundRect">
            <a:avLst>
              <a:gd name="adj" fmla="val 3633"/>
            </a:avLst>
          </a:prstGeom>
          <a:solidFill>
            <a:schemeClr val="bg1"/>
          </a:solidFill>
          <a:ln>
            <a:noFill/>
            <a:headEnd type="none" w="med" len="med"/>
            <a:tailEnd type="none" w="med" len="med"/>
          </a:ln>
          <a:effectLst>
            <a:outerShdw blurRad="190500" dist="38100" dir="5400000" algn="t"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buNone/>
              <a:defRPr/>
            </a:pPr>
            <a:endParaRPr lang="en-US" sz="3200" dirty="0">
              <a:solidFill>
                <a:schemeClr val="tx1"/>
              </a:solidFill>
            </a:endParaRPr>
          </a:p>
        </p:txBody>
      </p:sp>
      <p:sp>
        <p:nvSpPr>
          <p:cNvPr id="4" name="Titre 3">
            <a:extLst>
              <a:ext uri="{FF2B5EF4-FFF2-40B4-BE49-F238E27FC236}">
                <a16:creationId xmlns:a16="http://schemas.microsoft.com/office/drawing/2014/main" id="{E8F03357-06DF-A197-010D-7CB3A81C2758}"/>
              </a:ext>
            </a:extLst>
          </p:cNvPr>
          <p:cNvSpPr>
            <a:spLocks noGrp="1"/>
          </p:cNvSpPr>
          <p:nvPr>
            <p:ph type="title"/>
          </p:nvPr>
        </p:nvSpPr>
        <p:spPr>
          <a:xfrm>
            <a:off x="588263" y="457200"/>
            <a:ext cx="11473858" cy="707886"/>
          </a:xfrm>
        </p:spPr>
        <p:txBody>
          <a:bodyPr/>
          <a:lstStyle/>
          <a:p>
            <a:r>
              <a:rPr lang="fr-FR" sz="3200" dirty="0"/>
              <a:t>La vérification d’identité avec Entra Verified ID « dans le détail »</a:t>
            </a:r>
            <a:br>
              <a:rPr lang="fr-FR" sz="3200" dirty="0"/>
            </a:br>
            <a:endParaRPr lang="fr-FR" sz="1400" dirty="0">
              <a:cs typeface="+mn-cs"/>
            </a:endParaRPr>
          </a:p>
        </p:txBody>
      </p:sp>
      <p:sp>
        <p:nvSpPr>
          <p:cNvPr id="7" name="Rectangle 6">
            <a:extLst>
              <a:ext uri="{FF2B5EF4-FFF2-40B4-BE49-F238E27FC236}">
                <a16:creationId xmlns:a16="http://schemas.microsoft.com/office/drawing/2014/main" id="{85E73159-466D-17F6-3825-4F8B4D55B93C}"/>
              </a:ext>
            </a:extLst>
          </p:cNvPr>
          <p:cNvSpPr/>
          <p:nvPr/>
        </p:nvSpPr>
        <p:spPr>
          <a:xfrm>
            <a:off x="584898" y="2131853"/>
            <a:ext cx="3125943" cy="523220"/>
          </a:xfrm>
          <a:prstGeom prst="rect">
            <a:avLst/>
          </a:prstGeom>
        </p:spPr>
        <p:txBody>
          <a:bodyPr wrap="square" lIns="0" tIns="45720" rIns="91440" bIns="45720" anchor="t">
            <a:spAutoFit/>
          </a:bodyPr>
          <a:lstStyle/>
          <a:p>
            <a:pPr defTabSz="1155700">
              <a:spcAft>
                <a:spcPts val="2388"/>
              </a:spcAft>
              <a:buSzPct val="120000"/>
              <a:defRPr/>
            </a:pPr>
            <a:r>
              <a:rPr lang="fr-FR" sz="1400" dirty="0">
                <a:latin typeface="+mj-lt"/>
              </a:rPr>
              <a:t>Introduction à la vérification d’identité avec Entra Verified ID</a:t>
            </a:r>
          </a:p>
        </p:txBody>
      </p:sp>
      <p:sp>
        <p:nvSpPr>
          <p:cNvPr id="9" name="Espace réservé du contenu 8">
            <a:extLst>
              <a:ext uri="{FF2B5EF4-FFF2-40B4-BE49-F238E27FC236}">
                <a16:creationId xmlns:a16="http://schemas.microsoft.com/office/drawing/2014/main" id="{A5C9D47C-1B89-A8F1-C8BF-4A2B794E2A29}"/>
              </a:ext>
            </a:extLst>
          </p:cNvPr>
          <p:cNvSpPr>
            <a:spLocks noGrp="1"/>
          </p:cNvSpPr>
          <p:nvPr>
            <p:ph sz="quarter" idx="10"/>
          </p:nvPr>
        </p:nvSpPr>
        <p:spPr>
          <a:xfrm>
            <a:off x="584898" y="1517673"/>
            <a:ext cx="11018838" cy="369332"/>
          </a:xfrm>
        </p:spPr>
        <p:txBody>
          <a:bodyPr/>
          <a:lstStyle/>
          <a:p>
            <a:pPr marL="0" indent="0">
              <a:buNone/>
            </a:pPr>
            <a:r>
              <a:rPr lang="fr-FR" sz="2400" dirty="0"/>
              <a:t>Ce qu’il nous parait important de partager :</a:t>
            </a:r>
          </a:p>
        </p:txBody>
      </p:sp>
      <p:sp>
        <p:nvSpPr>
          <p:cNvPr id="13" name="Rectangle 12">
            <a:extLst>
              <a:ext uri="{FF2B5EF4-FFF2-40B4-BE49-F238E27FC236}">
                <a16:creationId xmlns:a16="http://schemas.microsoft.com/office/drawing/2014/main" id="{50E4B30E-32BA-06C7-9164-2D8C07154B52}"/>
              </a:ext>
            </a:extLst>
          </p:cNvPr>
          <p:cNvSpPr/>
          <p:nvPr/>
        </p:nvSpPr>
        <p:spPr>
          <a:xfrm>
            <a:off x="8174847" y="2160488"/>
            <a:ext cx="3125943" cy="523220"/>
          </a:xfrm>
          <a:prstGeom prst="rect">
            <a:avLst/>
          </a:prstGeom>
        </p:spPr>
        <p:txBody>
          <a:bodyPr wrap="square" lIns="0" tIns="45720" rIns="91440" bIns="45720" anchor="t">
            <a:spAutoFit/>
          </a:bodyPr>
          <a:lstStyle/>
          <a:p>
            <a:pPr defTabSz="1155700">
              <a:spcAft>
                <a:spcPts val="2388"/>
              </a:spcAft>
              <a:buSzPct val="120000"/>
              <a:defRPr/>
            </a:pPr>
            <a:r>
              <a:rPr lang="fr-FR" sz="1400" dirty="0">
                <a:latin typeface="+mj-lt"/>
              </a:rPr>
              <a:t>Intégration transparente et sécurisée des nouveaux utilisateurs</a:t>
            </a:r>
          </a:p>
        </p:txBody>
      </p:sp>
      <p:sp>
        <p:nvSpPr>
          <p:cNvPr id="14" name="Rectangle 13">
            <a:extLst>
              <a:ext uri="{FF2B5EF4-FFF2-40B4-BE49-F238E27FC236}">
                <a16:creationId xmlns:a16="http://schemas.microsoft.com/office/drawing/2014/main" id="{A6AD284F-FE26-BDA3-FADD-49F7F6B95B65}"/>
              </a:ext>
            </a:extLst>
          </p:cNvPr>
          <p:cNvSpPr/>
          <p:nvPr/>
        </p:nvSpPr>
        <p:spPr>
          <a:xfrm>
            <a:off x="4326346" y="2170399"/>
            <a:ext cx="3232997" cy="523220"/>
          </a:xfrm>
          <a:prstGeom prst="rect">
            <a:avLst/>
          </a:prstGeom>
        </p:spPr>
        <p:txBody>
          <a:bodyPr wrap="square" lIns="0" tIns="45720" rIns="91440" bIns="45720" anchor="t">
            <a:spAutoFit/>
          </a:bodyPr>
          <a:lstStyle/>
          <a:p>
            <a:pPr defTabSz="1155700">
              <a:spcAft>
                <a:spcPts val="2388"/>
              </a:spcAft>
              <a:buSzPct val="120000"/>
              <a:defRPr/>
            </a:pPr>
            <a:r>
              <a:rPr lang="fr-FR" sz="1400" dirty="0">
                <a:latin typeface="+mj-lt"/>
              </a:rPr>
              <a:t>Scénarios clés pour la vérification d'identité</a:t>
            </a:r>
            <a:endParaRPr lang="fr-FR" sz="1400" dirty="0"/>
          </a:p>
        </p:txBody>
      </p:sp>
      <p:sp>
        <p:nvSpPr>
          <p:cNvPr id="16" name="Flèche : droite 15">
            <a:extLst>
              <a:ext uri="{FF2B5EF4-FFF2-40B4-BE49-F238E27FC236}">
                <a16:creationId xmlns:a16="http://schemas.microsoft.com/office/drawing/2014/main" id="{52CA52C1-2D95-800A-5B43-39C2DC15CA48}"/>
              </a:ext>
            </a:extLst>
          </p:cNvPr>
          <p:cNvSpPr/>
          <p:nvPr/>
        </p:nvSpPr>
        <p:spPr bwMode="auto">
          <a:xfrm>
            <a:off x="0" y="3415717"/>
            <a:ext cx="11945154" cy="573110"/>
          </a:xfrm>
          <a:prstGeom prst="rightArrow">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ZoneTexte 16">
            <a:extLst>
              <a:ext uri="{FF2B5EF4-FFF2-40B4-BE49-F238E27FC236}">
                <a16:creationId xmlns:a16="http://schemas.microsoft.com/office/drawing/2014/main" id="{26AA186F-12FC-901F-00E6-A0990F2BA93A}"/>
              </a:ext>
            </a:extLst>
          </p:cNvPr>
          <p:cNvSpPr txBox="1"/>
          <p:nvPr/>
        </p:nvSpPr>
        <p:spPr>
          <a:xfrm>
            <a:off x="714777" y="4435252"/>
            <a:ext cx="2472744" cy="3062377"/>
          </a:xfrm>
          <a:prstGeom prst="rect">
            <a:avLst/>
          </a:prstGeom>
          <a:noFill/>
        </p:spPr>
        <p:txBody>
          <a:bodyPr wrap="square" lIns="0" tIns="0" rIns="0" bIns="0" rtlCol="0">
            <a:spAutoFit/>
          </a:bodyPr>
          <a:lstStyle/>
          <a:p>
            <a:pPr algn="ctr"/>
            <a:r>
              <a:rPr lang="en-US" sz="19900" dirty="0">
                <a:solidFill>
                  <a:srgbClr val="0070C0"/>
                </a:solidFill>
                <a:latin typeface="+mj-lt"/>
              </a:rPr>
              <a:t>1</a:t>
            </a:r>
            <a:endParaRPr lang="en-US" sz="2000" dirty="0">
              <a:solidFill>
                <a:srgbClr val="0070C0"/>
              </a:solidFill>
              <a:latin typeface="+mj-lt"/>
            </a:endParaRPr>
          </a:p>
        </p:txBody>
      </p:sp>
      <p:sp>
        <p:nvSpPr>
          <p:cNvPr id="18" name="ZoneTexte 17">
            <a:extLst>
              <a:ext uri="{FF2B5EF4-FFF2-40B4-BE49-F238E27FC236}">
                <a16:creationId xmlns:a16="http://schemas.microsoft.com/office/drawing/2014/main" id="{281936AA-17A5-CC9B-7DB7-5DFAAC1BBD59}"/>
              </a:ext>
            </a:extLst>
          </p:cNvPr>
          <p:cNvSpPr txBox="1"/>
          <p:nvPr/>
        </p:nvSpPr>
        <p:spPr>
          <a:xfrm>
            <a:off x="4453944" y="4435252"/>
            <a:ext cx="2472744" cy="3062377"/>
          </a:xfrm>
          <a:prstGeom prst="rect">
            <a:avLst/>
          </a:prstGeom>
          <a:noFill/>
        </p:spPr>
        <p:txBody>
          <a:bodyPr wrap="square" lIns="0" tIns="0" rIns="0" bIns="0" rtlCol="0">
            <a:spAutoFit/>
          </a:bodyPr>
          <a:lstStyle/>
          <a:p>
            <a:pPr algn="ctr"/>
            <a:r>
              <a:rPr lang="en-US" sz="19900" dirty="0">
                <a:solidFill>
                  <a:srgbClr val="0070C0"/>
                </a:solidFill>
                <a:latin typeface="+mj-lt"/>
              </a:rPr>
              <a:t>2</a:t>
            </a:r>
            <a:endParaRPr lang="en-US" sz="2000" dirty="0">
              <a:solidFill>
                <a:srgbClr val="0070C0"/>
              </a:solidFill>
              <a:latin typeface="+mj-lt"/>
            </a:endParaRPr>
          </a:p>
        </p:txBody>
      </p:sp>
      <p:sp>
        <p:nvSpPr>
          <p:cNvPr id="19" name="ZoneTexte 18">
            <a:extLst>
              <a:ext uri="{FF2B5EF4-FFF2-40B4-BE49-F238E27FC236}">
                <a16:creationId xmlns:a16="http://schemas.microsoft.com/office/drawing/2014/main" id="{348621BF-28A5-ED71-EDA9-22027211EE54}"/>
              </a:ext>
            </a:extLst>
          </p:cNvPr>
          <p:cNvSpPr txBox="1"/>
          <p:nvPr/>
        </p:nvSpPr>
        <p:spPr>
          <a:xfrm>
            <a:off x="8678214" y="4435252"/>
            <a:ext cx="2472744" cy="3062377"/>
          </a:xfrm>
          <a:prstGeom prst="rect">
            <a:avLst/>
          </a:prstGeom>
          <a:noFill/>
        </p:spPr>
        <p:txBody>
          <a:bodyPr wrap="square" lIns="0" tIns="0" rIns="0" bIns="0" rtlCol="0">
            <a:spAutoFit/>
          </a:bodyPr>
          <a:lstStyle/>
          <a:p>
            <a:pPr algn="ctr"/>
            <a:r>
              <a:rPr lang="en-US" sz="19900" dirty="0">
                <a:solidFill>
                  <a:srgbClr val="0070C0"/>
                </a:solidFill>
                <a:latin typeface="+mj-lt"/>
              </a:rPr>
              <a:t>3</a:t>
            </a:r>
            <a:endParaRPr lang="en-US" sz="2000" dirty="0">
              <a:solidFill>
                <a:srgbClr val="0070C0"/>
              </a:solidFill>
              <a:latin typeface="+mj-lt"/>
            </a:endParaRPr>
          </a:p>
        </p:txBody>
      </p:sp>
      <mc:AlternateContent xmlns:mc="http://schemas.openxmlformats.org/markup-compatibility/2006" xmlns:psez="http://schemas.microsoft.com/office/powerpoint/2016/sectionzoom">
        <mc:Choice Requires="psez">
          <p:graphicFrame>
            <p:nvGraphicFramePr>
              <p:cNvPr id="3" name="Zoom de section 2">
                <a:extLst>
                  <a:ext uri="{FF2B5EF4-FFF2-40B4-BE49-F238E27FC236}">
                    <a16:creationId xmlns:a16="http://schemas.microsoft.com/office/drawing/2014/main" id="{4B5CFEC3-9C97-AD6A-06FC-2A6D4F4670F3}"/>
                  </a:ext>
                </a:extLst>
              </p:cNvPr>
              <p:cNvGraphicFramePr>
                <a:graphicFrameLocks noChangeAspect="1"/>
              </p:cNvGraphicFramePr>
              <p:nvPr>
                <p:extLst>
                  <p:ext uri="{D42A27DB-BD31-4B8C-83A1-F6EECF244321}">
                    <p14:modId xmlns:p14="http://schemas.microsoft.com/office/powerpoint/2010/main" val="3250670133"/>
                  </p:ext>
                </p:extLst>
              </p:nvPr>
            </p:nvGraphicFramePr>
            <p:xfrm>
              <a:off x="413182" y="2720752"/>
              <a:ext cx="3048000" cy="1714500"/>
            </p:xfrm>
            <a:graphic>
              <a:graphicData uri="http://schemas.microsoft.com/office/powerpoint/2016/sectionzoom">
                <psez:sectionZm>
                  <psez:sectionZmObj sectionId="{38D269B1-F960-43F7-8392-803F22E46135}">
                    <psez:zmPr id="{B37079BC-5219-4FF4-AD98-B03019D77247}"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3" name="Zoom de section 2">
                <a:hlinkClick r:id="rId3" action="ppaction://hlinksldjump"/>
                <a:extLst>
                  <a:ext uri="{FF2B5EF4-FFF2-40B4-BE49-F238E27FC236}">
                    <a16:creationId xmlns:a16="http://schemas.microsoft.com/office/drawing/2014/main" id="{4B5CFEC3-9C97-AD6A-06FC-2A6D4F4670F3}"/>
                  </a:ext>
                </a:extLst>
              </p:cNvPr>
              <p:cNvPicPr>
                <a:picLocks noGrp="1" noRot="1" noChangeAspect="1" noMove="1" noResize="1" noEditPoints="1" noAdjustHandles="1" noChangeArrowheads="1" noChangeShapeType="1"/>
              </p:cNvPicPr>
              <p:nvPr/>
            </p:nvPicPr>
            <p:blipFill>
              <a:blip r:embed="rId4"/>
              <a:stretch>
                <a:fillRect/>
              </a:stretch>
            </p:blipFill>
            <p:spPr>
              <a:xfrm>
                <a:off x="413182" y="2720752"/>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mc:AlternateContent xmlns:mc="http://schemas.openxmlformats.org/markup-compatibility/2006" xmlns:psez="http://schemas.microsoft.com/office/powerpoint/2016/sectionzoom">
        <mc:Choice Requires="psez">
          <p:graphicFrame>
            <p:nvGraphicFramePr>
              <p:cNvPr id="8" name="Zoom de section 7">
                <a:extLst>
                  <a:ext uri="{FF2B5EF4-FFF2-40B4-BE49-F238E27FC236}">
                    <a16:creationId xmlns:a16="http://schemas.microsoft.com/office/drawing/2014/main" id="{297F4D7E-7D42-4846-6FBA-E6FB293A1BB6}"/>
                  </a:ext>
                </a:extLst>
              </p:cNvPr>
              <p:cNvGraphicFramePr>
                <a:graphicFrameLocks noChangeAspect="1"/>
              </p:cNvGraphicFramePr>
              <p:nvPr>
                <p:extLst>
                  <p:ext uri="{D42A27DB-BD31-4B8C-83A1-F6EECF244321}">
                    <p14:modId xmlns:p14="http://schemas.microsoft.com/office/powerpoint/2010/main" val="3987580271"/>
                  </p:ext>
                </p:extLst>
              </p:nvPr>
            </p:nvGraphicFramePr>
            <p:xfrm>
              <a:off x="4326346" y="2741748"/>
              <a:ext cx="3048000" cy="1714500"/>
            </p:xfrm>
            <a:graphic>
              <a:graphicData uri="http://schemas.microsoft.com/office/powerpoint/2016/sectionzoom">
                <psez:sectionZm>
                  <psez:sectionZmObj sectionId="{D3BA7D05-8E8A-4FFA-8619-F5F102B27216}">
                    <psez:zmPr id="{F69E3E19-E273-4243-94CF-03ED5FE1E7BB}"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8" name="Zoom de section 7">
                <a:hlinkClick r:id="rId6" action="ppaction://hlinksldjump"/>
                <a:extLst>
                  <a:ext uri="{FF2B5EF4-FFF2-40B4-BE49-F238E27FC236}">
                    <a16:creationId xmlns:a16="http://schemas.microsoft.com/office/drawing/2014/main" id="{297F4D7E-7D42-4846-6FBA-E6FB293A1BB6}"/>
                  </a:ext>
                </a:extLst>
              </p:cNvPr>
              <p:cNvPicPr>
                <a:picLocks noGrp="1" noRot="1" noChangeAspect="1" noMove="1" noResize="1" noEditPoints="1" noAdjustHandles="1" noChangeArrowheads="1" noChangeShapeType="1"/>
              </p:cNvPicPr>
              <p:nvPr/>
            </p:nvPicPr>
            <p:blipFill>
              <a:blip r:embed="rId7"/>
              <a:stretch>
                <a:fillRect/>
              </a:stretch>
            </p:blipFill>
            <p:spPr>
              <a:xfrm>
                <a:off x="4326346" y="2741748"/>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mc:AlternateContent xmlns:mc="http://schemas.openxmlformats.org/markup-compatibility/2006" xmlns:psez="http://schemas.microsoft.com/office/powerpoint/2016/sectionzoom">
        <mc:Choice Requires="psez">
          <p:graphicFrame>
            <p:nvGraphicFramePr>
              <p:cNvPr id="15" name="Zoom de section 14">
                <a:extLst>
                  <a:ext uri="{FF2B5EF4-FFF2-40B4-BE49-F238E27FC236}">
                    <a16:creationId xmlns:a16="http://schemas.microsoft.com/office/drawing/2014/main" id="{FE2572A1-14BC-8DC1-A3AB-AE17A43668A2}"/>
                  </a:ext>
                </a:extLst>
              </p:cNvPr>
              <p:cNvGraphicFramePr>
                <a:graphicFrameLocks noChangeAspect="1"/>
              </p:cNvGraphicFramePr>
              <p:nvPr>
                <p:extLst>
                  <p:ext uri="{D42A27DB-BD31-4B8C-83A1-F6EECF244321}">
                    <p14:modId xmlns:p14="http://schemas.microsoft.com/office/powerpoint/2010/main" val="2551054453"/>
                  </p:ext>
                </p:extLst>
              </p:nvPr>
            </p:nvGraphicFramePr>
            <p:xfrm>
              <a:off x="8102958" y="2741748"/>
              <a:ext cx="3048000" cy="1714500"/>
            </p:xfrm>
            <a:graphic>
              <a:graphicData uri="http://schemas.microsoft.com/office/powerpoint/2016/sectionzoom">
                <psez:sectionZm>
                  <psez:sectionZmObj sectionId="{7F89D13E-D592-4857-96FF-18BAB460CC7A}">
                    <psez:zmPr id="{FE30EC05-70B8-4F76-A30B-6FFC8AD9D832}"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15" name="Zoom de section 14">
                <a:hlinkClick r:id="rId9" action="ppaction://hlinksldjump"/>
                <a:extLst>
                  <a:ext uri="{FF2B5EF4-FFF2-40B4-BE49-F238E27FC236}">
                    <a16:creationId xmlns:a16="http://schemas.microsoft.com/office/drawing/2014/main" id="{FE2572A1-14BC-8DC1-A3AB-AE17A43668A2}"/>
                  </a:ext>
                </a:extLst>
              </p:cNvPr>
              <p:cNvPicPr>
                <a:picLocks noGrp="1" noRot="1" noChangeAspect="1" noMove="1" noResize="1" noEditPoints="1" noAdjustHandles="1" noChangeArrowheads="1" noChangeShapeType="1"/>
              </p:cNvPicPr>
              <p:nvPr/>
            </p:nvPicPr>
            <p:blipFill>
              <a:blip r:embed="rId10"/>
              <a:stretch>
                <a:fillRect/>
              </a:stretch>
            </p:blipFill>
            <p:spPr>
              <a:xfrm>
                <a:off x="8102958" y="2741748"/>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p:spTree>
    <p:extLst>
      <p:ext uri="{BB962C8B-B14F-4D97-AF65-F5344CB8AC3E}">
        <p14:creationId xmlns:p14="http://schemas.microsoft.com/office/powerpoint/2010/main" val="2960849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42" presetClass="path" presetSubtype="0" decel="100000" fill="hold" grpId="1" nodeType="withEffect">
                                  <p:stCondLst>
                                    <p:cond delay="0"/>
                                  </p:stCondLst>
                                  <p:childTnLst>
                                    <p:animMotion origin="layout" path="M -1.66667E-6 4.44444E-6 L 0.01367 -0.0007 " pathEditMode="relative" rAng="0" ptsTypes="AA">
                                      <p:cBhvr>
                                        <p:cTn id="9" dur="500" spd="-100000" fill="hold"/>
                                        <p:tgtEl>
                                          <p:spTgt spid="7">
                                            <p:txEl>
                                              <p:pRg st="0" end="0"/>
                                            </p:txEl>
                                          </p:spTgt>
                                        </p:tgtEl>
                                        <p:attrNameLst>
                                          <p:attrName>ppt_x</p:attrName>
                                          <p:attrName>ppt_y</p:attrName>
                                        </p:attrNameLst>
                                      </p:cBhvr>
                                      <p:rCtr x="67700" y="-4600"/>
                                    </p:animMotion>
                                  </p:childTnLst>
                                </p:cTn>
                              </p:par>
                              <p:par>
                                <p:cTn id="10" presetID="10" presetClass="entr" presetSubtype="0" fill="hold" grpId="0" nodeType="with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500"/>
                                        <p:tgtEl>
                                          <p:spTgt spid="13">
                                            <p:txEl>
                                              <p:pRg st="0" end="0"/>
                                            </p:txEl>
                                          </p:spTgt>
                                        </p:tgtEl>
                                      </p:cBhvr>
                                    </p:animEffect>
                                  </p:childTnLst>
                                </p:cTn>
                              </p:par>
                              <p:par>
                                <p:cTn id="13" presetID="42" presetClass="path" presetSubtype="0" decel="100000" fill="hold" grpId="1" nodeType="withEffect">
                                  <p:stCondLst>
                                    <p:cond delay="0"/>
                                  </p:stCondLst>
                                  <p:childTnLst>
                                    <p:animMotion origin="layout" path="M 6.25E-7 -3.33333E-6 L 0.01367 -0.00069 " pathEditMode="relative" rAng="0" ptsTypes="AA">
                                      <p:cBhvr>
                                        <p:cTn id="14" dur="500" spd="-100000" fill="hold"/>
                                        <p:tgtEl>
                                          <p:spTgt spid="13">
                                            <p:txEl>
                                              <p:pRg st="0" end="0"/>
                                            </p:txEl>
                                          </p:spTgt>
                                        </p:tgtEl>
                                        <p:attrNameLst>
                                          <p:attrName>ppt_x</p:attrName>
                                          <p:attrName>ppt_y</p:attrName>
                                        </p:attrNameLst>
                                      </p:cBhvr>
                                      <p:rCtr x="67700" y="-4600"/>
                                    </p:animMotion>
                                  </p:childTnLst>
                                </p:cTn>
                              </p:par>
                              <p:par>
                                <p:cTn id="15" presetID="10" presetClass="entr" presetSubtype="0" fill="hold" grpId="0" nodeType="with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fade">
                                      <p:cBhvr>
                                        <p:cTn id="17" dur="500"/>
                                        <p:tgtEl>
                                          <p:spTgt spid="14">
                                            <p:txEl>
                                              <p:pRg st="0" end="0"/>
                                            </p:txEl>
                                          </p:spTgt>
                                        </p:tgtEl>
                                      </p:cBhvr>
                                    </p:animEffect>
                                  </p:childTnLst>
                                </p:cTn>
                              </p:par>
                              <p:par>
                                <p:cTn id="18" presetID="42" presetClass="path" presetSubtype="0" decel="100000" fill="hold" grpId="1" nodeType="withEffect">
                                  <p:stCondLst>
                                    <p:cond delay="0"/>
                                  </p:stCondLst>
                                  <p:childTnLst>
                                    <p:animMotion origin="layout" path="M -3.95833E-6 3.7037E-6 L 0.01368 -0.0007 " pathEditMode="relative" rAng="0" ptsTypes="AA">
                                      <p:cBhvr>
                                        <p:cTn id="19" dur="500" spd="-100000" fill="hold"/>
                                        <p:tgtEl>
                                          <p:spTgt spid="14">
                                            <p:txEl>
                                              <p:pRg st="0" end="0"/>
                                            </p:txEl>
                                          </p:spTgt>
                                        </p:tgtEl>
                                        <p:attrNameLst>
                                          <p:attrName>ppt_x</p:attrName>
                                          <p:attrName>ppt_y</p:attrName>
                                        </p:attrNameLst>
                                      </p:cBhvr>
                                      <p:rCtr x="67700" y="-4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7" grpId="1" uiExpand="1" build="p"/>
      <p:bldP spid="13" grpId="0" uiExpand="1" build="p"/>
      <p:bldP spid="13" grpId="1" uiExpand="1" build="p"/>
      <p:bldP spid="14" grpId="0" uiExpand="1" build="p"/>
      <p:bldP spid="14" grpId="1"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8">
            <a:extLst>
              <a:ext uri="{FF2B5EF4-FFF2-40B4-BE49-F238E27FC236}">
                <a16:creationId xmlns:a16="http://schemas.microsoft.com/office/drawing/2014/main" id="{5313884D-1D71-8ED8-7F1C-078B14A5F48C}"/>
              </a:ext>
              <a:ext uri="{C183D7F6-B498-43B3-948B-1728B52AA6E4}">
                <adec:decorative xmlns:adec="http://schemas.microsoft.com/office/drawing/2017/decorative" val="1"/>
              </a:ext>
            </a:extLst>
          </p:cNvPr>
          <p:cNvSpPr/>
          <p:nvPr/>
        </p:nvSpPr>
        <p:spPr bwMode="auto">
          <a:xfrm>
            <a:off x="0" y="1349839"/>
            <a:ext cx="11477223" cy="5632961"/>
          </a:xfrm>
          <a:prstGeom prst="roundRect">
            <a:avLst>
              <a:gd name="adj" fmla="val 3633"/>
            </a:avLst>
          </a:prstGeom>
          <a:solidFill>
            <a:schemeClr val="bg1"/>
          </a:solidFill>
          <a:ln>
            <a:noFill/>
            <a:headEnd type="none" w="med" len="med"/>
            <a:tailEnd type="none" w="med" len="med"/>
          </a:ln>
          <a:effectLst>
            <a:outerShdw blurRad="190500" dist="38100" dir="5400000" algn="t"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indent="0">
              <a:buNone/>
              <a:defRPr/>
            </a:pPr>
            <a:endParaRPr lang="en-US" sz="3200" dirty="0">
              <a:solidFill>
                <a:schemeClr val="tx1"/>
              </a:solidFill>
            </a:endParaRPr>
          </a:p>
        </p:txBody>
      </p:sp>
      <p:sp>
        <p:nvSpPr>
          <p:cNvPr id="4" name="Titre 3">
            <a:extLst>
              <a:ext uri="{FF2B5EF4-FFF2-40B4-BE49-F238E27FC236}">
                <a16:creationId xmlns:a16="http://schemas.microsoft.com/office/drawing/2014/main" id="{E8F03357-06DF-A197-010D-7CB3A81C2758}"/>
              </a:ext>
            </a:extLst>
          </p:cNvPr>
          <p:cNvSpPr>
            <a:spLocks noGrp="1"/>
          </p:cNvSpPr>
          <p:nvPr>
            <p:ph type="title"/>
          </p:nvPr>
        </p:nvSpPr>
        <p:spPr>
          <a:xfrm>
            <a:off x="588262" y="457200"/>
            <a:ext cx="11466577" cy="923330"/>
          </a:xfrm>
        </p:spPr>
        <p:txBody>
          <a:bodyPr/>
          <a:lstStyle/>
          <a:p>
            <a:r>
              <a:rPr lang="fr-FR" sz="3200" dirty="0"/>
              <a:t>La vérification d’identité avec Entra Verified ID « dans le détail »</a:t>
            </a:r>
            <a:br>
              <a:rPr lang="fr-FR" sz="3200" dirty="0"/>
            </a:br>
            <a:br>
              <a:rPr lang="fr-FR" sz="1400" dirty="0">
                <a:cs typeface="+mn-cs"/>
              </a:rPr>
            </a:br>
            <a:endParaRPr lang="fr-FR" sz="1400" dirty="0">
              <a:cs typeface="+mn-cs"/>
            </a:endParaRPr>
          </a:p>
        </p:txBody>
      </p:sp>
      <p:sp>
        <p:nvSpPr>
          <p:cNvPr id="9" name="Espace réservé du contenu 8">
            <a:extLst>
              <a:ext uri="{FF2B5EF4-FFF2-40B4-BE49-F238E27FC236}">
                <a16:creationId xmlns:a16="http://schemas.microsoft.com/office/drawing/2014/main" id="{A5C9D47C-1B89-A8F1-C8BF-4A2B794E2A29}"/>
              </a:ext>
            </a:extLst>
          </p:cNvPr>
          <p:cNvSpPr>
            <a:spLocks noGrp="1"/>
          </p:cNvSpPr>
          <p:nvPr>
            <p:ph sz="quarter" idx="10"/>
          </p:nvPr>
        </p:nvSpPr>
        <p:spPr>
          <a:xfrm>
            <a:off x="584898" y="1517673"/>
            <a:ext cx="11018838" cy="369332"/>
          </a:xfrm>
        </p:spPr>
        <p:txBody>
          <a:bodyPr/>
          <a:lstStyle/>
          <a:p>
            <a:pPr marL="0" indent="0">
              <a:buNone/>
            </a:pPr>
            <a:r>
              <a:rPr lang="fr-FR" sz="2400" dirty="0"/>
              <a:t>Ce qu’il nous parait important de partager :</a:t>
            </a:r>
          </a:p>
        </p:txBody>
      </p:sp>
      <p:sp>
        <p:nvSpPr>
          <p:cNvPr id="16" name="Flèche : droite 15">
            <a:extLst>
              <a:ext uri="{FF2B5EF4-FFF2-40B4-BE49-F238E27FC236}">
                <a16:creationId xmlns:a16="http://schemas.microsoft.com/office/drawing/2014/main" id="{52CA52C1-2D95-800A-5B43-39C2DC15CA48}"/>
              </a:ext>
            </a:extLst>
          </p:cNvPr>
          <p:cNvSpPr/>
          <p:nvPr/>
        </p:nvSpPr>
        <p:spPr bwMode="auto">
          <a:xfrm>
            <a:off x="584898" y="3415717"/>
            <a:ext cx="11360256" cy="573110"/>
          </a:xfrm>
          <a:prstGeom prst="rightArrow">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ZoneTexte 16">
            <a:extLst>
              <a:ext uri="{FF2B5EF4-FFF2-40B4-BE49-F238E27FC236}">
                <a16:creationId xmlns:a16="http://schemas.microsoft.com/office/drawing/2014/main" id="{26AA186F-12FC-901F-00E6-A0990F2BA93A}"/>
              </a:ext>
            </a:extLst>
          </p:cNvPr>
          <p:cNvSpPr txBox="1"/>
          <p:nvPr/>
        </p:nvSpPr>
        <p:spPr>
          <a:xfrm>
            <a:off x="714777" y="4435252"/>
            <a:ext cx="2472744" cy="3062377"/>
          </a:xfrm>
          <a:prstGeom prst="rect">
            <a:avLst/>
          </a:prstGeom>
          <a:noFill/>
        </p:spPr>
        <p:txBody>
          <a:bodyPr wrap="square" lIns="0" tIns="0" rIns="0" bIns="0" rtlCol="0">
            <a:spAutoFit/>
          </a:bodyPr>
          <a:lstStyle/>
          <a:p>
            <a:pPr algn="ctr"/>
            <a:r>
              <a:rPr lang="en-US" sz="19900" dirty="0">
                <a:solidFill>
                  <a:srgbClr val="0070C0"/>
                </a:solidFill>
                <a:latin typeface="+mj-lt"/>
              </a:rPr>
              <a:t>4</a:t>
            </a:r>
            <a:endParaRPr lang="en-US" sz="2000" dirty="0">
              <a:solidFill>
                <a:srgbClr val="0070C0"/>
              </a:solidFill>
              <a:latin typeface="+mj-lt"/>
            </a:endParaRPr>
          </a:p>
        </p:txBody>
      </p:sp>
      <p:sp>
        <p:nvSpPr>
          <p:cNvPr id="18" name="ZoneTexte 17">
            <a:extLst>
              <a:ext uri="{FF2B5EF4-FFF2-40B4-BE49-F238E27FC236}">
                <a16:creationId xmlns:a16="http://schemas.microsoft.com/office/drawing/2014/main" id="{281936AA-17A5-CC9B-7DB7-5DFAAC1BBD59}"/>
              </a:ext>
            </a:extLst>
          </p:cNvPr>
          <p:cNvSpPr txBox="1"/>
          <p:nvPr/>
        </p:nvSpPr>
        <p:spPr>
          <a:xfrm>
            <a:off x="4453944" y="4435252"/>
            <a:ext cx="2472744" cy="3062377"/>
          </a:xfrm>
          <a:prstGeom prst="rect">
            <a:avLst/>
          </a:prstGeom>
          <a:noFill/>
        </p:spPr>
        <p:txBody>
          <a:bodyPr wrap="square" lIns="0" tIns="0" rIns="0" bIns="0" rtlCol="0">
            <a:spAutoFit/>
          </a:bodyPr>
          <a:lstStyle/>
          <a:p>
            <a:pPr algn="ctr"/>
            <a:r>
              <a:rPr lang="en-US" sz="19900" dirty="0">
                <a:solidFill>
                  <a:srgbClr val="0070C0"/>
                </a:solidFill>
                <a:latin typeface="+mj-lt"/>
              </a:rPr>
              <a:t>5</a:t>
            </a:r>
            <a:endParaRPr lang="en-US" sz="2000" dirty="0">
              <a:solidFill>
                <a:srgbClr val="0070C0"/>
              </a:solidFill>
              <a:latin typeface="+mj-lt"/>
            </a:endParaRPr>
          </a:p>
        </p:txBody>
      </p:sp>
      <p:sp>
        <p:nvSpPr>
          <p:cNvPr id="19" name="ZoneTexte 18">
            <a:extLst>
              <a:ext uri="{FF2B5EF4-FFF2-40B4-BE49-F238E27FC236}">
                <a16:creationId xmlns:a16="http://schemas.microsoft.com/office/drawing/2014/main" id="{348621BF-28A5-ED71-EDA9-22027211EE54}"/>
              </a:ext>
            </a:extLst>
          </p:cNvPr>
          <p:cNvSpPr txBox="1"/>
          <p:nvPr/>
        </p:nvSpPr>
        <p:spPr>
          <a:xfrm>
            <a:off x="8678214" y="4435252"/>
            <a:ext cx="2472744" cy="3062377"/>
          </a:xfrm>
          <a:prstGeom prst="rect">
            <a:avLst/>
          </a:prstGeom>
          <a:noFill/>
        </p:spPr>
        <p:txBody>
          <a:bodyPr wrap="square" lIns="0" tIns="0" rIns="0" bIns="0" rtlCol="0">
            <a:spAutoFit/>
          </a:bodyPr>
          <a:lstStyle/>
          <a:p>
            <a:pPr algn="ctr"/>
            <a:r>
              <a:rPr lang="en-US" sz="19900" dirty="0">
                <a:solidFill>
                  <a:srgbClr val="0070C0"/>
                </a:solidFill>
                <a:latin typeface="+mj-lt"/>
              </a:rPr>
              <a:t>6</a:t>
            </a:r>
            <a:endParaRPr lang="en-US" sz="2000" dirty="0">
              <a:solidFill>
                <a:srgbClr val="0070C0"/>
              </a:solidFill>
              <a:latin typeface="+mj-lt"/>
            </a:endParaRPr>
          </a:p>
        </p:txBody>
      </p:sp>
      <p:sp>
        <p:nvSpPr>
          <p:cNvPr id="2" name="Flèche : droite 1">
            <a:extLst>
              <a:ext uri="{FF2B5EF4-FFF2-40B4-BE49-F238E27FC236}">
                <a16:creationId xmlns:a16="http://schemas.microsoft.com/office/drawing/2014/main" id="{98EEB771-F269-37C4-D166-BAB830474BF5}"/>
              </a:ext>
            </a:extLst>
          </p:cNvPr>
          <p:cNvSpPr/>
          <p:nvPr/>
        </p:nvSpPr>
        <p:spPr bwMode="auto">
          <a:xfrm>
            <a:off x="2147" y="3415717"/>
            <a:ext cx="489397" cy="573110"/>
          </a:xfrm>
          <a:prstGeom prst="rightArrow">
            <a:avLst/>
          </a:pr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88AFC0F5-7C52-87B1-84C3-8B4663ED32EF}"/>
              </a:ext>
            </a:extLst>
          </p:cNvPr>
          <p:cNvSpPr/>
          <p:nvPr/>
        </p:nvSpPr>
        <p:spPr>
          <a:xfrm>
            <a:off x="584898" y="2171168"/>
            <a:ext cx="3015526" cy="523220"/>
          </a:xfrm>
          <a:prstGeom prst="rect">
            <a:avLst/>
          </a:prstGeom>
        </p:spPr>
        <p:txBody>
          <a:bodyPr wrap="square" lIns="0" tIns="45720" rIns="91440" bIns="45720" anchor="t">
            <a:spAutoFit/>
          </a:bodyPr>
          <a:lstStyle/>
          <a:p>
            <a:pPr defTabSz="1155700">
              <a:spcAft>
                <a:spcPts val="2388"/>
              </a:spcAft>
              <a:buSzPct val="120000"/>
              <a:defRPr/>
            </a:pPr>
            <a:r>
              <a:rPr lang="fr-FR" sz="1400" dirty="0">
                <a:latin typeface="+mj-lt"/>
              </a:rPr>
              <a:t>Accès sécurisé aux rôles et aux ressources sensibles</a:t>
            </a:r>
            <a:endParaRPr lang="fr-FR" sz="1400" dirty="0"/>
          </a:p>
        </p:txBody>
      </p:sp>
      <p:sp>
        <p:nvSpPr>
          <p:cNvPr id="15" name="Rectangle 14">
            <a:extLst>
              <a:ext uri="{FF2B5EF4-FFF2-40B4-BE49-F238E27FC236}">
                <a16:creationId xmlns:a16="http://schemas.microsoft.com/office/drawing/2014/main" id="{78A07CE2-14CF-64DC-85FD-552842C15911}"/>
              </a:ext>
            </a:extLst>
          </p:cNvPr>
          <p:cNvSpPr/>
          <p:nvPr/>
        </p:nvSpPr>
        <p:spPr>
          <a:xfrm>
            <a:off x="7799374" y="2191134"/>
            <a:ext cx="3015526" cy="523220"/>
          </a:xfrm>
          <a:prstGeom prst="rect">
            <a:avLst/>
          </a:prstGeom>
        </p:spPr>
        <p:txBody>
          <a:bodyPr wrap="square" lIns="0" tIns="45720" rIns="91440" bIns="45720" anchor="t">
            <a:spAutoFit/>
          </a:bodyPr>
          <a:lstStyle/>
          <a:p>
            <a:pPr defTabSz="1155700">
              <a:spcAft>
                <a:spcPts val="2388"/>
              </a:spcAft>
              <a:buSzPct val="120000"/>
              <a:defRPr/>
            </a:pPr>
            <a:r>
              <a:rPr lang="fr-FR" sz="1400" dirty="0">
                <a:latin typeface="+mj-lt"/>
              </a:rPr>
              <a:t>Axes de mise en œuvre de la solution et ressources associées</a:t>
            </a:r>
            <a:endParaRPr lang="fr-FR" sz="1400" dirty="0"/>
          </a:p>
        </p:txBody>
      </p:sp>
      <p:sp>
        <p:nvSpPr>
          <p:cNvPr id="20" name="Rectangle 19">
            <a:extLst>
              <a:ext uri="{FF2B5EF4-FFF2-40B4-BE49-F238E27FC236}">
                <a16:creationId xmlns:a16="http://schemas.microsoft.com/office/drawing/2014/main" id="{D673227F-7342-7F59-5A35-FA98CAEAAFF2}"/>
              </a:ext>
            </a:extLst>
          </p:cNvPr>
          <p:cNvSpPr/>
          <p:nvPr/>
        </p:nvSpPr>
        <p:spPr>
          <a:xfrm>
            <a:off x="4178039" y="2171168"/>
            <a:ext cx="2889653" cy="523220"/>
          </a:xfrm>
          <a:prstGeom prst="rect">
            <a:avLst/>
          </a:prstGeom>
        </p:spPr>
        <p:txBody>
          <a:bodyPr wrap="square" lIns="0" tIns="45720" rIns="91440" bIns="45720" anchor="t">
            <a:spAutoFit/>
          </a:bodyPr>
          <a:lstStyle/>
          <a:p>
            <a:pPr defTabSz="1155700">
              <a:spcAft>
                <a:spcPts val="2388"/>
              </a:spcAft>
              <a:buSzPct val="120000"/>
              <a:defRPr/>
            </a:pPr>
            <a:r>
              <a:rPr lang="fr-FR" sz="1400" dirty="0">
                <a:latin typeface="+mj-lt"/>
              </a:rPr>
              <a:t>Support technique et récupération de comptes</a:t>
            </a:r>
            <a:endParaRPr lang="fr-FR" sz="1400" dirty="0"/>
          </a:p>
        </p:txBody>
      </p:sp>
      <mc:AlternateContent xmlns:mc="http://schemas.openxmlformats.org/markup-compatibility/2006" xmlns:psez="http://schemas.microsoft.com/office/powerpoint/2016/sectionzoom">
        <mc:Choice Requires="psez">
          <p:graphicFrame>
            <p:nvGraphicFramePr>
              <p:cNvPr id="7" name="Zoom de section 6">
                <a:extLst>
                  <a:ext uri="{FF2B5EF4-FFF2-40B4-BE49-F238E27FC236}">
                    <a16:creationId xmlns:a16="http://schemas.microsoft.com/office/drawing/2014/main" id="{F593C65D-3BBB-D9C6-14F8-913D6D7F230F}"/>
                  </a:ext>
                </a:extLst>
              </p:cNvPr>
              <p:cNvGraphicFramePr>
                <a:graphicFrameLocks noChangeAspect="1"/>
              </p:cNvGraphicFramePr>
              <p:nvPr>
                <p:extLst>
                  <p:ext uri="{D42A27DB-BD31-4B8C-83A1-F6EECF244321}">
                    <p14:modId xmlns:p14="http://schemas.microsoft.com/office/powerpoint/2010/main" val="3174096427"/>
                  </p:ext>
                </p:extLst>
              </p:nvPr>
            </p:nvGraphicFramePr>
            <p:xfrm>
              <a:off x="582120" y="2765611"/>
              <a:ext cx="3048000" cy="1714500"/>
            </p:xfrm>
            <a:graphic>
              <a:graphicData uri="http://schemas.microsoft.com/office/powerpoint/2016/sectionzoom">
                <psez:sectionZm>
                  <psez:sectionZmObj sectionId="{9C4416DE-83EE-4670-9BB8-90242EE69139}">
                    <psez:zmPr id="{789E613E-F8FF-4BA4-8DE0-A3F820A77A01}"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7" name="Zoom de section 6">
                <a:hlinkClick r:id="rId3" action="ppaction://hlinksldjump"/>
                <a:extLst>
                  <a:ext uri="{FF2B5EF4-FFF2-40B4-BE49-F238E27FC236}">
                    <a16:creationId xmlns:a16="http://schemas.microsoft.com/office/drawing/2014/main" id="{F593C65D-3BBB-D9C6-14F8-913D6D7F230F}"/>
                  </a:ext>
                </a:extLst>
              </p:cNvPr>
              <p:cNvPicPr>
                <a:picLocks noGrp="1" noRot="1" noChangeAspect="1" noMove="1" noResize="1" noEditPoints="1" noAdjustHandles="1" noChangeArrowheads="1" noChangeShapeType="1"/>
              </p:cNvPicPr>
              <p:nvPr/>
            </p:nvPicPr>
            <p:blipFill>
              <a:blip r:embed="rId4"/>
              <a:stretch>
                <a:fillRect/>
              </a:stretch>
            </p:blipFill>
            <p:spPr>
              <a:xfrm>
                <a:off x="582120" y="2765611"/>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mc:AlternateContent xmlns:mc="http://schemas.openxmlformats.org/markup-compatibility/2006" xmlns:psez="http://schemas.microsoft.com/office/powerpoint/2016/sectionzoom">
        <mc:Choice Requires="psez">
          <p:graphicFrame>
            <p:nvGraphicFramePr>
              <p:cNvPr id="12" name="Zoom de section 11">
                <a:extLst>
                  <a:ext uri="{FF2B5EF4-FFF2-40B4-BE49-F238E27FC236}">
                    <a16:creationId xmlns:a16="http://schemas.microsoft.com/office/drawing/2014/main" id="{2655A247-28AE-83C8-F3B4-5404A463A964}"/>
                  </a:ext>
                </a:extLst>
              </p:cNvPr>
              <p:cNvGraphicFramePr>
                <a:graphicFrameLocks noChangeAspect="1"/>
              </p:cNvGraphicFramePr>
              <p:nvPr>
                <p:extLst>
                  <p:ext uri="{D42A27DB-BD31-4B8C-83A1-F6EECF244321}">
                    <p14:modId xmlns:p14="http://schemas.microsoft.com/office/powerpoint/2010/main" val="4293912133"/>
                  </p:ext>
                </p:extLst>
              </p:nvPr>
            </p:nvGraphicFramePr>
            <p:xfrm>
              <a:off x="4214611" y="2765611"/>
              <a:ext cx="3048000" cy="1714500"/>
            </p:xfrm>
            <a:graphic>
              <a:graphicData uri="http://schemas.microsoft.com/office/powerpoint/2016/sectionzoom">
                <psez:sectionZm>
                  <psez:sectionZmObj sectionId="{CE39436F-E527-4E3F-A7A2-86556A6CBAC0}">
                    <psez:zmPr id="{89B31A70-EFEF-433F-9CD4-75BB508D2E72}"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12" name="Zoom de section 11">
                <a:hlinkClick r:id="rId6" action="ppaction://hlinksldjump"/>
                <a:extLst>
                  <a:ext uri="{FF2B5EF4-FFF2-40B4-BE49-F238E27FC236}">
                    <a16:creationId xmlns:a16="http://schemas.microsoft.com/office/drawing/2014/main" id="{2655A247-28AE-83C8-F3B4-5404A463A964}"/>
                  </a:ext>
                </a:extLst>
              </p:cNvPr>
              <p:cNvPicPr>
                <a:picLocks noGrp="1" noRot="1" noChangeAspect="1" noMove="1" noResize="1" noEditPoints="1" noAdjustHandles="1" noChangeArrowheads="1" noChangeShapeType="1"/>
              </p:cNvPicPr>
              <p:nvPr/>
            </p:nvPicPr>
            <p:blipFill>
              <a:blip r:embed="rId7"/>
              <a:stretch>
                <a:fillRect/>
              </a:stretch>
            </p:blipFill>
            <p:spPr>
              <a:xfrm>
                <a:off x="4214611" y="2765611"/>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mc:AlternateContent xmlns:mc="http://schemas.openxmlformats.org/markup-compatibility/2006" xmlns:psez="http://schemas.microsoft.com/office/powerpoint/2016/sectionzoom">
        <mc:Choice Requires="psez">
          <p:graphicFrame>
            <p:nvGraphicFramePr>
              <p:cNvPr id="24" name="Zoom de section 23">
                <a:extLst>
                  <a:ext uri="{FF2B5EF4-FFF2-40B4-BE49-F238E27FC236}">
                    <a16:creationId xmlns:a16="http://schemas.microsoft.com/office/drawing/2014/main" id="{91FC60DC-5121-6319-3906-2B5233270546}"/>
                  </a:ext>
                </a:extLst>
              </p:cNvPr>
              <p:cNvGraphicFramePr>
                <a:graphicFrameLocks noChangeAspect="1"/>
              </p:cNvGraphicFramePr>
              <p:nvPr>
                <p:extLst>
                  <p:ext uri="{D42A27DB-BD31-4B8C-83A1-F6EECF244321}">
                    <p14:modId xmlns:p14="http://schemas.microsoft.com/office/powerpoint/2010/main" val="2000281804"/>
                  </p:ext>
                </p:extLst>
              </p:nvPr>
            </p:nvGraphicFramePr>
            <p:xfrm>
              <a:off x="7799374" y="2757300"/>
              <a:ext cx="3048000" cy="1714500"/>
            </p:xfrm>
            <a:graphic>
              <a:graphicData uri="http://schemas.microsoft.com/office/powerpoint/2016/sectionzoom">
                <psez:sectionZm>
                  <psez:sectionZmObj sectionId="{B0F17836-2736-43B1-9C6C-C74E488BE9DD}">
                    <psez:zmPr id="{07FE97E4-9427-47F7-BDC1-27087FFA64AB}"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a:effectLst>
                          <a:outerShdw blurRad="50800" dist="38100" dir="2700000" algn="tl" rotWithShape="0">
                            <a:prstClr val="black">
                              <a:alpha val="40000"/>
                            </a:prstClr>
                          </a:outerShdw>
                        </a:effectLst>
                      </p166:spPr>
                    </psez:zmPr>
                  </psez:sectionZmObj>
                </psez:sectionZm>
              </a:graphicData>
            </a:graphic>
          </p:graphicFrame>
        </mc:Choice>
        <mc:Fallback xmlns="">
          <p:pic>
            <p:nvPicPr>
              <p:cNvPr id="24" name="Zoom de section 23">
                <a:hlinkClick r:id="rId9" action="ppaction://hlinksldjump"/>
                <a:extLst>
                  <a:ext uri="{FF2B5EF4-FFF2-40B4-BE49-F238E27FC236}">
                    <a16:creationId xmlns:a16="http://schemas.microsoft.com/office/drawing/2014/main" id="{91FC60DC-5121-6319-3906-2B5233270546}"/>
                  </a:ext>
                </a:extLst>
              </p:cNvPr>
              <p:cNvPicPr>
                <a:picLocks noGrp="1" noRot="1" noChangeAspect="1" noMove="1" noResize="1" noEditPoints="1" noAdjustHandles="1" noChangeArrowheads="1" noChangeShapeType="1"/>
              </p:cNvPicPr>
              <p:nvPr/>
            </p:nvPicPr>
            <p:blipFill>
              <a:blip r:embed="rId10"/>
              <a:stretch>
                <a:fillRect/>
              </a:stretch>
            </p:blipFill>
            <p:spPr>
              <a:xfrm>
                <a:off x="7799374" y="2757300"/>
                <a:ext cx="3048000" cy="1714500"/>
              </a:xfrm>
              <a:prstGeom prst="rect">
                <a:avLst/>
              </a:prstGeom>
              <a:ln w="3175">
                <a:solidFill>
                  <a:prstClr val="ltGray"/>
                </a:solidFill>
              </a:ln>
              <a:effectLst>
                <a:outerShdw blurRad="50800" dist="38100" dir="2700000" algn="tl" rotWithShape="0">
                  <a:prstClr val="black">
                    <a:alpha val="40000"/>
                  </a:prstClr>
                </a:outerShdw>
              </a:effectLst>
            </p:spPr>
          </p:pic>
        </mc:Fallback>
      </mc:AlternateContent>
    </p:spTree>
    <p:extLst>
      <p:ext uri="{BB962C8B-B14F-4D97-AF65-F5344CB8AC3E}">
        <p14:creationId xmlns:p14="http://schemas.microsoft.com/office/powerpoint/2010/main" val="896375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42" presetClass="path" presetSubtype="0" decel="100000" fill="hold" grpId="1" nodeType="withEffect">
                                  <p:stCondLst>
                                    <p:cond delay="0"/>
                                  </p:stCondLst>
                                  <p:childTnLst>
                                    <p:animMotion origin="layout" path="M -2.91667E-6 4.44444E-6 L 0.01367 -0.0007 " pathEditMode="relative" rAng="0" ptsTypes="AA">
                                      <p:cBhvr>
                                        <p:cTn id="9" dur="500" spd="-100000" fill="hold"/>
                                        <p:tgtEl>
                                          <p:spTgt spid="11">
                                            <p:txEl>
                                              <p:pRg st="0" end="0"/>
                                            </p:txEl>
                                          </p:spTgt>
                                        </p:tgtEl>
                                        <p:attrNameLst>
                                          <p:attrName>ppt_x</p:attrName>
                                          <p:attrName>ppt_y</p:attrName>
                                        </p:attrNameLst>
                                      </p:cBhvr>
                                      <p:rCtr x="67700" y="-4600"/>
                                    </p:animMotion>
                                  </p:childTnLst>
                                </p:cTn>
                              </p:par>
                              <p:par>
                                <p:cTn id="10" presetID="10" presetClass="entr" presetSubtype="0" fill="hold" grpId="0" nodeType="with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par>
                                <p:cTn id="13" presetID="42" presetClass="path" presetSubtype="0" decel="100000" fill="hold" grpId="1" nodeType="withEffect">
                                  <p:stCondLst>
                                    <p:cond delay="0"/>
                                  </p:stCondLst>
                                  <p:childTnLst>
                                    <p:animMotion origin="layout" path="M -4.375E-6 -4.07407E-6 L 0.01368 -0.00069 " pathEditMode="relative" rAng="0" ptsTypes="AA">
                                      <p:cBhvr>
                                        <p:cTn id="14" dur="500" spd="-100000" fill="hold"/>
                                        <p:tgtEl>
                                          <p:spTgt spid="15">
                                            <p:txEl>
                                              <p:pRg st="0" end="0"/>
                                            </p:txEl>
                                          </p:spTgt>
                                        </p:tgtEl>
                                        <p:attrNameLst>
                                          <p:attrName>ppt_x</p:attrName>
                                          <p:attrName>ppt_y</p:attrName>
                                        </p:attrNameLst>
                                      </p:cBhvr>
                                      <p:rCtr x="67700" y="-4600"/>
                                    </p:animMotion>
                                  </p:childTnLst>
                                </p:cTn>
                              </p:par>
                              <p:par>
                                <p:cTn id="15" presetID="10" presetClass="entr" presetSubtype="0" fill="hold" grpId="0" nodeType="withEffect">
                                  <p:stCondLst>
                                    <p:cond delay="0"/>
                                  </p:stCondLst>
                                  <p:childTnLst>
                                    <p:set>
                                      <p:cBhvr>
                                        <p:cTn id="16" dur="1" fill="hold">
                                          <p:stCondLst>
                                            <p:cond delay="0"/>
                                          </p:stCondLst>
                                        </p:cTn>
                                        <p:tgtEl>
                                          <p:spTgt spid="20">
                                            <p:txEl>
                                              <p:pRg st="0" end="0"/>
                                            </p:txEl>
                                          </p:spTgt>
                                        </p:tgtEl>
                                        <p:attrNameLst>
                                          <p:attrName>style.visibility</p:attrName>
                                        </p:attrNameLst>
                                      </p:cBhvr>
                                      <p:to>
                                        <p:strVal val="visible"/>
                                      </p:to>
                                    </p:set>
                                    <p:animEffect transition="in" filter="fade">
                                      <p:cBhvr>
                                        <p:cTn id="17" dur="500"/>
                                        <p:tgtEl>
                                          <p:spTgt spid="20">
                                            <p:txEl>
                                              <p:pRg st="0" end="0"/>
                                            </p:txEl>
                                          </p:spTgt>
                                        </p:tgtEl>
                                      </p:cBhvr>
                                    </p:animEffect>
                                  </p:childTnLst>
                                </p:cTn>
                              </p:par>
                              <p:par>
                                <p:cTn id="18" presetID="42" presetClass="path" presetSubtype="0" decel="100000" fill="hold" grpId="1" nodeType="withEffect">
                                  <p:stCondLst>
                                    <p:cond delay="0"/>
                                  </p:stCondLst>
                                  <p:childTnLst>
                                    <p:animMotion origin="layout" path="M -2.08333E-7 4.44444E-6 L 0.01367 -0.0007 " pathEditMode="relative" rAng="0" ptsTypes="AA">
                                      <p:cBhvr>
                                        <p:cTn id="19" dur="500" spd="-100000" fill="hold"/>
                                        <p:tgtEl>
                                          <p:spTgt spid="20">
                                            <p:txEl>
                                              <p:pRg st="0" end="0"/>
                                            </p:txEl>
                                          </p:spTgt>
                                        </p:tgtEl>
                                        <p:attrNameLst>
                                          <p:attrName>ppt_x</p:attrName>
                                          <p:attrName>ppt_y</p:attrName>
                                        </p:attrNameLst>
                                      </p:cBhvr>
                                      <p:rCtr x="67700" y="-46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1" grpId="1" uiExpand="1" build="p"/>
      <p:bldP spid="15" grpId="0" uiExpand="1" build="p"/>
      <p:bldP spid="15" grpId="1" uiExpand="1" build="p"/>
      <p:bldP spid="20" grpId="0" uiExpand="1" build="p"/>
      <p:bldP spid="20" grpId="1"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DB082-47EF-2DB8-6450-DE050D052769}"/>
              </a:ext>
            </a:extLst>
          </p:cNvPr>
          <p:cNvSpPr>
            <a:spLocks noGrp="1"/>
          </p:cNvSpPr>
          <p:nvPr>
            <p:ph type="title"/>
          </p:nvPr>
        </p:nvSpPr>
        <p:spPr/>
        <p:txBody>
          <a:bodyPr/>
          <a:lstStyle/>
          <a:p>
            <a:r>
              <a:rPr lang="fr-FR" noProof="0" dirty="0"/>
              <a:t>Pour aller plus loin</a:t>
            </a:r>
          </a:p>
        </p:txBody>
      </p:sp>
      <p:sp>
        <p:nvSpPr>
          <p:cNvPr id="42" name="Rectangle: Rounded Corners 129">
            <a:extLst>
              <a:ext uri="{FF2B5EF4-FFF2-40B4-BE49-F238E27FC236}">
                <a16:creationId xmlns:a16="http://schemas.microsoft.com/office/drawing/2014/main" id="{18EA9089-9F7B-29F4-A208-8ACEAF0D60F2}"/>
              </a:ext>
              <a:ext uri="{C183D7F6-B498-43B3-948B-1728B52AA6E4}">
                <adec:decorative xmlns:adec="http://schemas.microsoft.com/office/drawing/2017/decorative" val="0"/>
              </a:ext>
            </a:extLst>
          </p:cNvPr>
          <p:cNvSpPr/>
          <p:nvPr/>
        </p:nvSpPr>
        <p:spPr bwMode="auto">
          <a:xfrm>
            <a:off x="-2497546" y="2623926"/>
            <a:ext cx="8568684" cy="844130"/>
          </a:xfrm>
          <a:prstGeom prst="roundRect">
            <a:avLst>
              <a:gd name="adj" fmla="val 50000"/>
            </a:avLst>
          </a:prstGeom>
          <a:solidFill>
            <a:schemeClr val="accent4"/>
          </a:solidFill>
          <a:ln w="12700" cap="flat" cmpd="sng" algn="ctr">
            <a:noFill/>
            <a:prstDash val="solid"/>
            <a:headEnd type="none" w="med" len="med"/>
            <a:tailEnd type="none" w="med" len="med"/>
          </a:ln>
          <a:effectLst/>
        </p:spPr>
        <p:txBody>
          <a:bodyPr rot="0" spcFirstLastPara="0" vertOverflow="overflow" horzOverflow="overflow" vert="horz" wrap="square" lIns="3017520" tIns="91440" rIns="91440" bIns="3657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gradFill>
                <a:gsLst>
                  <a:gs pos="69540">
                    <a:srgbClr val="282828"/>
                  </a:gs>
                  <a:gs pos="41954">
                    <a:srgbClr val="282828"/>
                  </a:gs>
                </a:gsLst>
                <a:lin ang="0" scaled="0"/>
              </a:gradFill>
              <a:effectLst/>
              <a:uLnTx/>
              <a:uFillTx/>
              <a:latin typeface="Segoe UI Semibold"/>
              <a:ea typeface="+mn-ea"/>
              <a:cs typeface="Segoe UI" pitchFamily="34" charset="0"/>
            </a:endParaRPr>
          </a:p>
        </p:txBody>
      </p:sp>
      <p:sp>
        <p:nvSpPr>
          <p:cNvPr id="43" name="Rectangle: Top Corners Rounded 42">
            <a:extLst>
              <a:ext uri="{FF2B5EF4-FFF2-40B4-BE49-F238E27FC236}">
                <a16:creationId xmlns:a16="http://schemas.microsoft.com/office/drawing/2014/main" id="{64505529-3BCE-EBA8-5037-CFCD7922689C}"/>
              </a:ext>
            </a:extLst>
          </p:cNvPr>
          <p:cNvSpPr/>
          <p:nvPr/>
        </p:nvSpPr>
        <p:spPr bwMode="auto">
          <a:xfrm>
            <a:off x="6825080" y="1548895"/>
            <a:ext cx="5168157" cy="5309105"/>
          </a:xfrm>
          <a:prstGeom prst="round2Same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5" name="Rectangle: Rounded Corners 130">
            <a:extLst>
              <a:ext uri="{FF2B5EF4-FFF2-40B4-BE49-F238E27FC236}">
                <a16:creationId xmlns:a16="http://schemas.microsoft.com/office/drawing/2014/main" id="{48C91756-92DA-6AF2-08BD-DC7A8D41A306}"/>
              </a:ext>
              <a:ext uri="{C183D7F6-B498-43B3-948B-1728B52AA6E4}">
                <adec:decorative xmlns:adec="http://schemas.microsoft.com/office/drawing/2017/decorative" val="0"/>
              </a:ext>
            </a:extLst>
          </p:cNvPr>
          <p:cNvSpPr/>
          <p:nvPr/>
        </p:nvSpPr>
        <p:spPr bwMode="auto">
          <a:xfrm>
            <a:off x="-2497546" y="1640345"/>
            <a:ext cx="8568684" cy="850132"/>
          </a:xfrm>
          <a:prstGeom prst="roundRect">
            <a:avLst>
              <a:gd name="adj" fmla="val 50000"/>
            </a:avLst>
          </a:prstGeom>
          <a:solidFill>
            <a:schemeClr val="accent1"/>
          </a:solidFill>
          <a:ln w="12700" cap="flat" cmpd="sng" algn="ctr">
            <a:noFill/>
            <a:prstDash val="solid"/>
            <a:headEnd type="none" w="med" len="med"/>
            <a:tailEnd type="none" w="med" len="med"/>
          </a:ln>
          <a:effectLst/>
        </p:spPr>
        <p:txBody>
          <a:bodyPr rot="0" spcFirstLastPara="0" vertOverflow="overflow" horzOverflow="overflow" vert="horz" wrap="square" lIns="3017520" tIns="91440" rIns="91440" bIns="3657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Semibold"/>
              <a:ea typeface="+mn-ea"/>
              <a:cs typeface="Segoe UI" pitchFamily="34" charset="0"/>
            </a:endParaRPr>
          </a:p>
        </p:txBody>
      </p:sp>
      <p:sp>
        <p:nvSpPr>
          <p:cNvPr id="46" name="Rectangle: Rounded Corners 129">
            <a:extLst>
              <a:ext uri="{FF2B5EF4-FFF2-40B4-BE49-F238E27FC236}">
                <a16:creationId xmlns:a16="http://schemas.microsoft.com/office/drawing/2014/main" id="{8823DEAD-952E-D4E0-4119-EC65163F578E}"/>
              </a:ext>
              <a:ext uri="{C183D7F6-B498-43B3-948B-1728B52AA6E4}">
                <adec:decorative xmlns:adec="http://schemas.microsoft.com/office/drawing/2017/decorative" val="0"/>
              </a:ext>
            </a:extLst>
          </p:cNvPr>
          <p:cNvSpPr/>
          <p:nvPr/>
        </p:nvSpPr>
        <p:spPr bwMode="auto">
          <a:xfrm>
            <a:off x="-2497546" y="3613972"/>
            <a:ext cx="8568684" cy="844130"/>
          </a:xfrm>
          <a:prstGeom prst="roundRect">
            <a:avLst>
              <a:gd name="adj" fmla="val 50000"/>
            </a:avLst>
          </a:prstGeom>
          <a:solidFill>
            <a:schemeClr val="accent4">
              <a:lumMod val="50000"/>
            </a:schemeClr>
          </a:solidFill>
          <a:ln w="12700" cap="flat" cmpd="sng" algn="ctr">
            <a:noFill/>
            <a:prstDash val="solid"/>
            <a:headEnd type="none" w="med" len="med"/>
            <a:tailEnd type="none" w="med" len="med"/>
          </a:ln>
          <a:effectLst/>
        </p:spPr>
        <p:txBody>
          <a:bodyPr rot="0" spcFirstLastPara="0" vertOverflow="overflow" horzOverflow="overflow" vert="horz" wrap="square" lIns="3017520" tIns="91440" rIns="91440" bIns="3657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gradFill>
                <a:gsLst>
                  <a:gs pos="69540">
                    <a:srgbClr val="282828"/>
                  </a:gs>
                  <a:gs pos="41954">
                    <a:srgbClr val="282828"/>
                  </a:gs>
                </a:gsLst>
                <a:lin ang="0" scaled="0"/>
              </a:gradFill>
              <a:effectLst/>
              <a:uLnTx/>
              <a:uFillTx/>
              <a:latin typeface="Segoe UI Semibold"/>
              <a:ea typeface="+mn-ea"/>
              <a:cs typeface="Segoe UI" pitchFamily="34" charset="0"/>
            </a:endParaRPr>
          </a:p>
        </p:txBody>
      </p:sp>
      <p:sp>
        <p:nvSpPr>
          <p:cNvPr id="47" name="Rectangle: Rounded Corners 130">
            <a:extLst>
              <a:ext uri="{FF2B5EF4-FFF2-40B4-BE49-F238E27FC236}">
                <a16:creationId xmlns:a16="http://schemas.microsoft.com/office/drawing/2014/main" id="{785DA87C-36A3-A4DD-71F1-ADD26B349550}"/>
              </a:ext>
              <a:ext uri="{C183D7F6-B498-43B3-948B-1728B52AA6E4}">
                <adec:decorative xmlns:adec="http://schemas.microsoft.com/office/drawing/2017/decorative" val="0"/>
              </a:ext>
            </a:extLst>
          </p:cNvPr>
          <p:cNvSpPr/>
          <p:nvPr/>
        </p:nvSpPr>
        <p:spPr bwMode="auto">
          <a:xfrm>
            <a:off x="-2497546" y="4594453"/>
            <a:ext cx="8568684" cy="850132"/>
          </a:xfrm>
          <a:prstGeom prst="roundRect">
            <a:avLst>
              <a:gd name="adj" fmla="val 50000"/>
            </a:avLst>
          </a:prstGeom>
          <a:solidFill>
            <a:schemeClr val="tx2"/>
          </a:solidFill>
          <a:ln w="12700" cap="flat" cmpd="sng" algn="ctr">
            <a:noFill/>
            <a:prstDash val="solid"/>
            <a:headEnd type="none" w="med" len="med"/>
            <a:tailEnd type="none" w="med" len="med"/>
          </a:ln>
          <a:effectLst/>
        </p:spPr>
        <p:txBody>
          <a:bodyPr rot="0" spcFirstLastPara="0" vertOverflow="overflow" horzOverflow="overflow" vert="horz" wrap="square" lIns="3017520" tIns="91440" rIns="91440" bIns="3657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gradFill>
                <a:gsLst>
                  <a:gs pos="2917">
                    <a:srgbClr val="FFFFFF"/>
                  </a:gs>
                  <a:gs pos="100000">
                    <a:srgbClr val="FFFFFF"/>
                  </a:gs>
                </a:gsLst>
                <a:lin ang="5400000" scaled="0"/>
              </a:gradFill>
              <a:effectLst/>
              <a:uLnTx/>
              <a:uFillTx/>
              <a:latin typeface="Segoe UI" panose="020B0502040204020203" pitchFamily="34" charset="0"/>
              <a:ea typeface="+mn-ea"/>
              <a:cs typeface="Segoe UI" panose="020B0502040204020203" pitchFamily="34" charset="0"/>
            </a:endParaRPr>
          </a:p>
        </p:txBody>
      </p:sp>
      <p:sp>
        <p:nvSpPr>
          <p:cNvPr id="48" name="Rectangle: Rounded Corners 130">
            <a:extLst>
              <a:ext uri="{FF2B5EF4-FFF2-40B4-BE49-F238E27FC236}">
                <a16:creationId xmlns:a16="http://schemas.microsoft.com/office/drawing/2014/main" id="{E1935A82-E20A-470F-9817-8F03D493A001}"/>
              </a:ext>
              <a:ext uri="{C183D7F6-B498-43B3-948B-1728B52AA6E4}">
                <adec:decorative xmlns:adec="http://schemas.microsoft.com/office/drawing/2017/decorative" val="0"/>
              </a:ext>
            </a:extLst>
          </p:cNvPr>
          <p:cNvSpPr/>
          <p:nvPr/>
        </p:nvSpPr>
        <p:spPr bwMode="auto">
          <a:xfrm>
            <a:off x="-2497546" y="5580937"/>
            <a:ext cx="8568684" cy="850132"/>
          </a:xfrm>
          <a:prstGeom prst="roundRect">
            <a:avLst>
              <a:gd name="adj" fmla="val 50000"/>
            </a:avLst>
          </a:prstGeom>
          <a:solidFill>
            <a:schemeClr val="accent3"/>
          </a:solidFill>
          <a:ln w="12700" cap="flat" cmpd="sng" algn="ctr">
            <a:noFill/>
            <a:prstDash val="solid"/>
            <a:headEnd type="none" w="med" len="med"/>
            <a:tailEnd type="none" w="med" len="med"/>
          </a:ln>
          <a:effectLst/>
        </p:spPr>
        <p:txBody>
          <a:bodyPr rot="0" spcFirstLastPara="0" vertOverflow="overflow" horzOverflow="overflow" vert="horz" wrap="square" lIns="3017520" tIns="91440" rIns="91440" bIns="3657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dirty="0">
              <a:ln>
                <a:noFill/>
              </a:ln>
              <a:gradFill>
                <a:gsLst>
                  <a:gs pos="2917">
                    <a:srgbClr val="FFFFFF"/>
                  </a:gs>
                  <a:gs pos="100000">
                    <a:srgbClr val="FFFFFF"/>
                  </a:gs>
                </a:gsLst>
                <a:lin ang="5400000" scaled="0"/>
              </a:gradFill>
              <a:effectLst/>
              <a:uLnTx/>
              <a:uFillTx/>
              <a:latin typeface="Segoe UI" panose="020B0502040204020203" pitchFamily="34" charset="0"/>
              <a:ea typeface="+mn-ea"/>
              <a:cs typeface="Segoe UI" panose="020B0502040204020203" pitchFamily="34" charset="0"/>
            </a:endParaRPr>
          </a:p>
        </p:txBody>
      </p:sp>
      <p:sp>
        <p:nvSpPr>
          <p:cNvPr id="49" name="Oval 48">
            <a:extLst>
              <a:ext uri="{FF2B5EF4-FFF2-40B4-BE49-F238E27FC236}">
                <a16:creationId xmlns:a16="http://schemas.microsoft.com/office/drawing/2014/main" id="{6D9EE6F2-9BB7-406B-E67B-AF9F9D131F2E}"/>
              </a:ext>
              <a:ext uri="{C183D7F6-B498-43B3-948B-1728B52AA6E4}">
                <adec:decorative xmlns:adec="http://schemas.microsoft.com/office/drawing/2017/decorative" val="1"/>
              </a:ext>
            </a:extLst>
          </p:cNvPr>
          <p:cNvSpPr/>
          <p:nvPr/>
        </p:nvSpPr>
        <p:spPr bwMode="auto">
          <a:xfrm>
            <a:off x="5359077" y="1774314"/>
            <a:ext cx="582196" cy="582196"/>
          </a:xfrm>
          <a:prstGeom prst="ellipse">
            <a:avLst/>
          </a:prstGeom>
          <a:solidFill>
            <a:schemeClr val="bg1"/>
          </a:solidFill>
          <a:ln w="285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endParaRPr>
          </a:p>
        </p:txBody>
      </p:sp>
      <p:sp>
        <p:nvSpPr>
          <p:cNvPr id="50" name="Oval 49">
            <a:extLst>
              <a:ext uri="{FF2B5EF4-FFF2-40B4-BE49-F238E27FC236}">
                <a16:creationId xmlns:a16="http://schemas.microsoft.com/office/drawing/2014/main" id="{B00B8408-CAB5-D75C-A342-D3CEFE22E5AB}"/>
              </a:ext>
              <a:ext uri="{C183D7F6-B498-43B3-948B-1728B52AA6E4}">
                <adec:decorative xmlns:adec="http://schemas.microsoft.com/office/drawing/2017/decorative" val="1"/>
              </a:ext>
            </a:extLst>
          </p:cNvPr>
          <p:cNvSpPr/>
          <p:nvPr/>
        </p:nvSpPr>
        <p:spPr bwMode="auto">
          <a:xfrm>
            <a:off x="5359077" y="2757796"/>
            <a:ext cx="582196" cy="582196"/>
          </a:xfrm>
          <a:prstGeom prst="ellipse">
            <a:avLst/>
          </a:prstGeom>
          <a:solidFill>
            <a:schemeClr val="bg1"/>
          </a:solidFill>
          <a:ln w="285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51" name="Oval 50">
            <a:extLst>
              <a:ext uri="{FF2B5EF4-FFF2-40B4-BE49-F238E27FC236}">
                <a16:creationId xmlns:a16="http://schemas.microsoft.com/office/drawing/2014/main" id="{B7570448-FF3C-95A7-32C5-8100AAAAE837}"/>
              </a:ext>
              <a:ext uri="{C183D7F6-B498-43B3-948B-1728B52AA6E4}">
                <adec:decorative xmlns:adec="http://schemas.microsoft.com/office/drawing/2017/decorative" val="1"/>
              </a:ext>
            </a:extLst>
          </p:cNvPr>
          <p:cNvSpPr/>
          <p:nvPr/>
        </p:nvSpPr>
        <p:spPr bwMode="auto">
          <a:xfrm>
            <a:off x="5359077" y="3741279"/>
            <a:ext cx="582196" cy="582196"/>
          </a:xfrm>
          <a:prstGeom prst="ellipse">
            <a:avLst/>
          </a:prstGeom>
          <a:solidFill>
            <a:schemeClr val="bg1"/>
          </a:solidFill>
          <a:ln w="285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52" name="Oval 51">
            <a:extLst>
              <a:ext uri="{FF2B5EF4-FFF2-40B4-BE49-F238E27FC236}">
                <a16:creationId xmlns:a16="http://schemas.microsoft.com/office/drawing/2014/main" id="{00C7A8E1-A3DE-16DA-DABA-6CC346A21D03}"/>
              </a:ext>
              <a:ext uri="{C183D7F6-B498-43B3-948B-1728B52AA6E4}">
                <adec:decorative xmlns:adec="http://schemas.microsoft.com/office/drawing/2017/decorative" val="1"/>
              </a:ext>
            </a:extLst>
          </p:cNvPr>
          <p:cNvSpPr/>
          <p:nvPr/>
        </p:nvSpPr>
        <p:spPr bwMode="auto">
          <a:xfrm>
            <a:off x="5359077" y="4727762"/>
            <a:ext cx="582196" cy="582196"/>
          </a:xfrm>
          <a:prstGeom prst="ellipse">
            <a:avLst/>
          </a:prstGeom>
          <a:solidFill>
            <a:schemeClr val="bg1"/>
          </a:solidFill>
          <a:ln w="285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9C059743-B855-745E-ED21-BA8BBA9EDB23}"/>
              </a:ext>
            </a:extLst>
          </p:cNvPr>
          <p:cNvSpPr txBox="1"/>
          <p:nvPr/>
        </p:nvSpPr>
        <p:spPr>
          <a:xfrm>
            <a:off x="165017" y="1720177"/>
            <a:ext cx="5059420" cy="64633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fr-FR" sz="1800" b="0" i="0" u="none" strike="noStrike" kern="1200" cap="none" spc="0" normalizeH="0" baseline="0" noProof="0" dirty="0">
                <a:ln>
                  <a:noFill/>
                </a:ln>
                <a:solidFill>
                  <a:schemeClr val="bg1"/>
                </a:solidFill>
                <a:effectLst/>
                <a:uLnTx/>
                <a:uFillTx/>
                <a:latin typeface="Segoe UI Semibold"/>
                <a:ea typeface="+mn-ea"/>
                <a:cs typeface="Segoe UI" pitchFamily="34" charset="0"/>
                <a:hlinkClick r:id="rId3">
                  <a:extLst>
                    <a:ext uri="{A12FA001-AC4F-418D-AE19-62706E023703}">
                      <ahyp:hlinkClr xmlns:ahyp="http://schemas.microsoft.com/office/drawing/2018/hyperlinkcolor" val="tx"/>
                    </a:ext>
                  </a:extLst>
                </a:hlinkClick>
              </a:rPr>
              <a:t>Consulter la documentation Microsoft pour en savoir plus</a:t>
            </a:r>
            <a:endParaRPr kumimoji="0" lang="en-US" sz="1800" b="0" i="0" u="none" strike="noStrike" kern="1200" cap="none" spc="0" normalizeH="0" baseline="0" noProof="0" dirty="0">
              <a:ln>
                <a:noFill/>
              </a:ln>
              <a:solidFill>
                <a:schemeClr val="bg1"/>
              </a:solidFill>
              <a:effectLst/>
              <a:uLnTx/>
              <a:uFillTx/>
              <a:latin typeface="Segoe UI Semibold"/>
              <a:ea typeface="+mn-ea"/>
              <a:cs typeface="Segoe UI" pitchFamily="34" charset="0"/>
            </a:endParaRPr>
          </a:p>
        </p:txBody>
      </p:sp>
      <p:sp>
        <p:nvSpPr>
          <p:cNvPr id="54" name="TextBox 53">
            <a:extLst>
              <a:ext uri="{FF2B5EF4-FFF2-40B4-BE49-F238E27FC236}">
                <a16:creationId xmlns:a16="http://schemas.microsoft.com/office/drawing/2014/main" id="{4C29FE13-A145-3D26-4D24-7110823189DA}"/>
              </a:ext>
            </a:extLst>
          </p:cNvPr>
          <p:cNvSpPr txBox="1"/>
          <p:nvPr/>
        </p:nvSpPr>
        <p:spPr>
          <a:xfrm>
            <a:off x="165018" y="3736999"/>
            <a:ext cx="4741136" cy="64633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fr-FR" sz="1800" b="0" i="0" u="none" strike="noStrike" kern="1200" cap="none" spc="0" normalizeH="0" baseline="0" noProof="0" dirty="0">
                <a:ln>
                  <a:noFill/>
                </a:ln>
                <a:solidFill>
                  <a:schemeClr val="bg1"/>
                </a:solidFill>
                <a:effectLst/>
                <a:uLnTx/>
                <a:uFillTx/>
                <a:latin typeface="Segoe UI Semibold"/>
                <a:ea typeface="+mn-ea"/>
                <a:cs typeface="Segoe UI" pitchFamily="34" charset="0"/>
                <a:hlinkClick r:id="rId4">
                  <a:extLst>
                    <a:ext uri="{A12FA001-AC4F-418D-AE19-62706E023703}">
                      <ahyp:hlinkClr xmlns:ahyp="http://schemas.microsoft.com/office/drawing/2018/hyperlinkcolor" val="tx"/>
                    </a:ext>
                  </a:extLst>
                </a:hlinkClick>
              </a:rPr>
              <a:t>Tester Face Check gratuitement dans l'essai gratuit de Microsoft Entra Suite</a:t>
            </a:r>
            <a:endParaRPr kumimoji="0" lang="en-US" sz="1800" b="0" i="0" u="none" strike="noStrike" kern="1200" cap="none" spc="0" normalizeH="0" baseline="0" noProof="0" dirty="0">
              <a:ln>
                <a:noFill/>
              </a:ln>
              <a:solidFill>
                <a:schemeClr val="bg1"/>
              </a:solidFill>
              <a:effectLst/>
              <a:uLnTx/>
              <a:uFillTx/>
              <a:latin typeface="Segoe UI Semibold"/>
              <a:ea typeface="+mn-ea"/>
              <a:cs typeface="Segoe UI" pitchFamily="34" charset="0"/>
            </a:endParaRPr>
          </a:p>
        </p:txBody>
      </p:sp>
      <p:sp>
        <p:nvSpPr>
          <p:cNvPr id="55" name="TextBox 54">
            <a:extLst>
              <a:ext uri="{FF2B5EF4-FFF2-40B4-BE49-F238E27FC236}">
                <a16:creationId xmlns:a16="http://schemas.microsoft.com/office/drawing/2014/main" id="{58D4452E-8F3E-02D9-4D17-6CC554A944F4}"/>
              </a:ext>
            </a:extLst>
          </p:cNvPr>
          <p:cNvSpPr txBox="1"/>
          <p:nvPr/>
        </p:nvSpPr>
        <p:spPr>
          <a:xfrm>
            <a:off x="178614" y="4713539"/>
            <a:ext cx="4426521" cy="64633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Segoe UI" pitchFamily="34" charset="0"/>
              </a:rPr>
              <a:t>Consulter le dépôt GitHub </a:t>
            </a:r>
            <a:r>
              <a:rPr kumimoji="0" lang="en-US" sz="1800" b="0" i="0" u="none" strike="noStrike" kern="1200" cap="none" spc="0" normalizeH="0" baseline="0" noProof="0" dirty="0">
                <a:ln>
                  <a:noFill/>
                </a:ln>
                <a:solidFill>
                  <a:srgbClr val="FFFFFF"/>
                </a:solidFill>
                <a:effectLst/>
                <a:uLnTx/>
                <a:uFillTx/>
                <a:latin typeface="Segoe UI Semibold"/>
                <a:ea typeface="+mn-ea"/>
                <a:cs typeface="Segoe UI" pitchFamily="34" charset="0"/>
                <a:hlinkClick r:id="rId5"/>
              </a:rPr>
              <a:t>https://aka.ms/vcsample</a:t>
            </a:r>
            <a:r>
              <a:rPr kumimoji="0" lang="en-US" sz="1800" b="0" i="0" u="none" strike="noStrike" kern="1200" cap="none" spc="0" normalizeH="0" baseline="0" noProof="0" dirty="0">
                <a:ln>
                  <a:noFill/>
                </a:ln>
                <a:solidFill>
                  <a:srgbClr val="FFFFFF"/>
                </a:solidFill>
                <a:effectLst/>
                <a:uLnTx/>
                <a:uFillTx/>
                <a:latin typeface="Segoe UI Semibold"/>
                <a:ea typeface="+mn-ea"/>
                <a:cs typeface="Segoe UI" pitchFamily="34" charset="0"/>
              </a:rPr>
              <a:t> </a:t>
            </a:r>
          </a:p>
        </p:txBody>
      </p:sp>
      <p:sp>
        <p:nvSpPr>
          <p:cNvPr id="56" name="TextBox 55">
            <a:extLst>
              <a:ext uri="{FF2B5EF4-FFF2-40B4-BE49-F238E27FC236}">
                <a16:creationId xmlns:a16="http://schemas.microsoft.com/office/drawing/2014/main" id="{B061569F-5BFF-F41F-2A54-B1E47E1BEDB8}"/>
              </a:ext>
            </a:extLst>
          </p:cNvPr>
          <p:cNvSpPr txBox="1"/>
          <p:nvPr/>
        </p:nvSpPr>
        <p:spPr>
          <a:xfrm>
            <a:off x="165017" y="5648540"/>
            <a:ext cx="4924887" cy="64633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fr-FR" sz="1800" b="0" i="0" u="none" strike="noStrike" kern="1200" cap="none" spc="0" normalizeH="0" baseline="0" noProof="0" dirty="0">
                <a:ln>
                  <a:noFill/>
                </a:ln>
                <a:solidFill>
                  <a:srgbClr val="FFFFFF"/>
                </a:solidFill>
                <a:effectLst/>
                <a:uLnTx/>
                <a:uFillTx/>
                <a:latin typeface="Segoe UI Semibold"/>
                <a:ea typeface="+mn-ea"/>
                <a:cs typeface="Segoe UI" pitchFamily="34" charset="0"/>
              </a:rPr>
              <a:t>Choisir un cas d'utilisation et réaliser un PoC rapide</a:t>
            </a:r>
          </a:p>
        </p:txBody>
      </p:sp>
      <p:sp>
        <p:nvSpPr>
          <p:cNvPr id="57" name="Title 30">
            <a:extLst>
              <a:ext uri="{FF2B5EF4-FFF2-40B4-BE49-F238E27FC236}">
                <a16:creationId xmlns:a16="http://schemas.microsoft.com/office/drawing/2014/main" id="{0DCF54F7-0F3B-CE0D-911B-CCD5556BF66A}"/>
              </a:ext>
            </a:extLst>
          </p:cNvPr>
          <p:cNvSpPr txBox="1">
            <a:spLocks/>
          </p:cNvSpPr>
          <p:nvPr/>
        </p:nvSpPr>
        <p:spPr>
          <a:xfrm>
            <a:off x="7902274" y="1727158"/>
            <a:ext cx="2824105" cy="369332"/>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fr-FR" sz="2400" b="0" i="0" u="none" strike="noStrike" kern="1200" cap="none" spc="-51" normalizeH="0" baseline="0" noProof="0" dirty="0">
                <a:ln w="3175">
                  <a:noFill/>
                </a:ln>
                <a:gradFill>
                  <a:gsLst>
                    <a:gs pos="0">
                      <a:srgbClr val="000000"/>
                    </a:gs>
                    <a:gs pos="100000">
                      <a:srgbClr val="000000"/>
                    </a:gs>
                  </a:gsLst>
                  <a:lin ang="5400000" scaled="1"/>
                </a:gradFill>
                <a:effectLst/>
                <a:uLnTx/>
                <a:uFillTx/>
                <a:latin typeface="Segoe UI Semibold"/>
                <a:ea typeface="+mn-ea"/>
                <a:cs typeface="Segoe UI" pitchFamily="34" charset="0"/>
              </a:rPr>
              <a:t>Pour en savoir plus</a:t>
            </a:r>
            <a:endParaRPr kumimoji="0" lang="fr-FR" sz="2800" b="0" i="0" u="none" strike="noStrike" kern="1200" cap="none" spc="-50" normalizeH="0" baseline="0" noProof="0" dirty="0">
              <a:ln w="3175">
                <a:noFill/>
              </a:ln>
              <a:solidFill>
                <a:srgbClr val="000000"/>
              </a:solidFill>
              <a:effectLst/>
              <a:uLnTx/>
              <a:uFillTx/>
              <a:latin typeface="Segoe UI Semibold"/>
              <a:ea typeface="+mn-ea"/>
              <a:cs typeface="Segoe UI" pitchFamily="34" charset="0"/>
            </a:endParaRPr>
          </a:p>
        </p:txBody>
      </p:sp>
      <p:grpSp>
        <p:nvGrpSpPr>
          <p:cNvPr id="3" name="Groupe 2">
            <a:extLst>
              <a:ext uri="{FF2B5EF4-FFF2-40B4-BE49-F238E27FC236}">
                <a16:creationId xmlns:a16="http://schemas.microsoft.com/office/drawing/2014/main" id="{A74FFAE0-92A1-78D5-94C6-9D156414CC2C}"/>
              </a:ext>
            </a:extLst>
          </p:cNvPr>
          <p:cNvGrpSpPr/>
          <p:nvPr/>
        </p:nvGrpSpPr>
        <p:grpSpPr>
          <a:xfrm>
            <a:off x="7051764" y="2360880"/>
            <a:ext cx="5168157" cy="918284"/>
            <a:chOff x="7051764" y="2266369"/>
            <a:chExt cx="5168157" cy="918284"/>
          </a:xfrm>
        </p:grpSpPr>
        <p:sp>
          <p:nvSpPr>
            <p:cNvPr id="58" name="TextBox 57">
              <a:extLst>
                <a:ext uri="{FF2B5EF4-FFF2-40B4-BE49-F238E27FC236}">
                  <a16:creationId xmlns:a16="http://schemas.microsoft.com/office/drawing/2014/main" id="{7FD70D0F-BE2E-EBE3-31B2-88D9B1C8416B}"/>
                </a:ext>
              </a:extLst>
            </p:cNvPr>
            <p:cNvSpPr txBox="1"/>
            <p:nvPr/>
          </p:nvSpPr>
          <p:spPr>
            <a:xfrm>
              <a:off x="7051764" y="2266369"/>
              <a:ext cx="5168157" cy="584775"/>
            </a:xfrm>
            <a:prstGeom prst="rect">
              <a:avLst/>
            </a:prstGeom>
            <a:noFill/>
          </p:spPr>
          <p:txBody>
            <a:bodyPr wrap="square">
              <a:spAutoFit/>
            </a:bodyPr>
            <a:lstStyle/>
            <a:p>
              <a:pPr lvl="0">
                <a:spcAft>
                  <a:spcPts val="1200"/>
                </a:spcAft>
                <a:defRPr/>
              </a:pPr>
              <a:r>
                <a:rPr lang="fr-FR" sz="1600" dirty="0">
                  <a:gradFill>
                    <a:gsLst>
                      <a:gs pos="69540">
                        <a:srgbClr val="282828"/>
                      </a:gs>
                      <a:gs pos="41954">
                        <a:srgbClr val="282828"/>
                      </a:gs>
                    </a:gsLst>
                    <a:lin ang="0" scaled="0"/>
                  </a:gradFill>
                  <a:latin typeface="Segoe UI Semibold"/>
                  <a:cs typeface="Segoe UI" pitchFamily="34" charset="0"/>
                </a:rPr>
                <a:t>En savoir plus sur Face Check avec Microsoft Entra Verified ID</a:t>
              </a:r>
            </a:p>
          </p:txBody>
        </p:sp>
        <p:sp>
          <p:nvSpPr>
            <p:cNvPr id="59" name="TextBox 58">
              <a:extLst>
                <a:ext uri="{FF2B5EF4-FFF2-40B4-BE49-F238E27FC236}">
                  <a16:creationId xmlns:a16="http://schemas.microsoft.com/office/drawing/2014/main" id="{095CC59D-B4CD-0BE2-8008-47AD0436EE55}"/>
                </a:ext>
              </a:extLst>
            </p:cNvPr>
            <p:cNvSpPr txBox="1"/>
            <p:nvPr/>
          </p:nvSpPr>
          <p:spPr>
            <a:xfrm>
              <a:off x="7279232" y="2876876"/>
              <a:ext cx="4557168" cy="307777"/>
            </a:xfrm>
            <a:prstGeom prst="rect">
              <a:avLst/>
            </a:prstGeom>
            <a:noFill/>
          </p:spPr>
          <p:txBody>
            <a:bodyPr wrap="square">
              <a:spAutoFit/>
            </a:bodyPr>
            <a:lstStyle>
              <a:defPPr>
                <a:defRPr lang="en-US"/>
              </a:defPPr>
              <a:lvl1pPr marL="173038" marR="0" lvl="0" indent="-173038" defTabSz="914367" fontAlgn="auto">
                <a:lnSpc>
                  <a:spcPct val="100000"/>
                </a:lnSpc>
                <a:spcBef>
                  <a:spcPts val="0"/>
                </a:spcBef>
                <a:spcAft>
                  <a:spcPts val="0"/>
                </a:spcAft>
                <a:buClrTx/>
                <a:buSzTx/>
                <a:buFontTx/>
                <a:buBlip>
                  <a:blip r:embed="rId6"/>
                </a:buBlip>
                <a:tabLst/>
                <a:defRPr kumimoji="0" sz="1200" b="0" i="0" u="none" strike="noStrike" cap="none" spc="0" normalizeH="0" baseline="0">
                  <a:ln>
                    <a:noFill/>
                  </a:ln>
                  <a:solidFill>
                    <a:srgbClr val="0078D4"/>
                  </a:solidFill>
                  <a:effectLst/>
                  <a:uLnTx/>
                  <a:uFillTx/>
                  <a:latin typeface="Segoe UI Semibold"/>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000000"/>
                  </a:solidFill>
                  <a:effectLst/>
                  <a:uLnTx/>
                  <a:uFillTx/>
                  <a:latin typeface="Segoe UI Semibold"/>
                  <a:ea typeface="+mn-ea"/>
                  <a:cs typeface="+mn-cs"/>
                  <a:hlinkClick r:id="rId7"/>
                </a:rPr>
                <a:t>Blog sur la disponibilité générale de Face Check</a:t>
              </a:r>
              <a:endParaRPr kumimoji="0" lang="en-US" sz="14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6" name="Groupe 5">
            <a:extLst>
              <a:ext uri="{FF2B5EF4-FFF2-40B4-BE49-F238E27FC236}">
                <a16:creationId xmlns:a16="http://schemas.microsoft.com/office/drawing/2014/main" id="{C0A3172C-8F26-C24A-999F-EFA820D2D177}"/>
              </a:ext>
            </a:extLst>
          </p:cNvPr>
          <p:cNvGrpSpPr/>
          <p:nvPr/>
        </p:nvGrpSpPr>
        <p:grpSpPr>
          <a:xfrm>
            <a:off x="7008830" y="5444585"/>
            <a:ext cx="5091905" cy="653717"/>
            <a:chOff x="6998495" y="5036704"/>
            <a:chExt cx="5403389" cy="653717"/>
          </a:xfrm>
        </p:grpSpPr>
        <p:sp>
          <p:nvSpPr>
            <p:cNvPr id="65" name="TextBox 64">
              <a:extLst>
                <a:ext uri="{FF2B5EF4-FFF2-40B4-BE49-F238E27FC236}">
                  <a16:creationId xmlns:a16="http://schemas.microsoft.com/office/drawing/2014/main" id="{EB6B1686-0071-AC16-0C07-781CE7FCA690}"/>
                </a:ext>
              </a:extLst>
            </p:cNvPr>
            <p:cNvSpPr txBox="1"/>
            <p:nvPr/>
          </p:nvSpPr>
          <p:spPr>
            <a:xfrm>
              <a:off x="6998495" y="5036704"/>
              <a:ext cx="5403389" cy="338554"/>
            </a:xfrm>
            <a:prstGeom prst="rect">
              <a:avLst/>
            </a:prstGeom>
            <a:noFill/>
          </p:spPr>
          <p:txBody>
            <a:bodyPr wrap="square">
              <a:spAutoFit/>
            </a:bodyPr>
            <a:lstStyle>
              <a:defPPr>
                <a:defRPr lang="en-US"/>
              </a:defPPr>
              <a:lvl1pPr marR="0" lvl="0" indent="0" defTabSz="914367" fontAlgn="auto">
                <a:lnSpc>
                  <a:spcPct val="100000"/>
                </a:lnSpc>
                <a:spcBef>
                  <a:spcPts val="0"/>
                </a:spcBef>
                <a:spcAft>
                  <a:spcPts val="0"/>
                </a:spcAft>
                <a:buClrTx/>
                <a:buSzTx/>
                <a:buFontTx/>
                <a:buNone/>
                <a:tabLst/>
                <a:defRPr kumimoji="0" sz="1600" b="0" i="0" u="none" strike="noStrike" cap="none" spc="0" normalizeH="0" baseline="0">
                  <a:ln>
                    <a:noFill/>
                  </a:ln>
                  <a:solidFill>
                    <a:srgbClr val="000000"/>
                  </a:solidFill>
                  <a:effectLst/>
                  <a:uLnTx/>
                  <a:uFillTx/>
                  <a:latin typeface="Segoe UI"/>
                </a:defRPr>
              </a:lvl1pPr>
            </a:lstStyle>
            <a:p>
              <a:pPr lvl="0">
                <a:defRPr/>
              </a:pPr>
              <a:r>
                <a:rPr lang="fr-FR" dirty="0">
                  <a:latin typeface="Segoe UI Semibold"/>
                  <a:cs typeface="Segoe UI" pitchFamily="34" charset="0"/>
                </a:rPr>
                <a:t>Trouver les outils de développement de Verified ID</a:t>
              </a:r>
            </a:p>
          </p:txBody>
        </p:sp>
        <p:sp>
          <p:nvSpPr>
            <p:cNvPr id="66" name="TextBox 65">
              <a:extLst>
                <a:ext uri="{FF2B5EF4-FFF2-40B4-BE49-F238E27FC236}">
                  <a16:creationId xmlns:a16="http://schemas.microsoft.com/office/drawing/2014/main" id="{2040245B-6388-5A89-9FEC-94D46BC83964}"/>
                </a:ext>
              </a:extLst>
            </p:cNvPr>
            <p:cNvSpPr txBox="1"/>
            <p:nvPr/>
          </p:nvSpPr>
          <p:spPr>
            <a:xfrm>
              <a:off x="7289888" y="5382644"/>
              <a:ext cx="3703386" cy="307777"/>
            </a:xfrm>
            <a:prstGeom prst="rect">
              <a:avLst/>
            </a:prstGeom>
            <a:noFill/>
          </p:spPr>
          <p:txBody>
            <a:bodyPr wrap="non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hlinkClick r:id="rId8"/>
                </a:rPr>
                <a:t>Documentation Microsoft Entra Verified ID</a:t>
              </a:r>
              <a:endParaRPr kumimoji="0" lang="en-US" sz="14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5" name="Groupe 4">
            <a:extLst>
              <a:ext uri="{FF2B5EF4-FFF2-40B4-BE49-F238E27FC236}">
                <a16:creationId xmlns:a16="http://schemas.microsoft.com/office/drawing/2014/main" id="{1C3AEE31-2AEA-1095-B472-682E5DEE4B77}"/>
              </a:ext>
            </a:extLst>
          </p:cNvPr>
          <p:cNvGrpSpPr/>
          <p:nvPr/>
        </p:nvGrpSpPr>
        <p:grpSpPr>
          <a:xfrm>
            <a:off x="7051764" y="4288795"/>
            <a:ext cx="5231862" cy="984886"/>
            <a:chOff x="7051764" y="3952395"/>
            <a:chExt cx="5231862" cy="984886"/>
          </a:xfrm>
        </p:grpSpPr>
        <p:sp>
          <p:nvSpPr>
            <p:cNvPr id="61" name="TextBox 60">
              <a:extLst>
                <a:ext uri="{FF2B5EF4-FFF2-40B4-BE49-F238E27FC236}">
                  <a16:creationId xmlns:a16="http://schemas.microsoft.com/office/drawing/2014/main" id="{DFD1F2F5-2696-66CA-F4BB-E199E635B0AA}"/>
                </a:ext>
              </a:extLst>
            </p:cNvPr>
            <p:cNvSpPr txBox="1"/>
            <p:nvPr/>
          </p:nvSpPr>
          <p:spPr>
            <a:xfrm>
              <a:off x="7289888" y="4306338"/>
              <a:ext cx="3207929" cy="307777"/>
            </a:xfrm>
            <a:prstGeom prst="rect">
              <a:avLst/>
            </a:prstGeom>
            <a:noFill/>
          </p:spPr>
          <p:txBody>
            <a:bodyPr wrap="non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nl-NL" sz="1400" b="0" i="0" u="none" strike="noStrike" kern="1200" cap="none" spc="0" normalizeH="0" baseline="0" noProof="0" dirty="0">
                  <a:ln>
                    <a:noFill/>
                  </a:ln>
                  <a:solidFill>
                    <a:srgbClr val="000000"/>
                  </a:solidFill>
                  <a:effectLst/>
                  <a:uLnTx/>
                  <a:uFillTx/>
                  <a:latin typeface="Segoe UI Semibold"/>
                  <a:ea typeface="+mn-ea"/>
                  <a:cs typeface="+mn-cs"/>
                  <a:hlinkClick r:id="rId9"/>
                </a:rPr>
                <a:t>Page Web Microsoft Entra Verified ID</a:t>
              </a:r>
              <a:endParaRPr kumimoji="0" lang="en-US" sz="14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62" name="TextBox 61">
              <a:extLst>
                <a:ext uri="{FF2B5EF4-FFF2-40B4-BE49-F238E27FC236}">
                  <a16:creationId xmlns:a16="http://schemas.microsoft.com/office/drawing/2014/main" id="{6A0F0277-1B9C-AC9E-5378-C1651E41FE8B}"/>
                </a:ext>
              </a:extLst>
            </p:cNvPr>
            <p:cNvSpPr txBox="1"/>
            <p:nvPr/>
          </p:nvSpPr>
          <p:spPr>
            <a:xfrm>
              <a:off x="7051764" y="3952395"/>
              <a:ext cx="5231862" cy="338554"/>
            </a:xfrm>
            <a:prstGeom prst="rect">
              <a:avLst/>
            </a:prstGeom>
            <a:noFill/>
          </p:spPr>
          <p:txBody>
            <a:bodyPr wrap="square">
              <a:spAutoFit/>
            </a:bodyPr>
            <a:lstStyle>
              <a:defPPr>
                <a:defRPr lang="en-US"/>
              </a:defPPr>
              <a:lvl1pPr marR="0" lvl="0" indent="0" defTabSz="914367" fontAlgn="auto">
                <a:lnSpc>
                  <a:spcPct val="100000"/>
                </a:lnSpc>
                <a:spcBef>
                  <a:spcPts val="0"/>
                </a:spcBef>
                <a:spcAft>
                  <a:spcPts val="0"/>
                </a:spcAft>
                <a:buClrTx/>
                <a:buSzTx/>
                <a:buFontTx/>
                <a:buNone/>
                <a:tabLst/>
                <a:defRPr kumimoji="0" sz="1600" b="0" i="0" u="none" strike="noStrike" cap="none" spc="0" normalizeH="0" baseline="0">
                  <a:ln>
                    <a:noFill/>
                  </a:ln>
                  <a:solidFill>
                    <a:srgbClr val="000000"/>
                  </a:solidFill>
                  <a:effectLst/>
                  <a:uLnTx/>
                  <a:uFillTx/>
                  <a:latin typeface="Segoe UI"/>
                </a:defRPr>
              </a:lvl1pPr>
            </a:lstStyle>
            <a:p>
              <a:pPr lvl="0">
                <a:defRPr/>
              </a:pPr>
              <a:r>
                <a:rPr lang="fr-FR" dirty="0">
                  <a:latin typeface="Segoe UI Semibold"/>
                  <a:cs typeface="Segoe UI" pitchFamily="34" charset="0"/>
                </a:rPr>
                <a:t>En savoir plus sur Microsoft Entra Verified ID</a:t>
              </a:r>
            </a:p>
          </p:txBody>
        </p:sp>
        <p:sp>
          <p:nvSpPr>
            <p:cNvPr id="68" name="TextBox 67">
              <a:extLst>
                <a:ext uri="{FF2B5EF4-FFF2-40B4-BE49-F238E27FC236}">
                  <a16:creationId xmlns:a16="http://schemas.microsoft.com/office/drawing/2014/main" id="{9F9A9D5B-0911-3058-4C3B-59B4BFA02DA1}"/>
                </a:ext>
              </a:extLst>
            </p:cNvPr>
            <p:cNvSpPr txBox="1"/>
            <p:nvPr/>
          </p:nvSpPr>
          <p:spPr>
            <a:xfrm>
              <a:off x="7279232" y="4629504"/>
              <a:ext cx="3668697" cy="307777"/>
            </a:xfrm>
            <a:prstGeom prst="rect">
              <a:avLst/>
            </a:prstGeom>
            <a:noFill/>
          </p:spPr>
          <p:txBody>
            <a:bodyPr wrap="none">
              <a:spAutoFit/>
            </a:bodyPr>
            <a:lstStyle>
              <a:defPPr>
                <a:defRPr lang="en-US"/>
              </a:defPPr>
              <a:lvl1pPr marL="173038" marR="0" lvl="0" indent="-173038" defTabSz="914367" fontAlgn="auto">
                <a:lnSpc>
                  <a:spcPct val="100000"/>
                </a:lnSpc>
                <a:spcBef>
                  <a:spcPts val="0"/>
                </a:spcBef>
                <a:spcAft>
                  <a:spcPts val="0"/>
                </a:spcAft>
                <a:buClrTx/>
                <a:buSzTx/>
                <a:buFontTx/>
                <a:buBlip>
                  <a:blip r:embed="rId6"/>
                </a:buBlip>
                <a:tabLst/>
                <a:defRPr kumimoji="0" sz="1200" b="0" i="0" u="none" strike="noStrike" cap="none" spc="0" normalizeH="0" baseline="0">
                  <a:ln>
                    <a:noFill/>
                  </a:ln>
                  <a:solidFill>
                    <a:srgbClr val="0078D4"/>
                  </a:solidFill>
                  <a:effectLst/>
                  <a:uLnTx/>
                  <a:uFillTx/>
                  <a:latin typeface="Segoe UI Semibold"/>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000000"/>
                  </a:solidFill>
                  <a:effectLst/>
                  <a:uLnTx/>
                  <a:uFillTx/>
                  <a:latin typeface="Segoe UI Semibold"/>
                  <a:ea typeface="+mn-ea"/>
                  <a:cs typeface="+mn-cs"/>
                  <a:hlinkClick r:id="rId10"/>
                </a:rPr>
                <a:t>Fiche technique Microsoft Entra Verified ID</a:t>
              </a:r>
              <a:endParaRPr kumimoji="0" lang="en-US" sz="14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4" name="Groupe 3">
            <a:extLst>
              <a:ext uri="{FF2B5EF4-FFF2-40B4-BE49-F238E27FC236}">
                <a16:creationId xmlns:a16="http://schemas.microsoft.com/office/drawing/2014/main" id="{A92B4C38-96F4-583B-CDB3-03D55D0F9C77}"/>
              </a:ext>
            </a:extLst>
          </p:cNvPr>
          <p:cNvGrpSpPr/>
          <p:nvPr/>
        </p:nvGrpSpPr>
        <p:grpSpPr>
          <a:xfrm>
            <a:off x="7051764" y="3450067"/>
            <a:ext cx="5168156" cy="667825"/>
            <a:chOff x="7051764" y="3243305"/>
            <a:chExt cx="5168156" cy="667825"/>
          </a:xfrm>
        </p:grpSpPr>
        <p:sp>
          <p:nvSpPr>
            <p:cNvPr id="60" name="TextBox 59">
              <a:extLst>
                <a:ext uri="{FF2B5EF4-FFF2-40B4-BE49-F238E27FC236}">
                  <a16:creationId xmlns:a16="http://schemas.microsoft.com/office/drawing/2014/main" id="{AE83CF78-6955-BE65-CF62-0C0DFE87C9CE}"/>
                </a:ext>
              </a:extLst>
            </p:cNvPr>
            <p:cNvSpPr txBox="1"/>
            <p:nvPr/>
          </p:nvSpPr>
          <p:spPr>
            <a:xfrm>
              <a:off x="7051764" y="3243305"/>
              <a:ext cx="5168156" cy="338554"/>
            </a:xfrm>
            <a:prstGeom prst="rect">
              <a:avLst/>
            </a:prstGeom>
            <a:noFill/>
          </p:spPr>
          <p:txBody>
            <a:bodyPr wrap="square">
              <a:spAutoFit/>
            </a:bodyPr>
            <a:lstStyle/>
            <a:p>
              <a:pPr lvl="0">
                <a:spcAft>
                  <a:spcPts val="1200"/>
                </a:spcAft>
                <a:defRPr/>
              </a:pPr>
              <a:r>
                <a:rPr lang="fr-FR" sz="1600" dirty="0">
                  <a:solidFill>
                    <a:srgbClr val="000000"/>
                  </a:solidFill>
                  <a:latin typeface="Segoe UI Semibold"/>
                  <a:cs typeface="Segoe UI" pitchFamily="34" charset="0"/>
                </a:rPr>
                <a:t>Découvrir d'autres cas d'utilisation de Verified ID</a:t>
              </a:r>
              <a:endParaRPr lang="fr-FR" sz="1800" dirty="0">
                <a:solidFill>
                  <a:srgbClr val="000000"/>
                </a:solidFill>
                <a:latin typeface="Segoe UI Semibold"/>
                <a:cs typeface="Segoe UI" pitchFamily="34" charset="0"/>
              </a:endParaRPr>
            </a:p>
          </p:txBody>
        </p:sp>
        <p:sp>
          <p:nvSpPr>
            <p:cNvPr id="69" name="TextBox 68">
              <a:extLst>
                <a:ext uri="{FF2B5EF4-FFF2-40B4-BE49-F238E27FC236}">
                  <a16:creationId xmlns:a16="http://schemas.microsoft.com/office/drawing/2014/main" id="{E21396C4-977E-6D53-614C-FF85553DF44C}"/>
                </a:ext>
              </a:extLst>
            </p:cNvPr>
            <p:cNvSpPr txBox="1"/>
            <p:nvPr/>
          </p:nvSpPr>
          <p:spPr>
            <a:xfrm>
              <a:off x="7289888" y="3603353"/>
              <a:ext cx="3447147" cy="307777"/>
            </a:xfrm>
            <a:prstGeom prst="rect">
              <a:avLst/>
            </a:prstGeom>
            <a:noFill/>
          </p:spPr>
          <p:txBody>
            <a:bodyPr wrap="square">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hlinkClick r:id="rId11"/>
                </a:rPr>
                <a:t>eBook Microsoft Entra Verified ID</a:t>
              </a:r>
              <a:endParaRPr kumimoji="0" lang="en-US" sz="14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70" name="TextBox 69">
            <a:extLst>
              <a:ext uri="{FF2B5EF4-FFF2-40B4-BE49-F238E27FC236}">
                <a16:creationId xmlns:a16="http://schemas.microsoft.com/office/drawing/2014/main" id="{E274ED3B-5B50-4B44-056F-C37B2063137F}"/>
              </a:ext>
            </a:extLst>
          </p:cNvPr>
          <p:cNvSpPr txBox="1"/>
          <p:nvPr/>
        </p:nvSpPr>
        <p:spPr>
          <a:xfrm>
            <a:off x="5406644" y="1894775"/>
            <a:ext cx="503959"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1</a:t>
            </a:r>
          </a:p>
        </p:txBody>
      </p:sp>
      <p:sp>
        <p:nvSpPr>
          <p:cNvPr id="71" name="TextBox 70">
            <a:extLst>
              <a:ext uri="{FF2B5EF4-FFF2-40B4-BE49-F238E27FC236}">
                <a16:creationId xmlns:a16="http://schemas.microsoft.com/office/drawing/2014/main" id="{609A962D-8A4F-7E03-D9D2-18D3C63E2A5D}"/>
              </a:ext>
            </a:extLst>
          </p:cNvPr>
          <p:cNvSpPr txBox="1"/>
          <p:nvPr/>
        </p:nvSpPr>
        <p:spPr>
          <a:xfrm>
            <a:off x="5398195" y="2871087"/>
            <a:ext cx="503959"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2</a:t>
            </a:r>
          </a:p>
        </p:txBody>
      </p:sp>
      <p:sp>
        <p:nvSpPr>
          <p:cNvPr id="72" name="TextBox 71">
            <a:extLst>
              <a:ext uri="{FF2B5EF4-FFF2-40B4-BE49-F238E27FC236}">
                <a16:creationId xmlns:a16="http://schemas.microsoft.com/office/drawing/2014/main" id="{80F73DBF-D8F3-93FE-6817-D9860E304506}"/>
              </a:ext>
            </a:extLst>
          </p:cNvPr>
          <p:cNvSpPr txBox="1"/>
          <p:nvPr/>
        </p:nvSpPr>
        <p:spPr>
          <a:xfrm>
            <a:off x="5403608" y="3850319"/>
            <a:ext cx="503959"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3</a:t>
            </a:r>
          </a:p>
        </p:txBody>
      </p:sp>
      <p:sp>
        <p:nvSpPr>
          <p:cNvPr id="73" name="TextBox 72">
            <a:extLst>
              <a:ext uri="{FF2B5EF4-FFF2-40B4-BE49-F238E27FC236}">
                <a16:creationId xmlns:a16="http://schemas.microsoft.com/office/drawing/2014/main" id="{C9F1911C-EA88-AD21-5EE4-2D57C908B115}"/>
              </a:ext>
            </a:extLst>
          </p:cNvPr>
          <p:cNvSpPr txBox="1"/>
          <p:nvPr/>
        </p:nvSpPr>
        <p:spPr>
          <a:xfrm>
            <a:off x="5415299" y="4855977"/>
            <a:ext cx="503959"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4</a:t>
            </a:r>
          </a:p>
        </p:txBody>
      </p:sp>
      <p:sp>
        <p:nvSpPr>
          <p:cNvPr id="74" name="TextBox 73">
            <a:extLst>
              <a:ext uri="{FF2B5EF4-FFF2-40B4-BE49-F238E27FC236}">
                <a16:creationId xmlns:a16="http://schemas.microsoft.com/office/drawing/2014/main" id="{5AB4C925-9008-3CB0-F53A-5313D549BA2A}"/>
              </a:ext>
            </a:extLst>
          </p:cNvPr>
          <p:cNvSpPr txBox="1"/>
          <p:nvPr/>
        </p:nvSpPr>
        <p:spPr>
          <a:xfrm>
            <a:off x="165018" y="2746953"/>
            <a:ext cx="4741136" cy="1077218"/>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fr-FR" sz="1800" b="0" i="0" u="none" strike="noStrike" kern="1200" cap="none" spc="0" normalizeH="0" baseline="0" noProof="0" dirty="0">
                <a:ln>
                  <a:noFill/>
                </a:ln>
                <a:solidFill>
                  <a:schemeClr val="bg1"/>
                </a:solidFill>
                <a:effectLst/>
                <a:uLnTx/>
                <a:uFillTx/>
                <a:latin typeface="Segoe UI Semibold"/>
                <a:ea typeface="+mn-ea"/>
                <a:cs typeface="Segoe UI" pitchFamily="34" charset="0"/>
                <a:hlinkClick r:id="rId12">
                  <a:extLst>
                    <a:ext uri="{A12FA001-AC4F-418D-AE19-62706E023703}">
                      <ahyp:hlinkClr xmlns:ahyp="http://schemas.microsoft.com/office/drawing/2018/hyperlinkcolor" val="tx"/>
                    </a:ext>
                  </a:extLst>
                </a:hlinkClick>
              </a:rPr>
              <a:t>Essayer Microsoft Entra Verified ID gratuitement dans Microsoft Entra ID</a:t>
            </a:r>
            <a:endParaRPr kumimoji="0" lang="fr-FR" sz="1800" b="0" i="0" u="none" strike="noStrike" kern="1200" cap="none" spc="0" normalizeH="0" baseline="0" noProof="0" dirty="0">
              <a:ln>
                <a:noFill/>
              </a:ln>
              <a:solidFill>
                <a:schemeClr val="bg1"/>
              </a:solidFill>
              <a:effectLst/>
              <a:uLnTx/>
              <a:uFillTx/>
              <a:latin typeface="Segoe UI Semibold"/>
              <a:ea typeface="+mn-ea"/>
              <a:cs typeface="Segoe UI" pitchFamily="34" charset="0"/>
            </a:endParaRPr>
          </a:p>
          <a:p>
            <a:pPr marL="0" marR="0" lvl="0" indent="0" algn="l" defTabSz="914367"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Semibold"/>
              <a:ea typeface="+mn-ea"/>
              <a:cs typeface="Segoe UI" pitchFamily="34" charset="0"/>
            </a:endParaRPr>
          </a:p>
        </p:txBody>
      </p:sp>
      <p:sp>
        <p:nvSpPr>
          <p:cNvPr id="75" name="Oval 74">
            <a:extLst>
              <a:ext uri="{FF2B5EF4-FFF2-40B4-BE49-F238E27FC236}">
                <a16:creationId xmlns:a16="http://schemas.microsoft.com/office/drawing/2014/main" id="{393A1780-807B-57A3-1A36-C4116BD948BA}"/>
              </a:ext>
              <a:ext uri="{C183D7F6-B498-43B3-948B-1728B52AA6E4}">
                <adec:decorative xmlns:adec="http://schemas.microsoft.com/office/drawing/2017/decorative" val="1"/>
              </a:ext>
            </a:extLst>
          </p:cNvPr>
          <p:cNvSpPr/>
          <p:nvPr/>
        </p:nvSpPr>
        <p:spPr bwMode="auto">
          <a:xfrm>
            <a:off x="5347386" y="5712693"/>
            <a:ext cx="582196" cy="582196"/>
          </a:xfrm>
          <a:prstGeom prst="ellipse">
            <a:avLst/>
          </a:prstGeom>
          <a:solidFill>
            <a:schemeClr val="bg1"/>
          </a:solidFill>
          <a:ln w="285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76" name="TextBox 75">
            <a:extLst>
              <a:ext uri="{FF2B5EF4-FFF2-40B4-BE49-F238E27FC236}">
                <a16:creationId xmlns:a16="http://schemas.microsoft.com/office/drawing/2014/main" id="{7A49E8F8-7DD3-E186-8897-76E29F2A20A1}"/>
              </a:ext>
            </a:extLst>
          </p:cNvPr>
          <p:cNvSpPr txBox="1"/>
          <p:nvPr/>
        </p:nvSpPr>
        <p:spPr>
          <a:xfrm>
            <a:off x="5403608" y="5840908"/>
            <a:ext cx="503959"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5</a:t>
            </a:r>
          </a:p>
        </p:txBody>
      </p:sp>
    </p:spTree>
    <p:extLst>
      <p:ext uri="{BB962C8B-B14F-4D97-AF65-F5344CB8AC3E}">
        <p14:creationId xmlns:p14="http://schemas.microsoft.com/office/powerpoint/2010/main" val="36123343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1" nodeType="withEffect">
                                  <p:stCondLst>
                                    <p:cond delay="25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grpId="1" nodeType="withEffect">
                                  <p:stCondLst>
                                    <p:cond delay="50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75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grpId="1" nodeType="withEffect">
                                  <p:stCondLst>
                                    <p:cond delay="75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par>
                                <p:cTn id="26" presetID="10" presetClass="entr" presetSubtype="0" fill="hold" grpId="1" nodeType="withEffect">
                                  <p:stCondLst>
                                    <p:cond delay="100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500"/>
                                        <p:tgtEl>
                                          <p:spTgt spid="42"/>
                                        </p:tgtEl>
                                      </p:cBhvr>
                                    </p:animEffect>
                                  </p:childTnLst>
                                </p:cTn>
                              </p:par>
                              <p:par>
                                <p:cTn id="32" presetID="10" presetClass="entr" presetSubtype="0" fill="hold" grpId="1" nodeType="withEffect">
                                  <p:stCondLst>
                                    <p:cond delay="50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71"/>
                                        </p:tgtEl>
                                        <p:attrNameLst>
                                          <p:attrName>style.visibility</p:attrName>
                                        </p:attrNameLst>
                                      </p:cBhvr>
                                      <p:to>
                                        <p:strVal val="visible"/>
                                      </p:to>
                                    </p:set>
                                    <p:animEffect transition="in" filter="fade">
                                      <p:cBhvr>
                                        <p:cTn id="40" dur="500"/>
                                        <p:tgtEl>
                                          <p:spTgt spid="71"/>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73"/>
                                        </p:tgtEl>
                                        <p:attrNameLst>
                                          <p:attrName>style.visibility</p:attrName>
                                        </p:attrNameLst>
                                      </p:cBhvr>
                                      <p:to>
                                        <p:strVal val="visible"/>
                                      </p:to>
                                    </p:set>
                                    <p:animEffect transition="in" filter="fade">
                                      <p:cBhvr>
                                        <p:cTn id="46" dur="500"/>
                                        <p:tgtEl>
                                          <p:spTgt spid="73"/>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500"/>
                                        <p:tgtEl>
                                          <p:spTgt spid="76"/>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2" grpId="1" animBg="1"/>
      <p:bldP spid="45" grpId="0" animBg="1"/>
      <p:bldP spid="45" grpId="1" animBg="1"/>
      <p:bldP spid="46" grpId="0" animBg="1"/>
      <p:bldP spid="46" grpId="1" animBg="1"/>
      <p:bldP spid="47" grpId="0" animBg="1"/>
      <p:bldP spid="47" grpId="1" animBg="1"/>
      <p:bldP spid="48" grpId="0" animBg="1"/>
      <p:bldP spid="48" grpId="1" animBg="1"/>
      <p:bldP spid="57" grpId="0"/>
      <p:bldP spid="70" grpId="0"/>
      <p:bldP spid="71" grpId="0"/>
      <p:bldP spid="72" grpId="0"/>
      <p:bldP spid="73" grpId="0"/>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7A3E504-C683-6663-AAFC-1370AC040F7D}"/>
              </a:ext>
            </a:extLst>
          </p:cNvPr>
          <p:cNvSpPr>
            <a:spLocks noGrp="1"/>
          </p:cNvSpPr>
          <p:nvPr>
            <p:ph type="title"/>
          </p:nvPr>
        </p:nvSpPr>
        <p:spPr/>
        <p:txBody>
          <a:bodyPr/>
          <a:lstStyle/>
          <a:p>
            <a:r>
              <a:rPr lang="en-US" dirty="0"/>
              <a:t>Merci !</a:t>
            </a:r>
          </a:p>
        </p:txBody>
      </p:sp>
    </p:spTree>
    <p:extLst>
      <p:ext uri="{BB962C8B-B14F-4D97-AF65-F5344CB8AC3E}">
        <p14:creationId xmlns:p14="http://schemas.microsoft.com/office/powerpoint/2010/main" val="3329882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78D4"/>
        </a:solidFill>
        <a:effectLst/>
      </p:bgPr>
    </p:bg>
    <p:spTree>
      <p:nvGrpSpPr>
        <p:cNvPr id="1" name=""/>
        <p:cNvGrpSpPr/>
        <p:nvPr/>
      </p:nvGrpSpPr>
      <p:grpSpPr>
        <a:xfrm>
          <a:off x="0" y="0"/>
          <a:ext cx="0" cy="0"/>
          <a:chOff x="0" y="0"/>
          <a:chExt cx="0" cy="0"/>
        </a:xfrm>
      </p:grpSpPr>
      <p:grpSp>
        <p:nvGrpSpPr>
          <p:cNvPr id="23" name="Group 15">
            <a:extLst>
              <a:ext uri="{FF2B5EF4-FFF2-40B4-BE49-F238E27FC236}">
                <a16:creationId xmlns:a16="http://schemas.microsoft.com/office/drawing/2014/main" id="{41C7058B-4EE3-DD40-F0F7-91E159585176}"/>
              </a:ext>
              <a:ext uri="{C183D7F6-B498-43B3-948B-1728B52AA6E4}">
                <adec:decorative xmlns:adec="http://schemas.microsoft.com/office/drawing/2017/decorative" val="1"/>
              </a:ext>
            </a:extLst>
          </p:cNvPr>
          <p:cNvGrpSpPr/>
          <p:nvPr/>
        </p:nvGrpSpPr>
        <p:grpSpPr>
          <a:xfrm>
            <a:off x="8989557" y="1130300"/>
            <a:ext cx="3202444" cy="4978400"/>
            <a:chOff x="8615046" y="648426"/>
            <a:chExt cx="3576955" cy="5560602"/>
          </a:xfrm>
        </p:grpSpPr>
        <p:sp>
          <p:nvSpPr>
            <p:cNvPr id="24" name="Freeform: Shape 16">
              <a:extLst>
                <a:ext uri="{FF2B5EF4-FFF2-40B4-BE49-F238E27FC236}">
                  <a16:creationId xmlns:a16="http://schemas.microsoft.com/office/drawing/2014/main" id="{7AF87585-54A0-D834-EE01-1B7E9B082BD1}"/>
                </a:ext>
              </a:extLst>
            </p:cNvPr>
            <p:cNvSpPr/>
            <p:nvPr/>
          </p:nvSpPr>
          <p:spPr>
            <a:xfrm>
              <a:off x="8615046" y="648968"/>
              <a:ext cx="3576955" cy="5560060"/>
            </a:xfrm>
            <a:custGeom>
              <a:avLst/>
              <a:gdLst>
                <a:gd name="connsiteX0" fmla="*/ 2780030 w 3576955"/>
                <a:gd name="connsiteY0" fmla="*/ 0 h 5560060"/>
                <a:gd name="connsiteX1" fmla="*/ 3333234 w 3576955"/>
                <a:gd name="connsiteY1" fmla="*/ 54896 h 5560060"/>
                <a:gd name="connsiteX2" fmla="*/ 3576955 w 3576955"/>
                <a:gd name="connsiteY2" fmla="*/ 117040 h 5560060"/>
                <a:gd name="connsiteX3" fmla="*/ 3576955 w 3576955"/>
                <a:gd name="connsiteY3" fmla="*/ 608925 h 5560060"/>
                <a:gd name="connsiteX4" fmla="*/ 3467806 w 3576955"/>
                <a:gd name="connsiteY4" fmla="*/ 568900 h 5560060"/>
                <a:gd name="connsiteX5" fmla="*/ 2780030 w 3576955"/>
                <a:gd name="connsiteY5" fmla="*/ 464630 h 5560060"/>
                <a:gd name="connsiteX6" fmla="*/ 464629 w 3576955"/>
                <a:gd name="connsiteY6" fmla="*/ 2780030 h 5560060"/>
                <a:gd name="connsiteX7" fmla="*/ 2780030 w 3576955"/>
                <a:gd name="connsiteY7" fmla="*/ 5095431 h 5560060"/>
                <a:gd name="connsiteX8" fmla="*/ 3467806 w 3576955"/>
                <a:gd name="connsiteY8" fmla="*/ 4991161 h 5560060"/>
                <a:gd name="connsiteX9" fmla="*/ 3576955 w 3576955"/>
                <a:gd name="connsiteY9" fmla="*/ 4951136 h 5560060"/>
                <a:gd name="connsiteX10" fmla="*/ 3576955 w 3576955"/>
                <a:gd name="connsiteY10" fmla="*/ 5443014 h 5560060"/>
                <a:gd name="connsiteX11" fmla="*/ 3333210 w 3576955"/>
                <a:gd name="connsiteY11" fmla="*/ 5505164 h 5560060"/>
                <a:gd name="connsiteX12" fmla="*/ 2780030 w 3576955"/>
                <a:gd name="connsiteY12" fmla="*/ 5560060 h 5560060"/>
                <a:gd name="connsiteX13" fmla="*/ 1697863 w 3576955"/>
                <a:gd name="connsiteY13" fmla="*/ 5341493 h 5560060"/>
                <a:gd name="connsiteX14" fmla="*/ 814260 w 3576955"/>
                <a:gd name="connsiteY14" fmla="*/ 4745800 h 5560060"/>
                <a:gd name="connsiteX15" fmla="*/ 218567 w 3576955"/>
                <a:gd name="connsiteY15" fmla="*/ 3862197 h 5560060"/>
                <a:gd name="connsiteX16" fmla="*/ 0 w 3576955"/>
                <a:gd name="connsiteY16" fmla="*/ 2780030 h 5560060"/>
                <a:gd name="connsiteX17" fmla="*/ 218567 w 3576955"/>
                <a:gd name="connsiteY17" fmla="*/ 1697863 h 5560060"/>
                <a:gd name="connsiteX18" fmla="*/ 814260 w 3576955"/>
                <a:gd name="connsiteY18" fmla="*/ 814261 h 5560060"/>
                <a:gd name="connsiteX19" fmla="*/ 1697863 w 3576955"/>
                <a:gd name="connsiteY19" fmla="*/ 218567 h 5560060"/>
                <a:gd name="connsiteX20" fmla="*/ 2780030 w 3576955"/>
                <a:gd name="connsiteY20" fmla="*/ 0 h 556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76955" h="5560060">
                  <a:moveTo>
                    <a:pt x="2780030" y="0"/>
                  </a:moveTo>
                  <a:cubicBezTo>
                    <a:pt x="2967609" y="0"/>
                    <a:pt x="3152442" y="18383"/>
                    <a:pt x="3333234" y="54896"/>
                  </a:cubicBezTo>
                  <a:lnTo>
                    <a:pt x="3576955" y="117040"/>
                  </a:lnTo>
                  <a:lnTo>
                    <a:pt x="3576955" y="608925"/>
                  </a:lnTo>
                  <a:lnTo>
                    <a:pt x="3467806" y="568900"/>
                  </a:lnTo>
                  <a:cubicBezTo>
                    <a:pt x="3250435" y="501146"/>
                    <a:pt x="3019417" y="464630"/>
                    <a:pt x="2780030" y="464630"/>
                  </a:cubicBezTo>
                  <a:cubicBezTo>
                    <a:pt x="1503299" y="464630"/>
                    <a:pt x="464629" y="1503299"/>
                    <a:pt x="464629" y="2780030"/>
                  </a:cubicBezTo>
                  <a:cubicBezTo>
                    <a:pt x="464629" y="4056761"/>
                    <a:pt x="1503299" y="5095431"/>
                    <a:pt x="2780030" y="5095431"/>
                  </a:cubicBezTo>
                  <a:cubicBezTo>
                    <a:pt x="3019417" y="5095431"/>
                    <a:pt x="3250435" y="5058915"/>
                    <a:pt x="3467806" y="4991161"/>
                  </a:cubicBezTo>
                  <a:lnTo>
                    <a:pt x="3576955" y="4951136"/>
                  </a:lnTo>
                  <a:lnTo>
                    <a:pt x="3576955" y="5443014"/>
                  </a:lnTo>
                  <a:lnTo>
                    <a:pt x="3333210" y="5505164"/>
                  </a:lnTo>
                  <a:cubicBezTo>
                    <a:pt x="3152426" y="5541677"/>
                    <a:pt x="2967609" y="5560060"/>
                    <a:pt x="2780030" y="5560060"/>
                  </a:cubicBezTo>
                  <a:cubicBezTo>
                    <a:pt x="2404808" y="5560060"/>
                    <a:pt x="2040700" y="5486527"/>
                    <a:pt x="1697863" y="5341493"/>
                  </a:cubicBezTo>
                  <a:cubicBezTo>
                    <a:pt x="1366774" y="5201476"/>
                    <a:pt x="1069531" y="5001070"/>
                    <a:pt x="814260" y="4745800"/>
                  </a:cubicBezTo>
                  <a:cubicBezTo>
                    <a:pt x="558990" y="4490530"/>
                    <a:pt x="358584" y="4193286"/>
                    <a:pt x="218567" y="3862197"/>
                  </a:cubicBezTo>
                  <a:cubicBezTo>
                    <a:pt x="73533" y="3519297"/>
                    <a:pt x="0" y="3155188"/>
                    <a:pt x="0" y="2780030"/>
                  </a:cubicBezTo>
                  <a:cubicBezTo>
                    <a:pt x="0" y="2404872"/>
                    <a:pt x="73533" y="2040700"/>
                    <a:pt x="218567" y="1697863"/>
                  </a:cubicBezTo>
                  <a:cubicBezTo>
                    <a:pt x="358584" y="1366774"/>
                    <a:pt x="558990" y="1069531"/>
                    <a:pt x="814260" y="814261"/>
                  </a:cubicBezTo>
                  <a:cubicBezTo>
                    <a:pt x="1069531" y="558991"/>
                    <a:pt x="1366774" y="358585"/>
                    <a:pt x="1697863" y="218567"/>
                  </a:cubicBezTo>
                  <a:cubicBezTo>
                    <a:pt x="2040763" y="73533"/>
                    <a:pt x="2404872" y="0"/>
                    <a:pt x="2780030" y="0"/>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25" name="Freeform: Shape 17">
              <a:extLst>
                <a:ext uri="{FF2B5EF4-FFF2-40B4-BE49-F238E27FC236}">
                  <a16:creationId xmlns:a16="http://schemas.microsoft.com/office/drawing/2014/main" id="{83672D01-D12A-F8F3-FB12-E6DCDAF4EC9C}"/>
                </a:ext>
              </a:extLst>
            </p:cNvPr>
            <p:cNvSpPr/>
            <p:nvPr/>
          </p:nvSpPr>
          <p:spPr>
            <a:xfrm>
              <a:off x="9200260" y="1231011"/>
              <a:ext cx="2991740" cy="4395978"/>
            </a:xfrm>
            <a:custGeom>
              <a:avLst/>
              <a:gdLst>
                <a:gd name="connsiteX0" fmla="*/ 2197989 w 2991740"/>
                <a:gd name="connsiteY0" fmla="*/ 0 h 4395978"/>
                <a:gd name="connsiteX1" fmla="*/ 2847249 w 2991740"/>
                <a:gd name="connsiteY1" fmla="*/ 97459 h 4395978"/>
                <a:gd name="connsiteX2" fmla="*/ 2991740 w 2991740"/>
                <a:gd name="connsiteY2" fmla="*/ 150250 h 4395978"/>
                <a:gd name="connsiteX3" fmla="*/ 2991740 w 2991740"/>
                <a:gd name="connsiteY3" fmla="*/ 658797 h 4395978"/>
                <a:gd name="connsiteX4" fmla="*/ 2872055 w 2991740"/>
                <a:gd name="connsiteY4" fmla="*/ 601058 h 4395978"/>
                <a:gd name="connsiteX5" fmla="*/ 2197989 w 2991740"/>
                <a:gd name="connsiteY5" fmla="*/ 464630 h 4395978"/>
                <a:gd name="connsiteX6" fmla="*/ 464630 w 2991740"/>
                <a:gd name="connsiteY6" fmla="*/ 2197989 h 4395978"/>
                <a:gd name="connsiteX7" fmla="*/ 2197989 w 2991740"/>
                <a:gd name="connsiteY7" fmla="*/ 3931348 h 4395978"/>
                <a:gd name="connsiteX8" fmla="*/ 2872055 w 2991740"/>
                <a:gd name="connsiteY8" fmla="*/ 3794921 h 4395978"/>
                <a:gd name="connsiteX9" fmla="*/ 2991740 w 2991740"/>
                <a:gd name="connsiteY9" fmla="*/ 3737181 h 4395978"/>
                <a:gd name="connsiteX10" fmla="*/ 2991740 w 2991740"/>
                <a:gd name="connsiteY10" fmla="*/ 4245725 h 4395978"/>
                <a:gd name="connsiteX11" fmla="*/ 2847222 w 2991740"/>
                <a:gd name="connsiteY11" fmla="*/ 4298520 h 4395978"/>
                <a:gd name="connsiteX12" fmla="*/ 2197989 w 2991740"/>
                <a:gd name="connsiteY12" fmla="*/ 4395978 h 4395978"/>
                <a:gd name="connsiteX13" fmla="*/ 1342390 w 2991740"/>
                <a:gd name="connsiteY13" fmla="*/ 4223131 h 4395978"/>
                <a:gd name="connsiteX14" fmla="*/ 643827 w 2991740"/>
                <a:gd name="connsiteY14" fmla="*/ 3752152 h 4395978"/>
                <a:gd name="connsiteX15" fmla="*/ 172847 w 2991740"/>
                <a:gd name="connsiteY15" fmla="*/ 3053588 h 4395978"/>
                <a:gd name="connsiteX16" fmla="*/ 0 w 2991740"/>
                <a:gd name="connsiteY16" fmla="*/ 2197989 h 4395978"/>
                <a:gd name="connsiteX17" fmla="*/ 172847 w 2991740"/>
                <a:gd name="connsiteY17" fmla="*/ 1342390 h 4395978"/>
                <a:gd name="connsiteX18" fmla="*/ 643827 w 2991740"/>
                <a:gd name="connsiteY18" fmla="*/ 643827 h 4395978"/>
                <a:gd name="connsiteX19" fmla="*/ 1342390 w 2991740"/>
                <a:gd name="connsiteY19" fmla="*/ 172847 h 4395978"/>
                <a:gd name="connsiteX20" fmla="*/ 2197989 w 2991740"/>
                <a:gd name="connsiteY20" fmla="*/ 0 h 4395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91740" h="4395978">
                  <a:moveTo>
                    <a:pt x="2197989" y="0"/>
                  </a:moveTo>
                  <a:cubicBezTo>
                    <a:pt x="2420446" y="0"/>
                    <a:pt x="2638009" y="32719"/>
                    <a:pt x="2847249" y="97459"/>
                  </a:cubicBezTo>
                  <a:lnTo>
                    <a:pt x="2991740" y="150250"/>
                  </a:lnTo>
                  <a:lnTo>
                    <a:pt x="2991740" y="658797"/>
                  </a:lnTo>
                  <a:lnTo>
                    <a:pt x="2872055" y="601058"/>
                  </a:lnTo>
                  <a:cubicBezTo>
                    <a:pt x="2664750" y="513227"/>
                    <a:pt x="2436940" y="464630"/>
                    <a:pt x="2197989" y="464630"/>
                  </a:cubicBezTo>
                  <a:cubicBezTo>
                    <a:pt x="1242251" y="464630"/>
                    <a:pt x="464630" y="1242187"/>
                    <a:pt x="464630" y="2197989"/>
                  </a:cubicBezTo>
                  <a:cubicBezTo>
                    <a:pt x="464630" y="3153791"/>
                    <a:pt x="1242187" y="3931348"/>
                    <a:pt x="2197989" y="3931348"/>
                  </a:cubicBezTo>
                  <a:cubicBezTo>
                    <a:pt x="2436940" y="3931348"/>
                    <a:pt x="2664750" y="3882751"/>
                    <a:pt x="2872055" y="3794921"/>
                  </a:cubicBezTo>
                  <a:lnTo>
                    <a:pt x="2991740" y="3737181"/>
                  </a:lnTo>
                  <a:lnTo>
                    <a:pt x="2991740" y="4245725"/>
                  </a:lnTo>
                  <a:lnTo>
                    <a:pt x="2847222" y="4298520"/>
                  </a:lnTo>
                  <a:cubicBezTo>
                    <a:pt x="2637973" y="4363260"/>
                    <a:pt x="2420446" y="4395978"/>
                    <a:pt x="2197989" y="4395978"/>
                  </a:cubicBezTo>
                  <a:cubicBezTo>
                    <a:pt x="1901381" y="4395978"/>
                    <a:pt x="1613472" y="4337812"/>
                    <a:pt x="1342390" y="4223131"/>
                  </a:cubicBezTo>
                  <a:cubicBezTo>
                    <a:pt x="1080643" y="4112387"/>
                    <a:pt x="845566" y="3953955"/>
                    <a:pt x="643827" y="3752152"/>
                  </a:cubicBezTo>
                  <a:cubicBezTo>
                    <a:pt x="442023" y="3550348"/>
                    <a:pt x="283591" y="3315335"/>
                    <a:pt x="172847" y="3053588"/>
                  </a:cubicBezTo>
                  <a:cubicBezTo>
                    <a:pt x="58166" y="2782443"/>
                    <a:pt x="0" y="2494598"/>
                    <a:pt x="0" y="2197989"/>
                  </a:cubicBezTo>
                  <a:cubicBezTo>
                    <a:pt x="0" y="1901381"/>
                    <a:pt x="58166" y="1613472"/>
                    <a:pt x="172847" y="1342390"/>
                  </a:cubicBezTo>
                  <a:cubicBezTo>
                    <a:pt x="283591" y="1080643"/>
                    <a:pt x="442023" y="845566"/>
                    <a:pt x="643827" y="643827"/>
                  </a:cubicBezTo>
                  <a:cubicBezTo>
                    <a:pt x="845630" y="442024"/>
                    <a:pt x="1080643" y="283591"/>
                    <a:pt x="1342390" y="172847"/>
                  </a:cubicBezTo>
                  <a:cubicBezTo>
                    <a:pt x="1613535" y="58166"/>
                    <a:pt x="1901381" y="0"/>
                    <a:pt x="2197989"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14300">
                <a:prstClr val="black"/>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26" name="Freeform: Shape 19">
              <a:extLst>
                <a:ext uri="{FF2B5EF4-FFF2-40B4-BE49-F238E27FC236}">
                  <a16:creationId xmlns:a16="http://schemas.microsoft.com/office/drawing/2014/main" id="{F4994079-95BE-6324-E00F-F8098561CB2A}"/>
                </a:ext>
              </a:extLst>
            </p:cNvPr>
            <p:cNvSpPr/>
            <p:nvPr/>
          </p:nvSpPr>
          <p:spPr>
            <a:xfrm>
              <a:off x="8636102" y="648426"/>
              <a:ext cx="3555899" cy="2681949"/>
            </a:xfrm>
            <a:custGeom>
              <a:avLst/>
              <a:gdLst>
                <a:gd name="connsiteX0" fmla="*/ 2841007 w 3555899"/>
                <a:gd name="connsiteY0" fmla="*/ 1362 h 2681949"/>
                <a:gd name="connsiteX1" fmla="*/ 3119598 w 3555899"/>
                <a:gd name="connsiteY1" fmla="*/ 23997 h 2681949"/>
                <a:gd name="connsiteX2" fmla="*/ 3394622 w 3555899"/>
                <a:gd name="connsiteY2" fmla="*/ 73880 h 2681949"/>
                <a:gd name="connsiteX3" fmla="*/ 3555899 w 3555899"/>
                <a:gd name="connsiteY3" fmla="*/ 120121 h 2681949"/>
                <a:gd name="connsiteX4" fmla="*/ 3555899 w 3555899"/>
                <a:gd name="connsiteY4" fmla="*/ 608023 h 2681949"/>
                <a:gd name="connsiteX5" fmla="*/ 3504814 w 3555899"/>
                <a:gd name="connsiteY5" fmla="*/ 587905 h 2681949"/>
                <a:gd name="connsiteX6" fmla="*/ 3059209 w 3555899"/>
                <a:gd name="connsiteY6" fmla="*/ 484690 h 2681949"/>
                <a:gd name="connsiteX7" fmla="*/ 1347757 w 3555899"/>
                <a:gd name="connsiteY7" fmla="*/ 944493 h 2681949"/>
                <a:gd name="connsiteX8" fmla="*/ 462694 w 3555899"/>
                <a:gd name="connsiteY8" fmla="*/ 2479796 h 2681949"/>
                <a:gd name="connsiteX9" fmla="*/ 202153 w 3555899"/>
                <a:gd name="connsiteY9" fmla="*/ 2679948 h 2681949"/>
                <a:gd name="connsiteX10" fmla="*/ 2001 w 3555899"/>
                <a:gd name="connsiteY10" fmla="*/ 2419408 h 2681949"/>
                <a:gd name="connsiteX11" fmla="*/ 359252 w 3555899"/>
                <a:gd name="connsiteY11" fmla="*/ 1374769 h 2681949"/>
                <a:gd name="connsiteX12" fmla="*/ 1064674 w 3555899"/>
                <a:gd name="connsiteY12" fmla="*/ 576003 h 2681949"/>
                <a:gd name="connsiteX13" fmla="*/ 2018190 w 3555899"/>
                <a:gd name="connsiteY13" fmla="*/ 100134 h 2681949"/>
                <a:gd name="connsiteX14" fmla="*/ 2841007 w 3555899"/>
                <a:gd name="connsiteY14" fmla="*/ 1362 h 268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5899" h="2681949">
                  <a:moveTo>
                    <a:pt x="2841007" y="1362"/>
                  </a:moveTo>
                  <a:cubicBezTo>
                    <a:pt x="2933670" y="4264"/>
                    <a:pt x="3026586" y="11805"/>
                    <a:pt x="3119598" y="23997"/>
                  </a:cubicBezTo>
                  <a:cubicBezTo>
                    <a:pt x="3212610" y="36173"/>
                    <a:pt x="3304335" y="52818"/>
                    <a:pt x="3394622" y="73880"/>
                  </a:cubicBezTo>
                  <a:lnTo>
                    <a:pt x="3555899" y="120121"/>
                  </a:lnTo>
                  <a:lnTo>
                    <a:pt x="3555899" y="608023"/>
                  </a:lnTo>
                  <a:lnTo>
                    <a:pt x="3504814" y="587905"/>
                  </a:lnTo>
                  <a:cubicBezTo>
                    <a:pt x="3361572" y="539479"/>
                    <a:pt x="3212514" y="504772"/>
                    <a:pt x="3059209" y="484690"/>
                  </a:cubicBezTo>
                  <a:cubicBezTo>
                    <a:pt x="2445989" y="404362"/>
                    <a:pt x="1838168" y="567684"/>
                    <a:pt x="1347757" y="944493"/>
                  </a:cubicBezTo>
                  <a:cubicBezTo>
                    <a:pt x="857346" y="1321302"/>
                    <a:pt x="543021" y="1866576"/>
                    <a:pt x="462694" y="2479796"/>
                  </a:cubicBezTo>
                  <a:cubicBezTo>
                    <a:pt x="446057" y="2606987"/>
                    <a:pt x="329407" y="2696649"/>
                    <a:pt x="202153" y="2679948"/>
                  </a:cubicBezTo>
                  <a:cubicBezTo>
                    <a:pt x="74963" y="2663311"/>
                    <a:pt x="-14699" y="2546662"/>
                    <a:pt x="2001" y="2419408"/>
                  </a:cubicBezTo>
                  <a:cubicBezTo>
                    <a:pt x="50706" y="2047361"/>
                    <a:pt x="170911" y="1695889"/>
                    <a:pt x="359252" y="1374769"/>
                  </a:cubicBezTo>
                  <a:cubicBezTo>
                    <a:pt x="541116" y="1064698"/>
                    <a:pt x="778416" y="795966"/>
                    <a:pt x="1064674" y="576003"/>
                  </a:cubicBezTo>
                  <a:cubicBezTo>
                    <a:pt x="1350932" y="356102"/>
                    <a:pt x="1671734" y="195955"/>
                    <a:pt x="2018190" y="100134"/>
                  </a:cubicBezTo>
                  <a:cubicBezTo>
                    <a:pt x="2287319" y="25696"/>
                    <a:pt x="2563020" y="-7344"/>
                    <a:pt x="2841007" y="1362"/>
                  </a:cubicBezTo>
                  <a:close/>
                </a:path>
              </a:pathLst>
            </a:custGeom>
            <a:solidFill>
              <a:srgbClr val="0078D4"/>
            </a:solidFill>
            <a:ln w="9525" cap="flat" cmpd="sng" algn="ctr">
              <a:solidFill>
                <a:srgbClr val="0070C0"/>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27" name="Freeform: Shape 24">
              <a:extLst>
                <a:ext uri="{FF2B5EF4-FFF2-40B4-BE49-F238E27FC236}">
                  <a16:creationId xmlns:a16="http://schemas.microsoft.com/office/drawing/2014/main" id="{4E64373E-D193-21F7-22B3-EB8281708BC6}"/>
                </a:ext>
              </a:extLst>
            </p:cNvPr>
            <p:cNvSpPr/>
            <p:nvPr/>
          </p:nvSpPr>
          <p:spPr>
            <a:xfrm>
              <a:off x="9328776" y="3895779"/>
              <a:ext cx="2863225" cy="1731718"/>
            </a:xfrm>
            <a:custGeom>
              <a:avLst/>
              <a:gdLst>
                <a:gd name="connsiteX0" fmla="*/ 240633 w 2863225"/>
                <a:gd name="connsiteY0" fmla="*/ 160 h 1731718"/>
                <a:gd name="connsiteX1" fmla="*/ 449462 w 2863225"/>
                <a:gd name="connsiteY1" fmla="*/ 149679 h 1731718"/>
                <a:gd name="connsiteX2" fmla="*/ 1359862 w 2863225"/>
                <a:gd name="connsiteY2" fmla="*/ 1114625 h 1731718"/>
                <a:gd name="connsiteX3" fmla="*/ 2685932 w 2863225"/>
                <a:gd name="connsiteY3" fmla="*/ 1153169 h 1731718"/>
                <a:gd name="connsiteX4" fmla="*/ 2848141 w 2863225"/>
                <a:gd name="connsiteY4" fmla="*/ 1081850 h 1731718"/>
                <a:gd name="connsiteX5" fmla="*/ 2863225 w 2863225"/>
                <a:gd name="connsiteY5" fmla="*/ 1073303 h 1731718"/>
                <a:gd name="connsiteX6" fmla="*/ 2863225 w 2863225"/>
                <a:gd name="connsiteY6" fmla="*/ 1082217 h 1731718"/>
                <a:gd name="connsiteX7" fmla="*/ 2851661 w 2863225"/>
                <a:gd name="connsiteY7" fmla="*/ 1088769 h 1731718"/>
                <a:gd name="connsiteX8" fmla="*/ 2688726 w 2863225"/>
                <a:gd name="connsiteY8" fmla="*/ 1160408 h 1731718"/>
                <a:gd name="connsiteX9" fmla="*/ 1356687 w 2863225"/>
                <a:gd name="connsiteY9" fmla="*/ 1121673 h 1731718"/>
                <a:gd name="connsiteX10" fmla="*/ 442223 w 2863225"/>
                <a:gd name="connsiteY10" fmla="*/ 152409 h 1731718"/>
                <a:gd name="connsiteX11" fmla="*/ 232102 w 2863225"/>
                <a:gd name="connsiteY11" fmla="*/ 7693 h 1731718"/>
                <a:gd name="connsiteX12" fmla="*/ 232102 w 2863225"/>
                <a:gd name="connsiteY12" fmla="*/ 7756 h 1731718"/>
                <a:gd name="connsiteX13" fmla="*/ 152473 w 2863225"/>
                <a:gd name="connsiteY13" fmla="*/ 22425 h 1731718"/>
                <a:gd name="connsiteX14" fmla="*/ 22488 w 2863225"/>
                <a:gd name="connsiteY14" fmla="*/ 312175 h 1731718"/>
                <a:gd name="connsiteX15" fmla="*/ 486673 w 2863225"/>
                <a:gd name="connsiteY15" fmla="*/ 1047759 h 1731718"/>
                <a:gd name="connsiteX16" fmla="*/ 1172854 w 2863225"/>
                <a:gd name="connsiteY16" fmla="*/ 1531439 h 1731718"/>
                <a:gd name="connsiteX17" fmla="*/ 1990353 w 2863225"/>
                <a:gd name="connsiteY17" fmla="*/ 1722447 h 1731718"/>
                <a:gd name="connsiteX18" fmla="*/ 2070744 w 2863225"/>
                <a:gd name="connsiteY18" fmla="*/ 1723907 h 1731718"/>
                <a:gd name="connsiteX19" fmla="*/ 2848493 w 2863225"/>
                <a:gd name="connsiteY19" fmla="*/ 1580143 h 1731718"/>
                <a:gd name="connsiteX20" fmla="*/ 2863225 w 2863225"/>
                <a:gd name="connsiteY20" fmla="*/ 1573691 h 1731718"/>
                <a:gd name="connsiteX21" fmla="*/ 2863225 w 2863225"/>
                <a:gd name="connsiteY21" fmla="*/ 1582152 h 1731718"/>
                <a:gd name="connsiteX22" fmla="*/ 2851286 w 2863225"/>
                <a:gd name="connsiteY22" fmla="*/ 1587382 h 1731718"/>
                <a:gd name="connsiteX23" fmla="*/ 2070808 w 2863225"/>
                <a:gd name="connsiteY23" fmla="*/ 1731654 h 1731718"/>
                <a:gd name="connsiteX24" fmla="*/ 2070681 w 2863225"/>
                <a:gd name="connsiteY24" fmla="*/ 1731718 h 1731718"/>
                <a:gd name="connsiteX25" fmla="*/ 1990036 w 2863225"/>
                <a:gd name="connsiteY25" fmla="*/ 1730257 h 1731718"/>
                <a:gd name="connsiteX26" fmla="*/ 1169616 w 2863225"/>
                <a:gd name="connsiteY26" fmla="*/ 1538551 h 1731718"/>
                <a:gd name="connsiteX27" fmla="*/ 481022 w 2863225"/>
                <a:gd name="connsiteY27" fmla="*/ 1053157 h 1731718"/>
                <a:gd name="connsiteX28" fmla="*/ 15186 w 2863225"/>
                <a:gd name="connsiteY28" fmla="*/ 314969 h 1731718"/>
                <a:gd name="connsiteX29" fmla="*/ 149679 w 2863225"/>
                <a:gd name="connsiteY29" fmla="*/ 15186 h 1731718"/>
                <a:gd name="connsiteX30" fmla="*/ 240633 w 2863225"/>
                <a:gd name="connsiteY30" fmla="*/ 160 h 173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63225" h="1731718">
                  <a:moveTo>
                    <a:pt x="240633" y="160"/>
                  </a:moveTo>
                  <a:cubicBezTo>
                    <a:pt x="331102" y="3529"/>
                    <a:pt x="415267" y="59906"/>
                    <a:pt x="449462" y="149679"/>
                  </a:cubicBezTo>
                  <a:cubicBezTo>
                    <a:pt x="614118" y="582431"/>
                    <a:pt x="937460" y="925077"/>
                    <a:pt x="1359862" y="1114625"/>
                  </a:cubicBezTo>
                  <a:cubicBezTo>
                    <a:pt x="1782264" y="1304172"/>
                    <a:pt x="2253243" y="1317888"/>
                    <a:pt x="2685932" y="1153169"/>
                  </a:cubicBezTo>
                  <a:cubicBezTo>
                    <a:pt x="2741760" y="1131925"/>
                    <a:pt x="2795858" y="1108089"/>
                    <a:pt x="2848141" y="1081850"/>
                  </a:cubicBezTo>
                  <a:lnTo>
                    <a:pt x="2863225" y="1073303"/>
                  </a:lnTo>
                  <a:lnTo>
                    <a:pt x="2863225" y="1082217"/>
                  </a:lnTo>
                  <a:lnTo>
                    <a:pt x="2851661" y="1088769"/>
                  </a:lnTo>
                  <a:cubicBezTo>
                    <a:pt x="2799144" y="1115125"/>
                    <a:pt x="2744804" y="1139068"/>
                    <a:pt x="2688726" y="1160408"/>
                  </a:cubicBezTo>
                  <a:cubicBezTo>
                    <a:pt x="2254069" y="1325826"/>
                    <a:pt x="1781057" y="1312046"/>
                    <a:pt x="1356687" y="1121673"/>
                  </a:cubicBezTo>
                  <a:cubicBezTo>
                    <a:pt x="932380" y="931300"/>
                    <a:pt x="607641" y="587067"/>
                    <a:pt x="442223" y="152409"/>
                  </a:cubicBezTo>
                  <a:cubicBezTo>
                    <a:pt x="408124" y="62874"/>
                    <a:pt x="322653" y="7693"/>
                    <a:pt x="232102" y="7693"/>
                  </a:cubicBezTo>
                  <a:lnTo>
                    <a:pt x="232102" y="7756"/>
                  </a:lnTo>
                  <a:cubicBezTo>
                    <a:pt x="205622" y="7756"/>
                    <a:pt x="178698" y="12455"/>
                    <a:pt x="152473" y="22425"/>
                  </a:cubicBezTo>
                  <a:cubicBezTo>
                    <a:pt x="36712" y="66494"/>
                    <a:pt x="-21581" y="196478"/>
                    <a:pt x="22488" y="312175"/>
                  </a:cubicBezTo>
                  <a:cubicBezTo>
                    <a:pt x="127581" y="588400"/>
                    <a:pt x="283791" y="835923"/>
                    <a:pt x="486673" y="1047759"/>
                  </a:cubicBezTo>
                  <a:cubicBezTo>
                    <a:pt x="682571" y="1252293"/>
                    <a:pt x="913393" y="1415043"/>
                    <a:pt x="1172854" y="1531439"/>
                  </a:cubicBezTo>
                  <a:cubicBezTo>
                    <a:pt x="1432315" y="1647834"/>
                    <a:pt x="1707334" y="1712160"/>
                    <a:pt x="1990353" y="1722447"/>
                  </a:cubicBezTo>
                  <a:cubicBezTo>
                    <a:pt x="2017023" y="1723399"/>
                    <a:pt x="2044074" y="1723907"/>
                    <a:pt x="2070744" y="1723907"/>
                  </a:cubicBezTo>
                  <a:cubicBezTo>
                    <a:pt x="2336174" y="1723907"/>
                    <a:pt x="2597858" y="1675520"/>
                    <a:pt x="2848493" y="1580143"/>
                  </a:cubicBezTo>
                  <a:lnTo>
                    <a:pt x="2863225" y="1573691"/>
                  </a:lnTo>
                  <a:lnTo>
                    <a:pt x="2863225" y="1582152"/>
                  </a:lnTo>
                  <a:lnTo>
                    <a:pt x="2851286" y="1587382"/>
                  </a:lnTo>
                  <a:cubicBezTo>
                    <a:pt x="2599763" y="1683077"/>
                    <a:pt x="2337127" y="1731654"/>
                    <a:pt x="2070808" y="1731654"/>
                  </a:cubicBezTo>
                  <a:lnTo>
                    <a:pt x="2070681" y="1731718"/>
                  </a:lnTo>
                  <a:cubicBezTo>
                    <a:pt x="2043947" y="1731718"/>
                    <a:pt x="2016769" y="1731210"/>
                    <a:pt x="1990036" y="1730257"/>
                  </a:cubicBezTo>
                  <a:cubicBezTo>
                    <a:pt x="1706000" y="1719907"/>
                    <a:pt x="1429966" y="1655391"/>
                    <a:pt x="1169616" y="1538551"/>
                  </a:cubicBezTo>
                  <a:cubicBezTo>
                    <a:pt x="909266" y="1421711"/>
                    <a:pt x="677554" y="1258389"/>
                    <a:pt x="481022" y="1053157"/>
                  </a:cubicBezTo>
                  <a:cubicBezTo>
                    <a:pt x="277441" y="840559"/>
                    <a:pt x="120659" y="592147"/>
                    <a:pt x="15186" y="314969"/>
                  </a:cubicBezTo>
                  <a:cubicBezTo>
                    <a:pt x="-30344" y="195272"/>
                    <a:pt x="29981" y="60779"/>
                    <a:pt x="149679" y="15186"/>
                  </a:cubicBezTo>
                  <a:cubicBezTo>
                    <a:pt x="179619" y="3804"/>
                    <a:pt x="210476" y="-963"/>
                    <a:pt x="240633" y="160"/>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28" name="Freeform: Shape 26">
              <a:extLst>
                <a:ext uri="{FF2B5EF4-FFF2-40B4-BE49-F238E27FC236}">
                  <a16:creationId xmlns:a16="http://schemas.microsoft.com/office/drawing/2014/main" id="{E5F44871-53D8-FE5C-0AD9-6E567F3724A0}"/>
                </a:ext>
              </a:extLst>
            </p:cNvPr>
            <p:cNvSpPr/>
            <p:nvPr/>
          </p:nvSpPr>
          <p:spPr>
            <a:xfrm>
              <a:off x="9328702" y="3895705"/>
              <a:ext cx="2863299" cy="1731792"/>
            </a:xfrm>
            <a:custGeom>
              <a:avLst/>
              <a:gdLst>
                <a:gd name="connsiteX0" fmla="*/ 240779 w 2863299"/>
                <a:gd name="connsiteY0" fmla="*/ 154 h 1731792"/>
                <a:gd name="connsiteX1" fmla="*/ 449537 w 2863299"/>
                <a:gd name="connsiteY1" fmla="*/ 149753 h 1731792"/>
                <a:gd name="connsiteX2" fmla="*/ 1359936 w 2863299"/>
                <a:gd name="connsiteY2" fmla="*/ 1114699 h 1731792"/>
                <a:gd name="connsiteX3" fmla="*/ 2686006 w 2863299"/>
                <a:gd name="connsiteY3" fmla="*/ 1153243 h 1731792"/>
                <a:gd name="connsiteX4" fmla="*/ 2848215 w 2863299"/>
                <a:gd name="connsiteY4" fmla="*/ 1081924 h 1731792"/>
                <a:gd name="connsiteX5" fmla="*/ 2863299 w 2863299"/>
                <a:gd name="connsiteY5" fmla="*/ 1073377 h 1731792"/>
                <a:gd name="connsiteX6" fmla="*/ 2863299 w 2863299"/>
                <a:gd name="connsiteY6" fmla="*/ 1582228 h 1731792"/>
                <a:gd name="connsiteX7" fmla="*/ 2851361 w 2863299"/>
                <a:gd name="connsiteY7" fmla="*/ 1587457 h 1731792"/>
                <a:gd name="connsiteX8" fmla="*/ 2070882 w 2863299"/>
                <a:gd name="connsiteY8" fmla="*/ 1731729 h 1731792"/>
                <a:gd name="connsiteX9" fmla="*/ 2070755 w 2863299"/>
                <a:gd name="connsiteY9" fmla="*/ 1731792 h 1731792"/>
                <a:gd name="connsiteX10" fmla="*/ 1990110 w 2863299"/>
                <a:gd name="connsiteY10" fmla="*/ 1730332 h 1731792"/>
                <a:gd name="connsiteX11" fmla="*/ 1169690 w 2863299"/>
                <a:gd name="connsiteY11" fmla="*/ 1538625 h 1731792"/>
                <a:gd name="connsiteX12" fmla="*/ 481096 w 2863299"/>
                <a:gd name="connsiteY12" fmla="*/ 1053231 h 1731792"/>
                <a:gd name="connsiteX13" fmla="*/ 15260 w 2863299"/>
                <a:gd name="connsiteY13" fmla="*/ 315043 h 1731792"/>
                <a:gd name="connsiteX14" fmla="*/ 149753 w 2863299"/>
                <a:gd name="connsiteY14" fmla="*/ 15260 h 1731792"/>
                <a:gd name="connsiteX15" fmla="*/ 240779 w 2863299"/>
                <a:gd name="connsiteY15" fmla="*/ 154 h 173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3299" h="1731792">
                  <a:moveTo>
                    <a:pt x="240779" y="154"/>
                  </a:moveTo>
                  <a:cubicBezTo>
                    <a:pt x="331260" y="3461"/>
                    <a:pt x="415294" y="59837"/>
                    <a:pt x="449537" y="149753"/>
                  </a:cubicBezTo>
                  <a:cubicBezTo>
                    <a:pt x="614192" y="582442"/>
                    <a:pt x="937534" y="925152"/>
                    <a:pt x="1359936" y="1114699"/>
                  </a:cubicBezTo>
                  <a:cubicBezTo>
                    <a:pt x="1782338" y="1304247"/>
                    <a:pt x="2253318" y="1317963"/>
                    <a:pt x="2686006" y="1153243"/>
                  </a:cubicBezTo>
                  <a:cubicBezTo>
                    <a:pt x="2741834" y="1131999"/>
                    <a:pt x="2795932" y="1108163"/>
                    <a:pt x="2848215" y="1081924"/>
                  </a:cubicBezTo>
                  <a:lnTo>
                    <a:pt x="2863299" y="1073377"/>
                  </a:lnTo>
                  <a:lnTo>
                    <a:pt x="2863299" y="1582228"/>
                  </a:lnTo>
                  <a:lnTo>
                    <a:pt x="2851361" y="1587457"/>
                  </a:lnTo>
                  <a:cubicBezTo>
                    <a:pt x="2599519" y="1683278"/>
                    <a:pt x="2337328" y="1731729"/>
                    <a:pt x="2070882" y="1731729"/>
                  </a:cubicBezTo>
                  <a:lnTo>
                    <a:pt x="2070755" y="1731792"/>
                  </a:lnTo>
                  <a:cubicBezTo>
                    <a:pt x="2043895" y="1731792"/>
                    <a:pt x="2017034" y="1731284"/>
                    <a:pt x="1990110" y="1730332"/>
                  </a:cubicBezTo>
                  <a:cubicBezTo>
                    <a:pt x="1706075" y="1719981"/>
                    <a:pt x="1430040" y="1655465"/>
                    <a:pt x="1169690" y="1538625"/>
                  </a:cubicBezTo>
                  <a:cubicBezTo>
                    <a:pt x="909340" y="1421785"/>
                    <a:pt x="677629" y="1258463"/>
                    <a:pt x="481096" y="1053231"/>
                  </a:cubicBezTo>
                  <a:cubicBezTo>
                    <a:pt x="277515" y="840633"/>
                    <a:pt x="120733" y="592221"/>
                    <a:pt x="15260" y="315043"/>
                  </a:cubicBezTo>
                  <a:cubicBezTo>
                    <a:pt x="-30396" y="195155"/>
                    <a:pt x="29865" y="60917"/>
                    <a:pt x="149753" y="15260"/>
                  </a:cubicBezTo>
                  <a:cubicBezTo>
                    <a:pt x="179741" y="3846"/>
                    <a:pt x="210618" y="-948"/>
                    <a:pt x="240779" y="154"/>
                  </a:cubicBezTo>
                  <a:close/>
                </a:path>
              </a:pathLst>
            </a:custGeom>
            <a:solidFill>
              <a:srgbClr val="FFFFFF">
                <a:lumMod val="95000"/>
              </a:srgbClr>
            </a:solidFill>
            <a:ln w="9525" cap="flat" cmpd="sng" algn="ctr">
              <a:solidFill>
                <a:srgbClr val="FFFFFF">
                  <a:alpha val="25000"/>
                </a:srgbClr>
              </a:solidFill>
              <a:prstDash val="solid"/>
              <a:headEnd type="none" w="med" len="med"/>
              <a:tailEnd type="none" w="med" len="med"/>
            </a:ln>
            <a:effectLst>
              <a:innerShdw blurRad="63500" dist="50800" dir="2700000">
                <a:prstClr val="black">
                  <a:alpha val="50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29" name="Freeform: Shape 32">
              <a:extLst>
                <a:ext uri="{FF2B5EF4-FFF2-40B4-BE49-F238E27FC236}">
                  <a16:creationId xmlns:a16="http://schemas.microsoft.com/office/drawing/2014/main" id="{633582BE-4163-8DF9-DDFE-36FA985D2D46}"/>
                </a:ext>
              </a:extLst>
            </p:cNvPr>
            <p:cNvSpPr/>
            <p:nvPr/>
          </p:nvSpPr>
          <p:spPr>
            <a:xfrm>
              <a:off x="9772015" y="1802763"/>
              <a:ext cx="2419985" cy="3252470"/>
            </a:xfrm>
            <a:custGeom>
              <a:avLst/>
              <a:gdLst>
                <a:gd name="connsiteX0" fmla="*/ 1626235 w 2419985"/>
                <a:gd name="connsiteY0" fmla="*/ 0 h 3252470"/>
                <a:gd name="connsiteX1" fmla="*/ 2391876 w 2419985"/>
                <a:gd name="connsiteY1" fmla="*/ 190627 h 3252470"/>
                <a:gd name="connsiteX2" fmla="*/ 2419985 w 2419985"/>
                <a:gd name="connsiteY2" fmla="*/ 207496 h 3252470"/>
                <a:gd name="connsiteX3" fmla="*/ 2419985 w 2419985"/>
                <a:gd name="connsiteY3" fmla="*/ 780465 h 3252470"/>
                <a:gd name="connsiteX4" fmla="*/ 2364703 w 2419985"/>
                <a:gd name="connsiteY4" fmla="*/ 730211 h 3252470"/>
                <a:gd name="connsiteX5" fmla="*/ 1626235 w 2419985"/>
                <a:gd name="connsiteY5" fmla="*/ 464630 h 3252470"/>
                <a:gd name="connsiteX6" fmla="*/ 464629 w 2419985"/>
                <a:gd name="connsiteY6" fmla="*/ 1626235 h 3252470"/>
                <a:gd name="connsiteX7" fmla="*/ 1626235 w 2419985"/>
                <a:gd name="connsiteY7" fmla="*/ 2787841 h 3252470"/>
                <a:gd name="connsiteX8" fmla="*/ 2364703 w 2419985"/>
                <a:gd name="connsiteY8" fmla="*/ 2522260 h 3252470"/>
                <a:gd name="connsiteX9" fmla="*/ 2419985 w 2419985"/>
                <a:gd name="connsiteY9" fmla="*/ 2472006 h 3252470"/>
                <a:gd name="connsiteX10" fmla="*/ 2419985 w 2419985"/>
                <a:gd name="connsiteY10" fmla="*/ 3044975 h 3252470"/>
                <a:gd name="connsiteX11" fmla="*/ 2391876 w 2419985"/>
                <a:gd name="connsiteY11" fmla="*/ 3061843 h 3252470"/>
                <a:gd name="connsiteX12" fmla="*/ 1626235 w 2419985"/>
                <a:gd name="connsiteY12" fmla="*/ 3252470 h 3252470"/>
                <a:gd name="connsiteX13" fmla="*/ 476313 w 2419985"/>
                <a:gd name="connsiteY13" fmla="*/ 2776157 h 3252470"/>
                <a:gd name="connsiteX14" fmla="*/ 0 w 2419985"/>
                <a:gd name="connsiteY14" fmla="*/ 1626235 h 3252470"/>
                <a:gd name="connsiteX15" fmla="*/ 476313 w 2419985"/>
                <a:gd name="connsiteY15" fmla="*/ 476314 h 3252470"/>
                <a:gd name="connsiteX16" fmla="*/ 1626235 w 2419985"/>
                <a:gd name="connsiteY16" fmla="*/ 0 h 325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985" h="3252470">
                  <a:moveTo>
                    <a:pt x="1626235" y="0"/>
                  </a:moveTo>
                  <a:cubicBezTo>
                    <a:pt x="1897737" y="0"/>
                    <a:pt x="2159069" y="66080"/>
                    <a:pt x="2391876" y="190627"/>
                  </a:cubicBezTo>
                  <a:lnTo>
                    <a:pt x="2419985" y="207496"/>
                  </a:lnTo>
                  <a:lnTo>
                    <a:pt x="2419985" y="780465"/>
                  </a:lnTo>
                  <a:lnTo>
                    <a:pt x="2364703" y="730211"/>
                  </a:lnTo>
                  <a:cubicBezTo>
                    <a:pt x="2163832" y="564368"/>
                    <a:pt x="1906464" y="464630"/>
                    <a:pt x="1626235" y="464630"/>
                  </a:cubicBezTo>
                  <a:cubicBezTo>
                    <a:pt x="985710" y="464630"/>
                    <a:pt x="464629" y="985711"/>
                    <a:pt x="464629" y="1626235"/>
                  </a:cubicBezTo>
                  <a:cubicBezTo>
                    <a:pt x="464629" y="2266760"/>
                    <a:pt x="985710" y="2787841"/>
                    <a:pt x="1626235" y="2787841"/>
                  </a:cubicBezTo>
                  <a:cubicBezTo>
                    <a:pt x="1906464" y="2787841"/>
                    <a:pt x="2163832" y="2688103"/>
                    <a:pt x="2364703" y="2522260"/>
                  </a:cubicBezTo>
                  <a:lnTo>
                    <a:pt x="2419985" y="2472006"/>
                  </a:lnTo>
                  <a:lnTo>
                    <a:pt x="2419985" y="3044975"/>
                  </a:lnTo>
                  <a:lnTo>
                    <a:pt x="2391876" y="3061843"/>
                  </a:lnTo>
                  <a:cubicBezTo>
                    <a:pt x="2159069" y="3186391"/>
                    <a:pt x="1897737" y="3252470"/>
                    <a:pt x="1626235" y="3252470"/>
                  </a:cubicBezTo>
                  <a:cubicBezTo>
                    <a:pt x="1191832" y="3252470"/>
                    <a:pt x="783463" y="3083306"/>
                    <a:pt x="476313" y="2776157"/>
                  </a:cubicBezTo>
                  <a:cubicBezTo>
                    <a:pt x="169164" y="2469007"/>
                    <a:pt x="0" y="2060638"/>
                    <a:pt x="0" y="1626235"/>
                  </a:cubicBezTo>
                  <a:cubicBezTo>
                    <a:pt x="0" y="1191832"/>
                    <a:pt x="169164" y="783463"/>
                    <a:pt x="476313" y="476314"/>
                  </a:cubicBezTo>
                  <a:cubicBezTo>
                    <a:pt x="783463" y="169164"/>
                    <a:pt x="1191832" y="0"/>
                    <a:pt x="1626235" y="0"/>
                  </a:cubicBezTo>
                  <a:close/>
                </a:path>
              </a:pathLst>
            </a:custGeom>
            <a:solidFill>
              <a:srgbClr val="737373"/>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0" name="Freeform: Shape 34">
              <a:extLst>
                <a:ext uri="{FF2B5EF4-FFF2-40B4-BE49-F238E27FC236}">
                  <a16:creationId xmlns:a16="http://schemas.microsoft.com/office/drawing/2014/main" id="{4E754894-A22E-7D55-C5D9-B53ED6664FFE}"/>
                </a:ext>
              </a:extLst>
            </p:cNvPr>
            <p:cNvSpPr/>
            <p:nvPr/>
          </p:nvSpPr>
          <p:spPr>
            <a:xfrm>
              <a:off x="9419294" y="1230592"/>
              <a:ext cx="2772706" cy="1528528"/>
            </a:xfrm>
            <a:custGeom>
              <a:avLst/>
              <a:gdLst>
                <a:gd name="connsiteX0" fmla="*/ 1936010 w 2772706"/>
                <a:gd name="connsiteY0" fmla="*/ 417 h 1528528"/>
                <a:gd name="connsiteX1" fmla="*/ 2148057 w 2772706"/>
                <a:gd name="connsiteY1" fmla="*/ 6515 h 1528528"/>
                <a:gd name="connsiteX2" fmla="*/ 2579039 w 2772706"/>
                <a:gd name="connsiteY2" fmla="*/ 83485 h 1528528"/>
                <a:gd name="connsiteX3" fmla="*/ 2772706 w 2772706"/>
                <a:gd name="connsiteY3" fmla="*/ 149339 h 1528528"/>
                <a:gd name="connsiteX4" fmla="*/ 2772706 w 2772706"/>
                <a:gd name="connsiteY4" fmla="*/ 157430 h 1528528"/>
                <a:gd name="connsiteX5" fmla="*/ 2576951 w 2772706"/>
                <a:gd name="connsiteY5" fmla="*/ 90859 h 1528528"/>
                <a:gd name="connsiteX6" fmla="*/ 2147485 w 2772706"/>
                <a:gd name="connsiteY6" fmla="*/ 14135 h 1528528"/>
                <a:gd name="connsiteX7" fmla="*/ 1313603 w 2772706"/>
                <a:gd name="connsiteY7" fmla="*/ 111607 h 1528528"/>
                <a:gd name="connsiteX8" fmla="*/ 577130 w 2772706"/>
                <a:gd name="connsiteY8" fmla="*/ 514705 h 1528528"/>
                <a:gd name="connsiteX9" fmla="*/ 32808 w 2772706"/>
                <a:gd name="connsiteY9" fmla="*/ 1193203 h 1528528"/>
                <a:gd name="connsiteX10" fmla="*/ 18393 w 2772706"/>
                <a:gd name="connsiteY10" fmla="*/ 1364462 h 1528528"/>
                <a:gd name="connsiteX11" fmla="*/ 129265 w 2772706"/>
                <a:gd name="connsiteY11" fmla="*/ 1495780 h 1528528"/>
                <a:gd name="connsiteX12" fmla="*/ 431842 w 2772706"/>
                <a:gd name="connsiteY12" fmla="*/ 1399324 h 1528528"/>
                <a:gd name="connsiteX13" fmla="*/ 1449938 w 2772706"/>
                <a:gd name="connsiteY13" fmla="*/ 539534 h 1528528"/>
                <a:gd name="connsiteX14" fmla="*/ 1980671 w 2772706"/>
                <a:gd name="connsiteY14" fmla="*/ 456412 h 1528528"/>
                <a:gd name="connsiteX15" fmla="*/ 1980925 w 2772706"/>
                <a:gd name="connsiteY15" fmla="*/ 456476 h 1528528"/>
                <a:gd name="connsiteX16" fmla="*/ 2586304 w 2772706"/>
                <a:gd name="connsiteY16" fmla="*/ 566418 h 1528528"/>
                <a:gd name="connsiteX17" fmla="*/ 2772706 w 2772706"/>
                <a:gd name="connsiteY17" fmla="*/ 649180 h 1528528"/>
                <a:gd name="connsiteX18" fmla="*/ 2772706 w 2772706"/>
                <a:gd name="connsiteY18" fmla="*/ 657624 h 1528528"/>
                <a:gd name="connsiteX19" fmla="*/ 2617606 w 2772706"/>
                <a:gd name="connsiteY19" fmla="*/ 586846 h 1528528"/>
                <a:gd name="connsiteX20" fmla="*/ 1452478 w 2772706"/>
                <a:gd name="connsiteY20" fmla="*/ 546963 h 1528528"/>
                <a:gd name="connsiteX21" fmla="*/ 438890 w 2772706"/>
                <a:gd name="connsiteY21" fmla="*/ 1402880 h 1528528"/>
                <a:gd name="connsiteX22" fmla="*/ 125835 w 2772706"/>
                <a:gd name="connsiteY22" fmla="*/ 1502638 h 1528528"/>
                <a:gd name="connsiteX23" fmla="*/ 11091 w 2772706"/>
                <a:gd name="connsiteY23" fmla="*/ 1366812 h 1528528"/>
                <a:gd name="connsiteX24" fmla="*/ 26014 w 2772706"/>
                <a:gd name="connsiteY24" fmla="*/ 1189647 h 1528528"/>
                <a:gd name="connsiteX25" fmla="*/ 572240 w 2772706"/>
                <a:gd name="connsiteY25" fmla="*/ 508800 h 1528528"/>
                <a:gd name="connsiteX26" fmla="*/ 1311253 w 2772706"/>
                <a:gd name="connsiteY26" fmla="*/ 104305 h 1528528"/>
                <a:gd name="connsiteX27" fmla="*/ 1936010 w 2772706"/>
                <a:gd name="connsiteY27" fmla="*/ 417 h 152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72706" h="1528528">
                  <a:moveTo>
                    <a:pt x="1936010" y="417"/>
                  </a:moveTo>
                  <a:cubicBezTo>
                    <a:pt x="2006500" y="-958"/>
                    <a:pt x="2077223" y="1070"/>
                    <a:pt x="2148057" y="6515"/>
                  </a:cubicBezTo>
                  <a:cubicBezTo>
                    <a:pt x="2294805" y="17786"/>
                    <a:pt x="2438791" y="43535"/>
                    <a:pt x="2579039" y="83485"/>
                  </a:cubicBezTo>
                  <a:lnTo>
                    <a:pt x="2772706" y="149339"/>
                  </a:lnTo>
                  <a:lnTo>
                    <a:pt x="2772706" y="157430"/>
                  </a:lnTo>
                  <a:lnTo>
                    <a:pt x="2576951" y="90859"/>
                  </a:lnTo>
                  <a:cubicBezTo>
                    <a:pt x="2437204" y="51044"/>
                    <a:pt x="2293725" y="25375"/>
                    <a:pt x="2147485" y="14135"/>
                  </a:cubicBezTo>
                  <a:cubicBezTo>
                    <a:pt x="1865101" y="-7582"/>
                    <a:pt x="1584558" y="25247"/>
                    <a:pt x="1313603" y="111607"/>
                  </a:cubicBezTo>
                  <a:cubicBezTo>
                    <a:pt x="1042648" y="197967"/>
                    <a:pt x="794872" y="333603"/>
                    <a:pt x="577130" y="514705"/>
                  </a:cubicBezTo>
                  <a:cubicBezTo>
                    <a:pt x="351641" y="702284"/>
                    <a:pt x="168508" y="930567"/>
                    <a:pt x="32808" y="1193203"/>
                  </a:cubicBezTo>
                  <a:cubicBezTo>
                    <a:pt x="5249" y="1246479"/>
                    <a:pt x="169" y="1307312"/>
                    <a:pt x="18393" y="1364462"/>
                  </a:cubicBezTo>
                  <a:cubicBezTo>
                    <a:pt x="36618" y="1421612"/>
                    <a:pt x="75988" y="1468285"/>
                    <a:pt x="129265" y="1495780"/>
                  </a:cubicBezTo>
                  <a:cubicBezTo>
                    <a:pt x="239247" y="1552613"/>
                    <a:pt x="375009" y="1509306"/>
                    <a:pt x="431842" y="1399324"/>
                  </a:cubicBezTo>
                  <a:cubicBezTo>
                    <a:pt x="645265" y="986129"/>
                    <a:pt x="1006834" y="680821"/>
                    <a:pt x="1449938" y="539534"/>
                  </a:cubicBezTo>
                  <a:cubicBezTo>
                    <a:pt x="1624182" y="483971"/>
                    <a:pt x="1802871" y="456412"/>
                    <a:pt x="1980671" y="456412"/>
                  </a:cubicBezTo>
                  <a:lnTo>
                    <a:pt x="1980925" y="456476"/>
                  </a:lnTo>
                  <a:cubicBezTo>
                    <a:pt x="2186665" y="456476"/>
                    <a:pt x="2391155" y="493338"/>
                    <a:pt x="2586304" y="566418"/>
                  </a:cubicBezTo>
                  <a:lnTo>
                    <a:pt x="2772706" y="649180"/>
                  </a:lnTo>
                  <a:lnTo>
                    <a:pt x="2772706" y="657624"/>
                  </a:lnTo>
                  <a:lnTo>
                    <a:pt x="2617606" y="586846"/>
                  </a:lnTo>
                  <a:cubicBezTo>
                    <a:pt x="2246133" y="438846"/>
                    <a:pt x="1838414" y="423893"/>
                    <a:pt x="1452478" y="546963"/>
                  </a:cubicBezTo>
                  <a:cubicBezTo>
                    <a:pt x="1011343" y="687552"/>
                    <a:pt x="651361" y="991590"/>
                    <a:pt x="438890" y="1402880"/>
                  </a:cubicBezTo>
                  <a:cubicBezTo>
                    <a:pt x="380090" y="1516672"/>
                    <a:pt x="239691" y="1561439"/>
                    <a:pt x="125835" y="1502638"/>
                  </a:cubicBezTo>
                  <a:cubicBezTo>
                    <a:pt x="70717" y="1474127"/>
                    <a:pt x="29951" y="1425930"/>
                    <a:pt x="11091" y="1366812"/>
                  </a:cubicBezTo>
                  <a:cubicBezTo>
                    <a:pt x="-7769" y="1307693"/>
                    <a:pt x="-2435" y="1244765"/>
                    <a:pt x="26014" y="1189647"/>
                  </a:cubicBezTo>
                  <a:cubicBezTo>
                    <a:pt x="162158" y="926122"/>
                    <a:pt x="345927" y="697014"/>
                    <a:pt x="572240" y="508800"/>
                  </a:cubicBezTo>
                  <a:cubicBezTo>
                    <a:pt x="790744" y="327063"/>
                    <a:pt x="1039410" y="190919"/>
                    <a:pt x="1311253" y="104305"/>
                  </a:cubicBezTo>
                  <a:cubicBezTo>
                    <a:pt x="1515183" y="39297"/>
                    <a:pt x="1724543" y="4542"/>
                    <a:pt x="1936010" y="417"/>
                  </a:cubicBezTo>
                  <a:close/>
                </a:path>
              </a:pathLst>
            </a:custGeom>
            <a:solidFill>
              <a:srgbClr val="FFFFFF">
                <a:alpha val="50000"/>
              </a:srgbClr>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1" name="Freeform: Shape 46">
              <a:extLst>
                <a:ext uri="{FF2B5EF4-FFF2-40B4-BE49-F238E27FC236}">
                  <a16:creationId xmlns:a16="http://schemas.microsoft.com/office/drawing/2014/main" id="{46859CB4-6879-B351-0D41-F2AD0477FF15}"/>
                </a:ext>
              </a:extLst>
            </p:cNvPr>
            <p:cNvSpPr/>
            <p:nvPr/>
          </p:nvSpPr>
          <p:spPr>
            <a:xfrm>
              <a:off x="9419503" y="1230465"/>
              <a:ext cx="2772497" cy="1528684"/>
            </a:xfrm>
            <a:custGeom>
              <a:avLst/>
              <a:gdLst>
                <a:gd name="connsiteX0" fmla="*/ 1935964 w 2772497"/>
                <a:gd name="connsiteY0" fmla="*/ 417 h 1528684"/>
                <a:gd name="connsiteX1" fmla="*/ 2148037 w 2772497"/>
                <a:gd name="connsiteY1" fmla="*/ 6515 h 1528684"/>
                <a:gd name="connsiteX2" fmla="*/ 2579020 w 2772497"/>
                <a:gd name="connsiteY2" fmla="*/ 83485 h 1528684"/>
                <a:gd name="connsiteX3" fmla="*/ 2772497 w 2772497"/>
                <a:gd name="connsiteY3" fmla="*/ 149275 h 1528684"/>
                <a:gd name="connsiteX4" fmla="*/ 2772497 w 2772497"/>
                <a:gd name="connsiteY4" fmla="*/ 657629 h 1528684"/>
                <a:gd name="connsiteX5" fmla="*/ 2617526 w 2772497"/>
                <a:gd name="connsiteY5" fmla="*/ 586909 h 1528684"/>
                <a:gd name="connsiteX6" fmla="*/ 1452395 w 2772497"/>
                <a:gd name="connsiteY6" fmla="*/ 547027 h 1528684"/>
                <a:gd name="connsiteX7" fmla="*/ 438808 w 2772497"/>
                <a:gd name="connsiteY7" fmla="*/ 1402943 h 1528684"/>
                <a:gd name="connsiteX8" fmla="*/ 125753 w 2772497"/>
                <a:gd name="connsiteY8" fmla="*/ 1502702 h 1528684"/>
                <a:gd name="connsiteX9" fmla="*/ 25994 w 2772497"/>
                <a:gd name="connsiteY9" fmla="*/ 1189647 h 1528684"/>
                <a:gd name="connsiteX10" fmla="*/ 572221 w 2772497"/>
                <a:gd name="connsiteY10" fmla="*/ 508800 h 1528684"/>
                <a:gd name="connsiteX11" fmla="*/ 1311234 w 2772497"/>
                <a:gd name="connsiteY11" fmla="*/ 104305 h 1528684"/>
                <a:gd name="connsiteX12" fmla="*/ 1935964 w 2772497"/>
                <a:gd name="connsiteY12" fmla="*/ 417 h 152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2497" h="1528684">
                  <a:moveTo>
                    <a:pt x="1935964" y="417"/>
                  </a:moveTo>
                  <a:cubicBezTo>
                    <a:pt x="2006456" y="-958"/>
                    <a:pt x="2077187" y="1070"/>
                    <a:pt x="2148037" y="6515"/>
                  </a:cubicBezTo>
                  <a:cubicBezTo>
                    <a:pt x="2294786" y="17786"/>
                    <a:pt x="2438772" y="43535"/>
                    <a:pt x="2579020" y="83485"/>
                  </a:cubicBezTo>
                  <a:lnTo>
                    <a:pt x="2772497" y="149275"/>
                  </a:lnTo>
                  <a:lnTo>
                    <a:pt x="2772497" y="657629"/>
                  </a:lnTo>
                  <a:lnTo>
                    <a:pt x="2617526" y="586909"/>
                  </a:lnTo>
                  <a:cubicBezTo>
                    <a:pt x="2246064" y="438909"/>
                    <a:pt x="1838387" y="423956"/>
                    <a:pt x="1452395" y="547027"/>
                  </a:cubicBezTo>
                  <a:cubicBezTo>
                    <a:pt x="1011260" y="687616"/>
                    <a:pt x="651279" y="991654"/>
                    <a:pt x="438808" y="1402943"/>
                  </a:cubicBezTo>
                  <a:cubicBezTo>
                    <a:pt x="379943" y="1516926"/>
                    <a:pt x="239799" y="1561630"/>
                    <a:pt x="125753" y="1502702"/>
                  </a:cubicBezTo>
                  <a:cubicBezTo>
                    <a:pt x="11707" y="1443774"/>
                    <a:pt x="-32934" y="1303693"/>
                    <a:pt x="25994" y="1189647"/>
                  </a:cubicBezTo>
                  <a:cubicBezTo>
                    <a:pt x="162138" y="926122"/>
                    <a:pt x="345907" y="697014"/>
                    <a:pt x="572221" y="508800"/>
                  </a:cubicBezTo>
                  <a:cubicBezTo>
                    <a:pt x="790725" y="327063"/>
                    <a:pt x="1039391" y="190919"/>
                    <a:pt x="1311234" y="104305"/>
                  </a:cubicBezTo>
                  <a:cubicBezTo>
                    <a:pt x="1515164" y="39297"/>
                    <a:pt x="1724488" y="4542"/>
                    <a:pt x="1935964" y="417"/>
                  </a:cubicBezTo>
                  <a:close/>
                </a:path>
              </a:pathLst>
            </a:custGeom>
            <a:solidFill>
              <a:srgbClr val="107C10"/>
            </a:solidFill>
            <a:ln w="0" cap="flat">
              <a:solidFill>
                <a:srgbClr val="FFFFFF">
                  <a:alpha val="2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endParaRPr>
            </a:p>
          </p:txBody>
        </p:sp>
        <p:sp>
          <p:nvSpPr>
            <p:cNvPr id="32" name="Freeform: Shape 47">
              <a:extLst>
                <a:ext uri="{FF2B5EF4-FFF2-40B4-BE49-F238E27FC236}">
                  <a16:creationId xmlns:a16="http://schemas.microsoft.com/office/drawing/2014/main" id="{3D9AE549-0877-A9C0-9708-5B45182CB5AA}"/>
                </a:ext>
              </a:extLst>
            </p:cNvPr>
            <p:cNvSpPr/>
            <p:nvPr/>
          </p:nvSpPr>
          <p:spPr>
            <a:xfrm>
              <a:off x="8642451" y="2866343"/>
              <a:ext cx="466221" cy="466221"/>
            </a:xfrm>
            <a:custGeom>
              <a:avLst/>
              <a:gdLst>
                <a:gd name="connsiteX0" fmla="*/ 464693 w 464693"/>
                <a:gd name="connsiteY0" fmla="*/ 232347 h 464693"/>
                <a:gd name="connsiteX1" fmla="*/ 232346 w 464693"/>
                <a:gd name="connsiteY1" fmla="*/ 464693 h 464693"/>
                <a:gd name="connsiteX2" fmla="*/ 0 w 464693"/>
                <a:gd name="connsiteY2" fmla="*/ 232347 h 464693"/>
                <a:gd name="connsiteX3" fmla="*/ 232346 w 464693"/>
                <a:gd name="connsiteY3" fmla="*/ 0 h 464693"/>
                <a:gd name="connsiteX4" fmla="*/ 464693 w 464693"/>
                <a:gd name="connsiteY4" fmla="*/ 232347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7"/>
                  </a:moveTo>
                  <a:cubicBezTo>
                    <a:pt x="464693" y="360668"/>
                    <a:pt x="360668" y="464693"/>
                    <a:pt x="232346" y="464693"/>
                  </a:cubicBezTo>
                  <a:cubicBezTo>
                    <a:pt x="104025" y="464693"/>
                    <a:pt x="0" y="360668"/>
                    <a:pt x="0" y="232347"/>
                  </a:cubicBezTo>
                  <a:cubicBezTo>
                    <a:pt x="0" y="104025"/>
                    <a:pt x="104025" y="0"/>
                    <a:pt x="232346" y="0"/>
                  </a:cubicBezTo>
                  <a:cubicBezTo>
                    <a:pt x="360668" y="0"/>
                    <a:pt x="464693" y="104025"/>
                    <a:pt x="464693" y="23234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3" name="Freeform: Shape 48">
              <a:extLst>
                <a:ext uri="{FF2B5EF4-FFF2-40B4-BE49-F238E27FC236}">
                  <a16:creationId xmlns:a16="http://schemas.microsoft.com/office/drawing/2014/main" id="{3CB81AB1-FC0D-ECFF-899B-5BA587EF66AD}"/>
                </a:ext>
              </a:extLst>
            </p:cNvPr>
            <p:cNvSpPr/>
            <p:nvPr/>
          </p:nvSpPr>
          <p:spPr>
            <a:xfrm>
              <a:off x="8685200" y="2909092"/>
              <a:ext cx="380723" cy="380723"/>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4" name="Freeform: Shape 49">
              <a:extLst>
                <a:ext uri="{FF2B5EF4-FFF2-40B4-BE49-F238E27FC236}">
                  <a16:creationId xmlns:a16="http://schemas.microsoft.com/office/drawing/2014/main" id="{611CB530-8AAA-D764-428C-575751F7C9C4}"/>
                </a:ext>
              </a:extLst>
            </p:cNvPr>
            <p:cNvSpPr/>
            <p:nvPr/>
          </p:nvSpPr>
          <p:spPr>
            <a:xfrm>
              <a:off x="9419463" y="2294509"/>
              <a:ext cx="464693" cy="464692"/>
            </a:xfrm>
            <a:custGeom>
              <a:avLst/>
              <a:gdLst>
                <a:gd name="connsiteX0" fmla="*/ 464693 w 464693"/>
                <a:gd name="connsiteY0" fmla="*/ 232346 h 464692"/>
                <a:gd name="connsiteX1" fmla="*/ 232346 w 464693"/>
                <a:gd name="connsiteY1" fmla="*/ 464693 h 464692"/>
                <a:gd name="connsiteX2" fmla="*/ 0 w 464693"/>
                <a:gd name="connsiteY2" fmla="*/ 232346 h 464692"/>
                <a:gd name="connsiteX3" fmla="*/ 232346 w 464693"/>
                <a:gd name="connsiteY3" fmla="*/ 0 h 464692"/>
                <a:gd name="connsiteX4" fmla="*/ 464693 w 464693"/>
                <a:gd name="connsiteY4" fmla="*/ 232346 h 4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2">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107C10"/>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5" name="Freeform: Shape 50">
              <a:extLst>
                <a:ext uri="{FF2B5EF4-FFF2-40B4-BE49-F238E27FC236}">
                  <a16:creationId xmlns:a16="http://schemas.microsoft.com/office/drawing/2014/main" id="{7C648194-5F66-8D95-88BA-098EDFB1838E}"/>
                </a:ext>
              </a:extLst>
            </p:cNvPr>
            <p:cNvSpPr/>
            <p:nvPr/>
          </p:nvSpPr>
          <p:spPr>
            <a:xfrm>
              <a:off x="9462071"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8" y="379476"/>
                    <a:pt x="0" y="294527"/>
                    <a:pt x="0" y="189738"/>
                  </a:cubicBezTo>
                  <a:cubicBezTo>
                    <a:pt x="0" y="84949"/>
                    <a:pt x="84948" y="0"/>
                    <a:pt x="189738" y="0"/>
                  </a:cubicBezTo>
                  <a:cubicBezTo>
                    <a:pt x="294527" y="0"/>
                    <a:pt x="379476" y="84949"/>
                    <a:pt x="379476" y="189738"/>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6" name="Freeform: Shape 51">
              <a:extLst>
                <a:ext uri="{FF2B5EF4-FFF2-40B4-BE49-F238E27FC236}">
                  <a16:creationId xmlns:a16="http://schemas.microsoft.com/office/drawing/2014/main" id="{2D0252E2-2A1B-03CC-DD3E-D236513E219C}"/>
                </a:ext>
              </a:extLst>
            </p:cNvPr>
            <p:cNvSpPr/>
            <p:nvPr/>
          </p:nvSpPr>
          <p:spPr>
            <a:xfrm>
              <a:off x="9371393" y="3951668"/>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7" name="Freeform: Shape 52">
              <a:extLst>
                <a:ext uri="{FF2B5EF4-FFF2-40B4-BE49-F238E27FC236}">
                  <a16:creationId xmlns:a16="http://schemas.microsoft.com/office/drawing/2014/main" id="{143E6108-DA91-2ADA-C720-B880C147192E}"/>
                </a:ext>
              </a:extLst>
            </p:cNvPr>
            <p:cNvSpPr/>
            <p:nvPr/>
          </p:nvSpPr>
          <p:spPr>
            <a:xfrm>
              <a:off x="9371393" y="3951668"/>
              <a:ext cx="379476" cy="379476"/>
            </a:xfrm>
            <a:custGeom>
              <a:avLst/>
              <a:gdLst>
                <a:gd name="connsiteX0" fmla="*/ 189738 w 379476"/>
                <a:gd name="connsiteY0" fmla="*/ 7747 h 379476"/>
                <a:gd name="connsiteX1" fmla="*/ 371729 w 379476"/>
                <a:gd name="connsiteY1" fmla="*/ 189738 h 379476"/>
                <a:gd name="connsiteX2" fmla="*/ 189738 w 379476"/>
                <a:gd name="connsiteY2" fmla="*/ 371729 h 379476"/>
                <a:gd name="connsiteX3" fmla="*/ 7747 w 379476"/>
                <a:gd name="connsiteY3" fmla="*/ 189738 h 379476"/>
                <a:gd name="connsiteX4" fmla="*/ 189738 w 379476"/>
                <a:gd name="connsiteY4" fmla="*/ 7747 h 379476"/>
                <a:gd name="connsiteX5" fmla="*/ 189738 w 379476"/>
                <a:gd name="connsiteY5" fmla="*/ 0 h 379476"/>
                <a:gd name="connsiteX6" fmla="*/ 0 w 379476"/>
                <a:gd name="connsiteY6" fmla="*/ 189738 h 379476"/>
                <a:gd name="connsiteX7" fmla="*/ 189738 w 379476"/>
                <a:gd name="connsiteY7" fmla="*/ 379476 h 379476"/>
                <a:gd name="connsiteX8" fmla="*/ 379476 w 379476"/>
                <a:gd name="connsiteY8" fmla="*/ 189738 h 379476"/>
                <a:gd name="connsiteX9" fmla="*/ 189738 w 379476"/>
                <a:gd name="connsiteY9" fmla="*/ 0 h 379476"/>
                <a:gd name="connsiteX10" fmla="*/ 189738 w 379476"/>
                <a:gd name="connsiteY10" fmla="*/ 0 h 37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476" h="379476">
                  <a:moveTo>
                    <a:pt x="189738" y="7747"/>
                  </a:moveTo>
                  <a:cubicBezTo>
                    <a:pt x="290068" y="7747"/>
                    <a:pt x="371729" y="89408"/>
                    <a:pt x="371729" y="189738"/>
                  </a:cubicBezTo>
                  <a:cubicBezTo>
                    <a:pt x="371729" y="290068"/>
                    <a:pt x="290068" y="371729"/>
                    <a:pt x="189738" y="371729"/>
                  </a:cubicBezTo>
                  <a:cubicBezTo>
                    <a:pt x="89408" y="371729"/>
                    <a:pt x="7747" y="290068"/>
                    <a:pt x="7747" y="189738"/>
                  </a:cubicBezTo>
                  <a:cubicBezTo>
                    <a:pt x="7747" y="89408"/>
                    <a:pt x="89408" y="7747"/>
                    <a:pt x="189738" y="7747"/>
                  </a:cubicBezTo>
                  <a:moveTo>
                    <a:pt x="189738" y="0"/>
                  </a:moveTo>
                  <a:cubicBezTo>
                    <a:pt x="84963" y="0"/>
                    <a:pt x="0" y="84963"/>
                    <a:pt x="0" y="189738"/>
                  </a:cubicBezTo>
                  <a:cubicBezTo>
                    <a:pt x="0" y="294513"/>
                    <a:pt x="84963" y="379476"/>
                    <a:pt x="189738" y="379476"/>
                  </a:cubicBezTo>
                  <a:cubicBezTo>
                    <a:pt x="294513" y="379476"/>
                    <a:pt x="379476" y="294513"/>
                    <a:pt x="379476" y="189738"/>
                  </a:cubicBezTo>
                  <a:cubicBezTo>
                    <a:pt x="379476" y="84963"/>
                    <a:pt x="294513" y="0"/>
                    <a:pt x="189738" y="0"/>
                  </a:cubicBezTo>
                  <a:lnTo>
                    <a:pt x="189738" y="0"/>
                  </a:ln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8" name="Freeform: Shape 53">
              <a:extLst>
                <a:ext uri="{FF2B5EF4-FFF2-40B4-BE49-F238E27FC236}">
                  <a16:creationId xmlns:a16="http://schemas.microsoft.com/office/drawing/2014/main" id="{1CA99391-F261-33B1-C24A-21341B9C1809}"/>
                </a:ext>
              </a:extLst>
            </p:cNvPr>
            <p:cNvSpPr/>
            <p:nvPr/>
          </p:nvSpPr>
          <p:spPr>
            <a:xfrm>
              <a:off x="9772053" y="1802794"/>
              <a:ext cx="2419947" cy="1914877"/>
            </a:xfrm>
            <a:custGeom>
              <a:avLst/>
              <a:gdLst>
                <a:gd name="connsiteX0" fmla="*/ 1560538 w 2419947"/>
                <a:gd name="connsiteY0" fmla="*/ 1367 h 1914877"/>
                <a:gd name="connsiteX1" fmla="*/ 2333233 w 2419947"/>
                <a:gd name="connsiteY1" fmla="*/ 160903 h 1914877"/>
                <a:gd name="connsiteX2" fmla="*/ 2419947 w 2419947"/>
                <a:gd name="connsiteY2" fmla="*/ 208283 h 1914877"/>
                <a:gd name="connsiteX3" fmla="*/ 2419947 w 2419947"/>
                <a:gd name="connsiteY3" fmla="*/ 779410 h 1914877"/>
                <a:gd name="connsiteX4" fmla="*/ 2413374 w 2419947"/>
                <a:gd name="connsiteY4" fmla="*/ 772742 h 1914877"/>
                <a:gd name="connsiteX5" fmla="*/ 1579270 w 2419947"/>
                <a:gd name="connsiteY5" fmla="*/ 465552 h 1914877"/>
                <a:gd name="connsiteX6" fmla="*/ 772312 w 2419947"/>
                <a:gd name="connsiteY6" fmla="*/ 838679 h 1914877"/>
                <a:gd name="connsiteX7" fmla="*/ 465543 w 2419947"/>
                <a:gd name="connsiteY7" fmla="*/ 1673132 h 1914877"/>
                <a:gd name="connsiteX8" fmla="*/ 242786 w 2419947"/>
                <a:gd name="connsiteY8" fmla="*/ 1914622 h 1914877"/>
                <a:gd name="connsiteX9" fmla="*/ 233261 w 2419947"/>
                <a:gd name="connsiteY9" fmla="*/ 1914813 h 1914877"/>
                <a:gd name="connsiteX10" fmla="*/ 233324 w 2419947"/>
                <a:gd name="connsiteY10" fmla="*/ 1914877 h 1914877"/>
                <a:gd name="connsiteX11" fmla="*/ 1359 w 2419947"/>
                <a:gd name="connsiteY11" fmla="*/ 1691928 h 1914877"/>
                <a:gd name="connsiteX12" fmla="*/ 430809 w 2419947"/>
                <a:gd name="connsiteY12" fmla="*/ 523719 h 1914877"/>
                <a:gd name="connsiteX13" fmla="*/ 1560538 w 2419947"/>
                <a:gd name="connsiteY13" fmla="*/ 1367 h 191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9947" h="1914877">
                  <a:moveTo>
                    <a:pt x="1560538" y="1367"/>
                  </a:moveTo>
                  <a:cubicBezTo>
                    <a:pt x="1831762" y="-9626"/>
                    <a:pt x="2095570" y="45857"/>
                    <a:pt x="2333233" y="160903"/>
                  </a:cubicBezTo>
                  <a:lnTo>
                    <a:pt x="2419947" y="208283"/>
                  </a:lnTo>
                  <a:lnTo>
                    <a:pt x="2419947" y="779410"/>
                  </a:lnTo>
                  <a:lnTo>
                    <a:pt x="2413374" y="772742"/>
                  </a:lnTo>
                  <a:cubicBezTo>
                    <a:pt x="2194712" y="571074"/>
                    <a:pt x="1899278" y="452630"/>
                    <a:pt x="1579270" y="465552"/>
                  </a:cubicBezTo>
                  <a:cubicBezTo>
                    <a:pt x="1269263" y="478062"/>
                    <a:pt x="982687" y="610586"/>
                    <a:pt x="772312" y="838679"/>
                  </a:cubicBezTo>
                  <a:cubicBezTo>
                    <a:pt x="561937" y="1066770"/>
                    <a:pt x="453034" y="1363125"/>
                    <a:pt x="465543" y="1673132"/>
                  </a:cubicBezTo>
                  <a:cubicBezTo>
                    <a:pt x="470750" y="1801339"/>
                    <a:pt x="370992" y="1909479"/>
                    <a:pt x="242786" y="1914622"/>
                  </a:cubicBezTo>
                  <a:cubicBezTo>
                    <a:pt x="239611" y="1914750"/>
                    <a:pt x="236436" y="1914813"/>
                    <a:pt x="233261" y="1914813"/>
                  </a:cubicBezTo>
                  <a:lnTo>
                    <a:pt x="233324" y="1914877"/>
                  </a:lnTo>
                  <a:cubicBezTo>
                    <a:pt x="109309" y="1914877"/>
                    <a:pt x="6439" y="1816959"/>
                    <a:pt x="1359" y="1691928"/>
                  </a:cubicBezTo>
                  <a:cubicBezTo>
                    <a:pt x="-16167" y="1257906"/>
                    <a:pt x="136360" y="842997"/>
                    <a:pt x="430809" y="523719"/>
                  </a:cubicBezTo>
                  <a:cubicBezTo>
                    <a:pt x="725322" y="204441"/>
                    <a:pt x="1126515" y="18894"/>
                    <a:pt x="1560538" y="1367"/>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innerShdw blurRad="101600" dist="50800" dir="11580000">
                <a:prstClr val="black">
                  <a:alpha val="71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39" name="Freeform: Shape 54">
              <a:extLst>
                <a:ext uri="{FF2B5EF4-FFF2-40B4-BE49-F238E27FC236}">
                  <a16:creationId xmlns:a16="http://schemas.microsoft.com/office/drawing/2014/main" id="{B76A3202-FB0C-EEDD-3894-58B89B898EE5}"/>
                </a:ext>
              </a:extLst>
            </p:cNvPr>
            <p:cNvSpPr/>
            <p:nvPr/>
          </p:nvSpPr>
          <p:spPr>
            <a:xfrm>
              <a:off x="10103311" y="1802703"/>
              <a:ext cx="2088689" cy="956544"/>
            </a:xfrm>
            <a:custGeom>
              <a:avLst/>
              <a:gdLst>
                <a:gd name="connsiteX0" fmla="*/ 1324175 w 2088689"/>
                <a:gd name="connsiteY0" fmla="*/ 215 h 956544"/>
                <a:gd name="connsiteX1" fmla="*/ 2083459 w 2088689"/>
                <a:gd name="connsiteY1" fmla="*/ 203530 h 956544"/>
                <a:gd name="connsiteX2" fmla="*/ 2088689 w 2088689"/>
                <a:gd name="connsiteY2" fmla="*/ 206789 h 956544"/>
                <a:gd name="connsiteX3" fmla="*/ 2088689 w 2088689"/>
                <a:gd name="connsiteY3" fmla="*/ 780155 h 956544"/>
                <a:gd name="connsiteX4" fmla="*/ 2046715 w 2088689"/>
                <a:gd name="connsiteY4" fmla="*/ 740853 h 956544"/>
                <a:gd name="connsiteX5" fmla="*/ 1200387 w 2088689"/>
                <a:gd name="connsiteY5" fmla="*/ 468628 h 956544"/>
                <a:gd name="connsiteX6" fmla="*/ 409431 w 2088689"/>
                <a:gd name="connsiteY6" fmla="*/ 874584 h 956544"/>
                <a:gd name="connsiteX7" fmla="*/ 81961 w 2088689"/>
                <a:gd name="connsiteY7" fmla="*/ 901317 h 956544"/>
                <a:gd name="connsiteX8" fmla="*/ 55228 w 2088689"/>
                <a:gd name="connsiteY8" fmla="*/ 573848 h 956544"/>
                <a:gd name="connsiteX9" fmla="*/ 1162541 w 2088689"/>
                <a:gd name="connsiteY9" fmla="*/ 5523 h 956544"/>
                <a:gd name="connsiteX10" fmla="*/ 1324175 w 2088689"/>
                <a:gd name="connsiteY10" fmla="*/ 215 h 9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88689" h="956544">
                  <a:moveTo>
                    <a:pt x="1324175" y="215"/>
                  </a:moveTo>
                  <a:cubicBezTo>
                    <a:pt x="1592111" y="4544"/>
                    <a:pt x="1851521" y="74352"/>
                    <a:pt x="2083459" y="203530"/>
                  </a:cubicBezTo>
                  <a:lnTo>
                    <a:pt x="2088689" y="206789"/>
                  </a:lnTo>
                  <a:lnTo>
                    <a:pt x="2088689" y="780155"/>
                  </a:lnTo>
                  <a:lnTo>
                    <a:pt x="2046715" y="740853"/>
                  </a:lnTo>
                  <a:cubicBezTo>
                    <a:pt x="1810177" y="540066"/>
                    <a:pt x="1509632" y="443355"/>
                    <a:pt x="1200387" y="468628"/>
                  </a:cubicBezTo>
                  <a:cubicBezTo>
                    <a:pt x="891141" y="493902"/>
                    <a:pt x="610217" y="638046"/>
                    <a:pt x="409431" y="874584"/>
                  </a:cubicBezTo>
                  <a:cubicBezTo>
                    <a:pt x="326372" y="972374"/>
                    <a:pt x="179751" y="984375"/>
                    <a:pt x="81961" y="901317"/>
                  </a:cubicBezTo>
                  <a:cubicBezTo>
                    <a:pt x="-15829" y="818259"/>
                    <a:pt x="-27830" y="671638"/>
                    <a:pt x="55228" y="573848"/>
                  </a:cubicBezTo>
                  <a:cubicBezTo>
                    <a:pt x="336342" y="242695"/>
                    <a:pt x="729597" y="40892"/>
                    <a:pt x="1162541" y="5523"/>
                  </a:cubicBezTo>
                  <a:cubicBezTo>
                    <a:pt x="1216659" y="1102"/>
                    <a:pt x="1270587" y="-651"/>
                    <a:pt x="1324175" y="215"/>
                  </a:cubicBezTo>
                  <a:close/>
                </a:path>
              </a:pathLst>
            </a:custGeom>
            <a:solidFill>
              <a:srgbClr val="FFFFFF"/>
            </a:solidFill>
            <a:ln w="9525" cap="flat" cmpd="sng" algn="ctr">
              <a:solidFill>
                <a:srgbClr val="FFFFFF">
                  <a:alpha val="25000"/>
                </a:srgbClr>
              </a:solidFill>
              <a:prstDash val="solid"/>
              <a:headEnd type="none" w="med" len="med"/>
              <a:tailEnd type="none" w="med" len="med"/>
            </a:ln>
            <a:effectLst>
              <a:innerShdw blurRad="63500" dist="50800" dir="13500000">
                <a:prstClr val="black">
                  <a:alpha val="35000"/>
                </a:prstClr>
              </a:inn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40" name="Freeform: Shape 55">
              <a:extLst>
                <a:ext uri="{FF2B5EF4-FFF2-40B4-BE49-F238E27FC236}">
                  <a16:creationId xmlns:a16="http://schemas.microsoft.com/office/drawing/2014/main" id="{FE2F63C6-186F-577A-9944-B0C43D396E06}"/>
                </a:ext>
              </a:extLst>
            </p:cNvPr>
            <p:cNvSpPr/>
            <p:nvPr/>
          </p:nvSpPr>
          <p:spPr>
            <a:xfrm>
              <a:off x="10145966" y="2337117"/>
              <a:ext cx="379475" cy="379475"/>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FFB900"/>
            </a:solidFill>
            <a:ln w="9525" cap="flat" cmpd="sng" algn="ctr">
              <a:solidFill>
                <a:srgbClr val="FFFFFF">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41" name="Freeform: Shape 56">
              <a:extLst>
                <a:ext uri="{FF2B5EF4-FFF2-40B4-BE49-F238E27FC236}">
                  <a16:creationId xmlns:a16="http://schemas.microsoft.com/office/drawing/2014/main" id="{E30B71D9-7609-03C8-758E-B92B04AA3676}"/>
                </a:ext>
              </a:extLst>
            </p:cNvPr>
            <p:cNvSpPr/>
            <p:nvPr/>
          </p:nvSpPr>
          <p:spPr>
            <a:xfrm>
              <a:off x="9777663" y="3265294"/>
              <a:ext cx="453901" cy="453901"/>
            </a:xfrm>
            <a:custGeom>
              <a:avLst/>
              <a:gdLst>
                <a:gd name="connsiteX0" fmla="*/ 464693 w 464693"/>
                <a:gd name="connsiteY0" fmla="*/ 232346 h 464693"/>
                <a:gd name="connsiteX1" fmla="*/ 232346 w 464693"/>
                <a:gd name="connsiteY1" fmla="*/ 464693 h 464693"/>
                <a:gd name="connsiteX2" fmla="*/ 0 w 464693"/>
                <a:gd name="connsiteY2" fmla="*/ 232346 h 464693"/>
                <a:gd name="connsiteX3" fmla="*/ 232346 w 464693"/>
                <a:gd name="connsiteY3" fmla="*/ 0 h 464693"/>
                <a:gd name="connsiteX4" fmla="*/ 464693 w 464693"/>
                <a:gd name="connsiteY4" fmla="*/ 232346 h 464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693" h="464693">
                  <a:moveTo>
                    <a:pt x="464693" y="232346"/>
                  </a:moveTo>
                  <a:cubicBezTo>
                    <a:pt x="464693" y="360668"/>
                    <a:pt x="360668" y="464693"/>
                    <a:pt x="232346" y="464693"/>
                  </a:cubicBezTo>
                  <a:cubicBezTo>
                    <a:pt x="104025" y="464693"/>
                    <a:pt x="0" y="360668"/>
                    <a:pt x="0" y="232346"/>
                  </a:cubicBezTo>
                  <a:cubicBezTo>
                    <a:pt x="0" y="104025"/>
                    <a:pt x="104025" y="0"/>
                    <a:pt x="232346" y="0"/>
                  </a:cubicBezTo>
                  <a:cubicBezTo>
                    <a:pt x="360668" y="0"/>
                    <a:pt x="464693" y="104025"/>
                    <a:pt x="464693" y="232346"/>
                  </a:cubicBezTo>
                  <a:close/>
                </a:path>
              </a:pathLst>
            </a:custGeom>
            <a:solidFill>
              <a:srgbClr val="0078D4"/>
            </a:solidFill>
            <a:ln w="9525" cap="flat" cmpd="sng" algn="ctr">
              <a:solidFill>
                <a:srgbClr val="FFFFFF">
                  <a:alpha val="25000"/>
                </a:srgbClr>
              </a:solidFill>
              <a:prstDash val="solid"/>
              <a:headEnd type="none" w="med" len="med"/>
              <a:tailEnd type="none" w="med" len="med"/>
            </a:ln>
            <a:effectLst>
              <a:outerShdw blurRad="63500" sx="102000" sy="102000" algn="c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sp>
          <p:nvSpPr>
            <p:cNvPr id="42" name="Freeform: Shape 57">
              <a:extLst>
                <a:ext uri="{FF2B5EF4-FFF2-40B4-BE49-F238E27FC236}">
                  <a16:creationId xmlns:a16="http://schemas.microsoft.com/office/drawing/2014/main" id="{EBED235C-5623-7D6F-CFDC-DD23286F9B20}"/>
                </a:ext>
              </a:extLst>
            </p:cNvPr>
            <p:cNvSpPr/>
            <p:nvPr/>
          </p:nvSpPr>
          <p:spPr>
            <a:xfrm>
              <a:off x="9819282" y="3306912"/>
              <a:ext cx="370662" cy="370662"/>
            </a:xfrm>
            <a:custGeom>
              <a:avLst/>
              <a:gdLst>
                <a:gd name="connsiteX0" fmla="*/ 379476 w 379475"/>
                <a:gd name="connsiteY0" fmla="*/ 189738 h 379475"/>
                <a:gd name="connsiteX1" fmla="*/ 189738 w 379475"/>
                <a:gd name="connsiteY1" fmla="*/ 379476 h 379475"/>
                <a:gd name="connsiteX2" fmla="*/ 0 w 379475"/>
                <a:gd name="connsiteY2" fmla="*/ 189738 h 379475"/>
                <a:gd name="connsiteX3" fmla="*/ 189738 w 379475"/>
                <a:gd name="connsiteY3" fmla="*/ 0 h 379475"/>
                <a:gd name="connsiteX4" fmla="*/ 379476 w 379475"/>
                <a:gd name="connsiteY4" fmla="*/ 189738 h 379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475" h="379475">
                  <a:moveTo>
                    <a:pt x="379476" y="189738"/>
                  </a:moveTo>
                  <a:cubicBezTo>
                    <a:pt x="379476" y="294527"/>
                    <a:pt x="294527" y="379476"/>
                    <a:pt x="189738" y="379476"/>
                  </a:cubicBezTo>
                  <a:cubicBezTo>
                    <a:pt x="84949" y="379476"/>
                    <a:pt x="0" y="294527"/>
                    <a:pt x="0" y="189738"/>
                  </a:cubicBezTo>
                  <a:cubicBezTo>
                    <a:pt x="0" y="84949"/>
                    <a:pt x="84949" y="0"/>
                    <a:pt x="189738" y="0"/>
                  </a:cubicBezTo>
                  <a:cubicBezTo>
                    <a:pt x="294527" y="0"/>
                    <a:pt x="379476" y="84949"/>
                    <a:pt x="379476" y="189738"/>
                  </a:cubicBezTo>
                  <a:close/>
                </a:path>
              </a:pathLst>
            </a:custGeom>
            <a:solidFill>
              <a:srgbClr val="0078D4"/>
            </a:solidFill>
            <a:ln w="9525" cap="flat" cmpd="sng" algn="ctr">
              <a:solidFill>
                <a:srgbClr val="0070C0">
                  <a:alpha val="25000"/>
                </a:srgbClr>
              </a:solidFill>
              <a:prstDash val="solid"/>
              <a:headEnd type="none" w="med" len="med"/>
              <a:tailEnd type="none" w="med" len="med"/>
            </a:ln>
            <a:effectLst>
              <a:outerShdw blurRad="50800" dist="254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a:ea typeface="+mn-ea"/>
                <a:cs typeface="Segoe UI" pitchFamily="34" charset="0"/>
              </a:endParaRPr>
            </a:p>
          </p:txBody>
        </p:sp>
      </p:grpSp>
    </p:spTree>
    <p:extLst>
      <p:ext uri="{BB962C8B-B14F-4D97-AF65-F5344CB8AC3E}">
        <p14:creationId xmlns:p14="http://schemas.microsoft.com/office/powerpoint/2010/main" val="202882784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48CEE-A8B9-B1AF-7638-03DA08BED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D3600-0F84-F3BB-C1E1-52F2FCA5018C}"/>
              </a:ext>
            </a:extLst>
          </p:cNvPr>
          <p:cNvSpPr>
            <a:spLocks noGrp="1"/>
          </p:cNvSpPr>
          <p:nvPr>
            <p:ph type="title"/>
          </p:nvPr>
        </p:nvSpPr>
        <p:spPr>
          <a:xfrm>
            <a:off x="588263" y="457200"/>
            <a:ext cx="10065048" cy="984885"/>
          </a:xfrm>
        </p:spPr>
        <p:txBody>
          <a:bodyPr/>
          <a:lstStyle/>
          <a:p>
            <a:r>
              <a:rPr lang="fr-FR" sz="3200" noProof="0" dirty="0"/>
              <a:t>Des préoccupations croissantes en matière de vérification de l'identité</a:t>
            </a:r>
            <a:endParaRPr lang="en-US" sz="3200" dirty="0"/>
          </a:p>
        </p:txBody>
      </p:sp>
      <p:sp>
        <p:nvSpPr>
          <p:cNvPr id="4" name="Rectangle: Rounded Corners 3">
            <a:extLst>
              <a:ext uri="{FF2B5EF4-FFF2-40B4-BE49-F238E27FC236}">
                <a16:creationId xmlns:a16="http://schemas.microsoft.com/office/drawing/2014/main" id="{51647D57-38C2-0AA1-1022-139ED2EDA0FD}"/>
              </a:ext>
            </a:extLst>
          </p:cNvPr>
          <p:cNvSpPr/>
          <p:nvPr/>
        </p:nvSpPr>
        <p:spPr bwMode="auto">
          <a:xfrm>
            <a:off x="588263" y="1834621"/>
            <a:ext cx="3438087" cy="3763273"/>
          </a:xfrm>
          <a:prstGeom prst="roundRect">
            <a:avLst>
              <a:gd name="adj" fmla="val 6143"/>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05840" rIns="182880" bIns="182880" numCol="1" spcCol="0" rtlCol="0" fromWordArt="0" anchor="t" anchorCtr="0" forceAA="0" compatLnSpc="1">
            <a:prstTxWarp prst="textNoShape">
              <a:avLst/>
            </a:prstTxWarp>
            <a:noAutofit/>
          </a:bodyPr>
          <a:lstStyle/>
          <a:p>
            <a:pPr lvl="0" defTabSz="932472" fontAlgn="base">
              <a:spcBef>
                <a:spcPct val="0"/>
              </a:spcBef>
              <a:spcAft>
                <a:spcPts val="1800"/>
              </a:spcAft>
              <a:defRPr/>
            </a:pPr>
            <a:r>
              <a:rPr lang="en-US" b="1" dirty="0">
                <a:gradFill>
                  <a:gsLst>
                    <a:gs pos="83000">
                      <a:srgbClr val="000000"/>
                    </a:gs>
                    <a:gs pos="100000">
                      <a:srgbClr val="000000"/>
                    </a:gs>
                  </a:gsLst>
                  <a:lin ang="5400000" scaled="1"/>
                </a:gradFill>
                <a:ea typeface="Segoe UI" pitchFamily="34" charset="0"/>
                <a:cs typeface="Segoe UI" pitchFamily="34" charset="0"/>
              </a:rPr>
              <a:t>Forrester</a:t>
            </a:r>
            <a:r>
              <a:rPr lang="en-US" dirty="0">
                <a:gradFill>
                  <a:gsLst>
                    <a:gs pos="83000">
                      <a:srgbClr val="000000"/>
                    </a:gs>
                    <a:gs pos="100000">
                      <a:srgbClr val="000000"/>
                    </a:gs>
                  </a:gsLst>
                  <a:lin ang="5400000" scaled="1"/>
                </a:gradFill>
                <a:ea typeface="Segoe UI" pitchFamily="34" charset="0"/>
                <a:cs typeface="Segoe UI" pitchFamily="34" charset="0"/>
              </a:rPr>
              <a:t>:</a:t>
            </a:r>
            <a:r>
              <a:rPr lang="en-US" b="1" dirty="0">
                <a:gradFill>
                  <a:gsLst>
                    <a:gs pos="83000">
                      <a:srgbClr val="000000"/>
                    </a:gs>
                    <a:gs pos="100000">
                      <a:srgbClr val="000000"/>
                    </a:gs>
                  </a:gsLst>
                  <a:lin ang="5400000" scaled="1"/>
                </a:gradFill>
                <a:ea typeface="Segoe UI" pitchFamily="34" charset="0"/>
                <a:cs typeface="Segoe UI" pitchFamily="34" charset="0"/>
              </a:rPr>
              <a:t> </a:t>
            </a:r>
            <a:r>
              <a:rPr lang="en-US" dirty="0">
                <a:gradFill>
                  <a:gsLst>
                    <a:gs pos="83000">
                      <a:srgbClr val="000000"/>
                    </a:gs>
                    <a:gs pos="100000">
                      <a:srgbClr val="000000"/>
                    </a:gs>
                  </a:gsLst>
                  <a:lin ang="5400000" scaled="1"/>
                </a:gradFill>
                <a:ea typeface="Segoe UI" pitchFamily="34" charset="0"/>
                <a:cs typeface="Segoe UI" pitchFamily="34" charset="0"/>
              </a:rPr>
              <a:t>“Deepfakes are </a:t>
            </a:r>
            <a:br>
              <a:rPr lang="en-US" dirty="0">
                <a:gradFill>
                  <a:gsLst>
                    <a:gs pos="83000">
                      <a:srgbClr val="000000"/>
                    </a:gs>
                    <a:gs pos="100000">
                      <a:srgbClr val="000000"/>
                    </a:gs>
                  </a:gsLst>
                  <a:lin ang="5400000" scaled="1"/>
                </a:gradFill>
                <a:ea typeface="Segoe UI" pitchFamily="34" charset="0"/>
                <a:cs typeface="Segoe UI" pitchFamily="34" charset="0"/>
              </a:rPr>
            </a:br>
            <a:r>
              <a:rPr lang="en-US" dirty="0">
                <a:gradFill>
                  <a:gsLst>
                    <a:gs pos="83000">
                      <a:srgbClr val="000000"/>
                    </a:gs>
                    <a:gs pos="100000">
                      <a:srgbClr val="000000"/>
                    </a:gs>
                  </a:gsLst>
                  <a:lin ang="5400000" scaled="1"/>
                </a:gradFill>
                <a:ea typeface="Segoe UI" pitchFamily="34" charset="0"/>
                <a:cs typeface="Segoe UI" pitchFamily="34" charset="0"/>
              </a:rPr>
              <a:t>a growing threat with costly consequences… one of the five </a:t>
            </a:r>
            <a:r>
              <a:rPr lang="en-US" dirty="0">
                <a:gradFill>
                  <a:gsLst>
                    <a:gs pos="83000">
                      <a:srgbClr val="000000"/>
                    </a:gs>
                    <a:gs pos="100000">
                      <a:srgbClr val="000000"/>
                    </a:gs>
                  </a:gsLst>
                  <a:lin ang="5400000" scaled="1"/>
                </a:gradFill>
                <a:latin typeface="+mj-lt"/>
                <a:ea typeface="Segoe UI" pitchFamily="34" charset="0"/>
                <a:cs typeface="Segoe UI" pitchFamily="34" charset="0"/>
              </a:rPr>
              <a:t>top cybersecurity threats </a:t>
            </a:r>
            <a:r>
              <a:rPr lang="en-US" dirty="0">
                <a:gradFill>
                  <a:gsLst>
                    <a:gs pos="83000">
                      <a:srgbClr val="000000"/>
                    </a:gs>
                    <a:gs pos="100000">
                      <a:srgbClr val="000000"/>
                    </a:gs>
                  </a:gsLst>
                  <a:lin ang="5400000" scaled="1"/>
                </a:gradFill>
                <a:ea typeface="Segoe UI" pitchFamily="34" charset="0"/>
                <a:cs typeface="Segoe UI" pitchFamily="34" charset="0"/>
              </a:rPr>
              <a:t>of 2024”</a:t>
            </a:r>
          </a:p>
          <a:p>
            <a:pPr lvl="0" defTabSz="932472" fontAlgn="base">
              <a:spcBef>
                <a:spcPct val="0"/>
              </a:spcBef>
              <a:spcAft>
                <a:spcPts val="600"/>
              </a:spcAft>
              <a:defRPr/>
            </a:pPr>
            <a:r>
              <a:rPr lang="en-US" sz="1200" dirty="0">
                <a:gradFill>
                  <a:gsLst>
                    <a:gs pos="83000">
                      <a:srgbClr val="000000"/>
                    </a:gs>
                    <a:gs pos="100000">
                      <a:srgbClr val="000000"/>
                    </a:gs>
                  </a:gsLst>
                  <a:lin ang="5400000" scaled="1"/>
                </a:gradFill>
                <a:ea typeface="Segoe UI" pitchFamily="34" charset="0"/>
                <a:cs typeface="Segoe UI" pitchFamily="34" charset="0"/>
                <a:hlinkClick r:id="rId3"/>
              </a:rPr>
              <a:t>Forrester: The State Of Cybersecurity Innovation: RSA Conference 2024</a:t>
            </a:r>
            <a:endParaRPr lang="en-US" sz="1200" dirty="0">
              <a:gradFill>
                <a:gsLst>
                  <a:gs pos="83000">
                    <a:srgbClr val="000000"/>
                  </a:gs>
                  <a:gs pos="100000">
                    <a:srgbClr val="000000"/>
                  </a:gs>
                </a:gsLst>
                <a:lin ang="5400000" scaled="1"/>
              </a:gradFill>
              <a:ea typeface="Segoe UI" pitchFamily="34" charset="0"/>
              <a:cs typeface="Segoe UI" pitchFamily="34" charset="0"/>
            </a:endParaRPr>
          </a:p>
        </p:txBody>
      </p:sp>
      <p:sp>
        <p:nvSpPr>
          <p:cNvPr id="5" name="Rectangle: Rounded Corners 4">
            <a:extLst>
              <a:ext uri="{FF2B5EF4-FFF2-40B4-BE49-F238E27FC236}">
                <a16:creationId xmlns:a16="http://schemas.microsoft.com/office/drawing/2014/main" id="{87D12865-1D76-F1FD-12FB-AAD176865B92}"/>
              </a:ext>
            </a:extLst>
          </p:cNvPr>
          <p:cNvSpPr/>
          <p:nvPr/>
        </p:nvSpPr>
        <p:spPr bwMode="auto">
          <a:xfrm>
            <a:off x="4378924" y="1834621"/>
            <a:ext cx="3438087" cy="3763273"/>
          </a:xfrm>
          <a:prstGeom prst="roundRect">
            <a:avLst>
              <a:gd name="adj" fmla="val 6143"/>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05840" rIns="182880" bIns="182880" numCol="1" spcCol="0" rtlCol="0" fromWordArt="0" anchor="t" anchorCtr="0" forceAA="0" compatLnSpc="1">
            <a:prstTxWarp prst="textNoShape">
              <a:avLst/>
            </a:prstTxWarp>
            <a:noAutofit/>
          </a:bodyPr>
          <a:lstStyle/>
          <a:p>
            <a:pPr lvl="0" defTabSz="932472" fontAlgn="base">
              <a:spcBef>
                <a:spcPct val="0"/>
              </a:spcBef>
              <a:spcAft>
                <a:spcPts val="1800"/>
              </a:spcAft>
              <a:defRPr/>
            </a:pPr>
            <a:r>
              <a:rPr lang="en-US" b="1" dirty="0">
                <a:gradFill>
                  <a:gsLst>
                    <a:gs pos="83000">
                      <a:srgbClr val="000000"/>
                    </a:gs>
                    <a:gs pos="100000">
                      <a:srgbClr val="000000"/>
                    </a:gs>
                  </a:gsLst>
                  <a:lin ang="5400000" scaled="1"/>
                </a:gradFill>
                <a:ea typeface="Segoe UI" pitchFamily="34" charset="0"/>
                <a:cs typeface="Segoe UI" pitchFamily="34" charset="0"/>
              </a:rPr>
              <a:t>Gartner</a:t>
            </a:r>
            <a:r>
              <a:rPr lang="en-US" dirty="0">
                <a:gradFill>
                  <a:gsLst>
                    <a:gs pos="83000">
                      <a:srgbClr val="000000"/>
                    </a:gs>
                    <a:gs pos="100000">
                      <a:srgbClr val="000000"/>
                    </a:gs>
                  </a:gsLst>
                  <a:lin ang="5400000" scaled="1"/>
                </a:gradFill>
                <a:ea typeface="Segoe UI" pitchFamily="34" charset="0"/>
                <a:cs typeface="Segoe UI" pitchFamily="34" charset="0"/>
              </a:rPr>
              <a:t>:</a:t>
            </a:r>
            <a:r>
              <a:rPr lang="en-US" b="1" dirty="0">
                <a:gradFill>
                  <a:gsLst>
                    <a:gs pos="83000">
                      <a:srgbClr val="000000"/>
                    </a:gs>
                    <a:gs pos="100000">
                      <a:srgbClr val="000000"/>
                    </a:gs>
                  </a:gsLst>
                  <a:lin ang="5400000" scaled="1"/>
                </a:gradFill>
                <a:ea typeface="Segoe UI" pitchFamily="34" charset="0"/>
                <a:cs typeface="Segoe UI" pitchFamily="34" charset="0"/>
              </a:rPr>
              <a:t> </a:t>
            </a:r>
            <a:r>
              <a:rPr lang="en-US" dirty="0">
                <a:gradFill>
                  <a:gsLst>
                    <a:gs pos="83000">
                      <a:srgbClr val="000000"/>
                    </a:gs>
                    <a:gs pos="100000">
                      <a:srgbClr val="000000"/>
                    </a:gs>
                  </a:gsLst>
                  <a:lin ang="5400000" scaled="1"/>
                </a:gradFill>
                <a:ea typeface="Segoe UI" pitchFamily="34" charset="0"/>
                <a:cs typeface="Segoe UI" pitchFamily="34" charset="0"/>
              </a:rPr>
              <a:t>“Stolen credentials are the </a:t>
            </a:r>
            <a:r>
              <a:rPr lang="en-US" dirty="0">
                <a:gradFill>
                  <a:gsLst>
                    <a:gs pos="83000">
                      <a:srgbClr val="000000"/>
                    </a:gs>
                    <a:gs pos="100000">
                      <a:srgbClr val="000000"/>
                    </a:gs>
                  </a:gsLst>
                  <a:lin ang="5400000" scaled="1"/>
                </a:gradFill>
                <a:latin typeface="+mj-lt"/>
                <a:ea typeface="Segoe UI" pitchFamily="34" charset="0"/>
                <a:cs typeface="Segoe UI" pitchFamily="34" charset="0"/>
              </a:rPr>
              <a:t>most significant vector </a:t>
            </a:r>
            <a:r>
              <a:rPr lang="en-US" dirty="0">
                <a:gradFill>
                  <a:gsLst>
                    <a:gs pos="83000">
                      <a:srgbClr val="000000"/>
                    </a:gs>
                    <a:gs pos="100000">
                      <a:srgbClr val="000000"/>
                    </a:gs>
                  </a:gsLst>
                  <a:lin ang="5400000" scaled="1"/>
                </a:gradFill>
                <a:ea typeface="Segoe UI" pitchFamily="34" charset="0"/>
                <a:cs typeface="Segoe UI" pitchFamily="34" charset="0"/>
              </a:rPr>
              <a:t>for [attacks against passwords and MFA]”</a:t>
            </a:r>
          </a:p>
          <a:p>
            <a:pPr lvl="0" defTabSz="932472" fontAlgn="base">
              <a:spcBef>
                <a:spcPct val="0"/>
              </a:spcBef>
              <a:spcAft>
                <a:spcPts val="600"/>
              </a:spcAft>
              <a:defRPr/>
            </a:pPr>
            <a:r>
              <a:rPr lang="en-US" sz="1200" dirty="0">
                <a:gradFill>
                  <a:gsLst>
                    <a:gs pos="83000">
                      <a:srgbClr val="000000"/>
                    </a:gs>
                    <a:gs pos="100000">
                      <a:srgbClr val="000000"/>
                    </a:gs>
                  </a:gsLst>
                  <a:lin ang="5400000" scaled="1"/>
                </a:gradFill>
                <a:ea typeface="Segoe UI" pitchFamily="34" charset="0"/>
                <a:cs typeface="Segoe UI" pitchFamily="34" charset="0"/>
                <a:hlinkClick r:id="rId4"/>
              </a:rPr>
              <a:t>Gartner: Comprehensive Protection Strategies Against Cyber Threats</a:t>
            </a:r>
            <a:endParaRPr lang="en-US" sz="1200" dirty="0">
              <a:gradFill>
                <a:gsLst>
                  <a:gs pos="83000">
                    <a:srgbClr val="000000"/>
                  </a:gs>
                  <a:gs pos="100000">
                    <a:srgbClr val="000000"/>
                  </a:gs>
                </a:gsLst>
                <a:lin ang="5400000" scaled="1"/>
              </a:gradFill>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DDD5A6AC-6AC0-E418-8E3A-2A29296BCAC7}"/>
              </a:ext>
            </a:extLst>
          </p:cNvPr>
          <p:cNvSpPr/>
          <p:nvPr/>
        </p:nvSpPr>
        <p:spPr bwMode="auto">
          <a:xfrm>
            <a:off x="8169584" y="1834621"/>
            <a:ext cx="3438087" cy="3763273"/>
          </a:xfrm>
          <a:prstGeom prst="roundRect">
            <a:avLst>
              <a:gd name="adj" fmla="val 6143"/>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05840" rIns="182880" bIns="182880" numCol="1" spcCol="0" rtlCol="0" fromWordArt="0" anchor="t" anchorCtr="0" forceAA="0" compatLnSpc="1">
            <a:prstTxWarp prst="textNoShape">
              <a:avLst/>
            </a:prstTxWarp>
            <a:noAutofit/>
          </a:bodyPr>
          <a:lstStyle/>
          <a:p>
            <a:pPr lvl="0" defTabSz="932472" fontAlgn="base">
              <a:spcBef>
                <a:spcPct val="0"/>
              </a:spcBef>
              <a:spcAft>
                <a:spcPts val="1800"/>
              </a:spcAft>
              <a:defRPr/>
            </a:pPr>
            <a:r>
              <a:rPr lang="en-US" b="1" dirty="0">
                <a:gradFill>
                  <a:gsLst>
                    <a:gs pos="83000">
                      <a:srgbClr val="000000"/>
                    </a:gs>
                    <a:gs pos="100000">
                      <a:srgbClr val="000000"/>
                    </a:gs>
                  </a:gsLst>
                  <a:lin ang="5400000" scaled="1"/>
                </a:gradFill>
                <a:ea typeface="Segoe UI" pitchFamily="34" charset="0"/>
                <a:cs typeface="Segoe UI" pitchFamily="34" charset="0"/>
              </a:rPr>
              <a:t>Deloitte</a:t>
            </a:r>
            <a:r>
              <a:rPr lang="en-US" dirty="0">
                <a:gradFill>
                  <a:gsLst>
                    <a:gs pos="83000">
                      <a:srgbClr val="000000"/>
                    </a:gs>
                    <a:gs pos="100000">
                      <a:srgbClr val="000000"/>
                    </a:gs>
                  </a:gsLst>
                  <a:lin ang="5400000" scaled="1"/>
                </a:gradFill>
                <a:ea typeface="Segoe UI" pitchFamily="34" charset="0"/>
                <a:cs typeface="Segoe UI" pitchFamily="34" charset="0"/>
              </a:rPr>
              <a:t>:</a:t>
            </a:r>
            <a:r>
              <a:rPr lang="en-US" b="1" dirty="0">
                <a:gradFill>
                  <a:gsLst>
                    <a:gs pos="83000">
                      <a:srgbClr val="000000"/>
                    </a:gs>
                    <a:gs pos="100000">
                      <a:srgbClr val="000000"/>
                    </a:gs>
                  </a:gsLst>
                  <a:lin ang="5400000" scaled="1"/>
                </a:gradFill>
                <a:ea typeface="Segoe UI" pitchFamily="34" charset="0"/>
                <a:cs typeface="Segoe UI" pitchFamily="34" charset="0"/>
              </a:rPr>
              <a:t> </a:t>
            </a:r>
            <a:r>
              <a:rPr lang="en-US" dirty="0">
                <a:gradFill>
                  <a:gsLst>
                    <a:gs pos="83000">
                      <a:srgbClr val="000000"/>
                    </a:gs>
                    <a:gs pos="100000">
                      <a:srgbClr val="000000"/>
                    </a:gs>
                  </a:gsLst>
                  <a:lin ang="5400000" scaled="1"/>
                </a:gradFill>
                <a:ea typeface="Segoe UI" pitchFamily="34" charset="0"/>
                <a:cs typeface="Segoe UI" pitchFamily="34" charset="0"/>
              </a:rPr>
              <a:t>“Deloitte’s Center for Financial Services predicts that gen AI could enable fraud losses to reach </a:t>
            </a:r>
            <a:r>
              <a:rPr lang="en-US" dirty="0">
                <a:gradFill>
                  <a:gsLst>
                    <a:gs pos="83000">
                      <a:srgbClr val="000000"/>
                    </a:gs>
                    <a:gs pos="100000">
                      <a:srgbClr val="000000"/>
                    </a:gs>
                  </a:gsLst>
                  <a:lin ang="5400000" scaled="1"/>
                </a:gradFill>
                <a:latin typeface="+mj-lt"/>
                <a:ea typeface="Segoe UI" pitchFamily="34" charset="0"/>
                <a:cs typeface="Segoe UI" pitchFamily="34" charset="0"/>
              </a:rPr>
              <a:t>US$40 billion in the United States by 2027</a:t>
            </a:r>
            <a:r>
              <a:rPr lang="en-US" dirty="0">
                <a:gradFill>
                  <a:gsLst>
                    <a:gs pos="83000">
                      <a:srgbClr val="000000"/>
                    </a:gs>
                    <a:gs pos="100000">
                      <a:srgbClr val="000000"/>
                    </a:gs>
                  </a:gsLst>
                  <a:lin ang="5400000" scaled="1"/>
                </a:gradFill>
                <a:ea typeface="Segoe UI" pitchFamily="34" charset="0"/>
                <a:cs typeface="Segoe UI" pitchFamily="34" charset="0"/>
              </a:rPr>
              <a:t>”</a:t>
            </a:r>
          </a:p>
          <a:p>
            <a:pPr lvl="0" defTabSz="932472" fontAlgn="base">
              <a:spcBef>
                <a:spcPct val="0"/>
              </a:spcBef>
              <a:spcAft>
                <a:spcPts val="600"/>
              </a:spcAft>
              <a:defRPr/>
            </a:pPr>
            <a:r>
              <a:rPr lang="en-US" sz="1200" dirty="0">
                <a:gradFill>
                  <a:gsLst>
                    <a:gs pos="83000">
                      <a:srgbClr val="000000"/>
                    </a:gs>
                    <a:gs pos="100000">
                      <a:srgbClr val="000000"/>
                    </a:gs>
                  </a:gsLst>
                  <a:lin ang="5400000" scaled="1"/>
                </a:gradFill>
                <a:ea typeface="Segoe UI" pitchFamily="34" charset="0"/>
                <a:cs typeface="Segoe UI" pitchFamily="34" charset="0"/>
                <a:hlinkClick r:id="rId5"/>
              </a:rPr>
              <a:t>Deepfake and AI fraud risk | Deloitte Insights</a:t>
            </a:r>
            <a:endParaRPr lang="en-US" sz="1200" dirty="0">
              <a:gradFill>
                <a:gsLst>
                  <a:gs pos="83000">
                    <a:srgbClr val="000000"/>
                  </a:gs>
                  <a:gs pos="100000">
                    <a:srgbClr val="000000"/>
                  </a:gs>
                </a:gsLst>
                <a:lin ang="5400000" scaled="1"/>
              </a:gradFill>
              <a:ea typeface="Segoe UI" pitchFamily="34" charset="0"/>
              <a:cs typeface="Segoe UI" pitchFamily="34" charset="0"/>
            </a:endParaRPr>
          </a:p>
        </p:txBody>
      </p:sp>
      <p:pic>
        <p:nvPicPr>
          <p:cNvPr id="7" name="Picture 6">
            <a:extLst>
              <a:ext uri="{FF2B5EF4-FFF2-40B4-BE49-F238E27FC236}">
                <a16:creationId xmlns:a16="http://schemas.microsoft.com/office/drawing/2014/main" id="{DBE60F9D-9014-8EF7-D431-314308548A6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331" y="2229088"/>
            <a:ext cx="1949950" cy="310654"/>
          </a:xfrm>
          <a:prstGeom prst="rect">
            <a:avLst/>
          </a:prstGeom>
        </p:spPr>
      </p:pic>
      <p:pic>
        <p:nvPicPr>
          <p:cNvPr id="9" name="Picture 8">
            <a:extLst>
              <a:ext uri="{FF2B5EF4-FFF2-40B4-BE49-F238E27FC236}">
                <a16:creationId xmlns:a16="http://schemas.microsoft.com/office/drawing/2014/main" id="{8FE26780-C13C-C8BC-1515-7AE79197756E}"/>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93774" y="2222396"/>
            <a:ext cx="1408386" cy="324039"/>
          </a:xfrm>
          <a:prstGeom prst="rect">
            <a:avLst/>
          </a:prstGeom>
        </p:spPr>
      </p:pic>
      <p:pic>
        <p:nvPicPr>
          <p:cNvPr id="11" name="Picture 10">
            <a:extLst>
              <a:ext uri="{FF2B5EF4-FFF2-40B4-BE49-F238E27FC236}">
                <a16:creationId xmlns:a16="http://schemas.microsoft.com/office/drawing/2014/main" id="{8A9F97F6-1E97-5280-BC0E-1B374678217E}"/>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rcRect l="12612" t="31295" r="12612" b="31295"/>
          <a:stretch/>
        </p:blipFill>
        <p:spPr>
          <a:xfrm>
            <a:off x="9123055" y="2228746"/>
            <a:ext cx="1531144" cy="311338"/>
          </a:xfrm>
          <a:prstGeom prst="rect">
            <a:avLst/>
          </a:prstGeom>
        </p:spPr>
      </p:pic>
    </p:spTree>
    <p:extLst>
      <p:ext uri="{BB962C8B-B14F-4D97-AF65-F5344CB8AC3E}">
        <p14:creationId xmlns:p14="http://schemas.microsoft.com/office/powerpoint/2010/main" val="928840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2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5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1549-CDFE-A160-F9FB-C9865AB7A0D3}"/>
              </a:ext>
            </a:extLst>
          </p:cNvPr>
          <p:cNvSpPr>
            <a:spLocks noGrp="1"/>
          </p:cNvSpPr>
          <p:nvPr>
            <p:ph type="title"/>
          </p:nvPr>
        </p:nvSpPr>
        <p:spPr>
          <a:xfrm>
            <a:off x="588262" y="182549"/>
            <a:ext cx="11018520" cy="984885"/>
          </a:xfrm>
        </p:spPr>
        <p:txBody>
          <a:bodyPr/>
          <a:lstStyle/>
          <a:p>
            <a:pPr lvl="0"/>
            <a:r>
              <a:rPr lang="fr-FR" dirty="0"/>
              <a:t>Interactions clés nécessitant une confiance et une efficacité accrues</a:t>
            </a:r>
            <a:endParaRPr lang="en-US" sz="3200" noProof="0" dirty="0"/>
          </a:p>
        </p:txBody>
      </p:sp>
      <p:sp>
        <p:nvSpPr>
          <p:cNvPr id="3" name="Rectangle: Rounded Corners 2">
            <a:extLst>
              <a:ext uri="{FF2B5EF4-FFF2-40B4-BE49-F238E27FC236}">
                <a16:creationId xmlns:a16="http://schemas.microsoft.com/office/drawing/2014/main" id="{4BFB91CB-CFA4-A482-1EC6-32A70E4C1DEC}"/>
              </a:ext>
            </a:extLst>
          </p:cNvPr>
          <p:cNvSpPr/>
          <p:nvPr/>
        </p:nvSpPr>
        <p:spPr bwMode="auto">
          <a:xfrm>
            <a:off x="588263" y="1511300"/>
            <a:ext cx="3474720" cy="2674806"/>
          </a:xfrm>
          <a:prstGeom prst="roundRect">
            <a:avLst>
              <a:gd name="adj" fmla="val 6143"/>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97280" rIns="182880" bIns="146304" numCol="1" spcCol="0" rtlCol="0" fromWordArt="0" anchor="t" anchorCtr="0" forceAA="0" compatLnSpc="1">
            <a:prstTxWarp prst="textNoShape">
              <a:avLst/>
            </a:prstTxWarp>
            <a:noAutofit/>
          </a:bodyPr>
          <a:lstStyle/>
          <a:p>
            <a:pPr marR="0" lvl="0" algn="ctr" defTabSz="932472" rtl="0" eaLnBrk="1" fontAlgn="base" latinLnBrk="0" hangingPunct="1">
              <a:lnSpc>
                <a:spcPct val="100000"/>
              </a:lnSpc>
              <a:spcBef>
                <a:spcPct val="0"/>
              </a:spcBef>
              <a:spcAft>
                <a:spcPts val="600"/>
              </a:spcAft>
              <a:buClrTx/>
              <a:buSzTx/>
              <a:tabLst/>
              <a:defRPr/>
            </a:pPr>
            <a:r>
              <a:rPr lang="en-US" sz="2400" dirty="0">
                <a:solidFill>
                  <a:srgbClr val="0078D4"/>
                </a:solidFill>
                <a:latin typeface="+mj-lt"/>
                <a:ea typeface="Segoe UI" pitchFamily="34" charset="0"/>
                <a:cs typeface="Segoe UI" pitchFamily="34" charset="0"/>
              </a:rPr>
              <a:t>81 %</a:t>
            </a:r>
          </a:p>
          <a:p>
            <a:pPr lvl="0" algn="ctr" defTabSz="932472" fontAlgn="base">
              <a:spcBef>
                <a:spcPct val="0"/>
              </a:spcBef>
              <a:spcAft>
                <a:spcPts val="600"/>
              </a:spcAft>
              <a:defRPr/>
            </a:pPr>
            <a:r>
              <a:rPr lang="fr-FR" sz="1200" dirty="0">
                <a:gradFill>
                  <a:gsLst>
                    <a:gs pos="83000">
                      <a:schemeClr val="tx1"/>
                    </a:gs>
                    <a:gs pos="100000">
                      <a:schemeClr val="tx1"/>
                    </a:gs>
                  </a:gsLst>
                  <a:lin ang="5400000" scaled="1"/>
                </a:gradFill>
                <a:ea typeface="Segoe UI" pitchFamily="34" charset="0"/>
                <a:cs typeface="Segoe UI" pitchFamily="34" charset="0"/>
              </a:rPr>
              <a:t>des nouveaux utilisateurs se sentent dépassés par l’intégration</a:t>
            </a:r>
            <a:endParaRPr lang="en-US" sz="1200" dirty="0">
              <a:gradFill>
                <a:gsLst>
                  <a:gs pos="83000">
                    <a:schemeClr val="tx1"/>
                  </a:gs>
                  <a:gs pos="100000">
                    <a:schemeClr val="tx1"/>
                  </a:gs>
                </a:gsLst>
                <a:lin ang="5400000" scaled="1"/>
              </a:gradFill>
              <a:ea typeface="Segoe UI" pitchFamily="34" charset="0"/>
              <a:cs typeface="Segoe UI" pitchFamily="34" charset="0"/>
            </a:endParaRPr>
          </a:p>
        </p:txBody>
      </p:sp>
      <p:sp>
        <p:nvSpPr>
          <p:cNvPr id="6" name="Rectangle: Rounded Corners 6">
            <a:extLst>
              <a:ext uri="{FF2B5EF4-FFF2-40B4-BE49-F238E27FC236}">
                <a16:creationId xmlns:a16="http://schemas.microsoft.com/office/drawing/2014/main" id="{BC198A0A-7064-49FD-6449-4808E67C4209}"/>
              </a:ext>
            </a:extLst>
          </p:cNvPr>
          <p:cNvSpPr/>
          <p:nvPr/>
        </p:nvSpPr>
        <p:spPr bwMode="auto">
          <a:xfrm>
            <a:off x="4358640" y="1511301"/>
            <a:ext cx="3474720" cy="2674806"/>
          </a:xfrm>
          <a:prstGeom prst="roundRect">
            <a:avLst>
              <a:gd name="adj" fmla="val 6143"/>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97280"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defRPr/>
            </a:pPr>
            <a:r>
              <a:rPr lang="en-US" sz="2400" b="1" dirty="0">
                <a:solidFill>
                  <a:srgbClr val="243A5E"/>
                </a:solidFill>
                <a:latin typeface="+mj-lt"/>
                <a:cs typeface="Segoe UI" pitchFamily="34" charset="0"/>
              </a:rPr>
              <a:t>75 %</a:t>
            </a:r>
            <a:endParaRPr kumimoji="0" lang="en-US" sz="2400" b="0" i="0" u="none" strike="noStrike" kern="1200" cap="none" spc="0" normalizeH="0" baseline="0" noProof="0" dirty="0">
              <a:ln>
                <a:noFill/>
              </a:ln>
              <a:solidFill>
                <a:srgbClr val="243A5E"/>
              </a:solidFill>
              <a:effectLst/>
              <a:uLnTx/>
              <a:uFillTx/>
              <a:latin typeface="+mj-lt"/>
              <a:ea typeface="Segoe UI" pitchFamily="34" charset="0"/>
              <a:cs typeface="Segoe UI" pitchFamily="34" charset="0"/>
            </a:endParaRPr>
          </a:p>
          <a:p>
            <a:pPr lvl="0" algn="ctr" defTabSz="932472" fontAlgn="base">
              <a:spcBef>
                <a:spcPct val="0"/>
              </a:spcBef>
              <a:spcAft>
                <a:spcPts val="600"/>
              </a:spcAft>
              <a:defRPr/>
            </a:pPr>
            <a:r>
              <a:rPr lang="fr-FR" sz="1200" dirty="0">
                <a:gradFill>
                  <a:gsLst>
                    <a:gs pos="83000">
                      <a:schemeClr val="tx1"/>
                    </a:gs>
                    <a:gs pos="100000">
                      <a:schemeClr val="tx1"/>
                    </a:gs>
                  </a:gsLst>
                  <a:lin ang="5400000" scaled="1"/>
                </a:gradFill>
                <a:ea typeface="Segoe UI" pitchFamily="34" charset="0"/>
                <a:cs typeface="Segoe UI" pitchFamily="34" charset="0"/>
              </a:rPr>
              <a:t>des données personnelles de la population mondiale seront soumises à une réglementation en matière de protection de la vie privée d'ici à la fin 2025</a:t>
            </a:r>
            <a:endParaRPr kumimoji="0" lang="en-US" sz="1400" b="0" i="0" u="sng"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endParaRPr>
          </a:p>
        </p:txBody>
      </p:sp>
      <p:sp>
        <p:nvSpPr>
          <p:cNvPr id="7" name="Rectangle: Rounded Corners 8">
            <a:extLst>
              <a:ext uri="{FF2B5EF4-FFF2-40B4-BE49-F238E27FC236}">
                <a16:creationId xmlns:a16="http://schemas.microsoft.com/office/drawing/2014/main" id="{07C0FD7F-470A-6C3B-C409-70FC0803530C}"/>
              </a:ext>
            </a:extLst>
          </p:cNvPr>
          <p:cNvSpPr/>
          <p:nvPr/>
        </p:nvSpPr>
        <p:spPr bwMode="auto">
          <a:xfrm>
            <a:off x="8132063" y="1511300"/>
            <a:ext cx="3474720" cy="2674806"/>
          </a:xfrm>
          <a:prstGeom prst="roundRect">
            <a:avLst>
              <a:gd name="adj" fmla="val 6143"/>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97280"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defRPr/>
            </a:pPr>
            <a:r>
              <a:rPr lang="en-US" sz="2400" b="1" dirty="0">
                <a:solidFill>
                  <a:srgbClr val="107C10"/>
                </a:solidFill>
                <a:latin typeface="+mj-lt"/>
                <a:cs typeface="Segoe UI" pitchFamily="34" charset="0"/>
              </a:rPr>
              <a:t>1,1 milliard de dollars</a:t>
            </a:r>
            <a:endParaRPr lang="en-US" sz="2400" dirty="0">
              <a:gradFill>
                <a:gsLst>
                  <a:gs pos="83000">
                    <a:schemeClr val="tx1"/>
                  </a:gs>
                  <a:gs pos="100000">
                    <a:schemeClr val="tx1"/>
                  </a:gs>
                </a:gsLst>
                <a:lin ang="5400000" scaled="1"/>
              </a:gradFill>
              <a:latin typeface="+mj-lt"/>
              <a:ea typeface="Segoe UI" pitchFamily="34" charset="0"/>
              <a:cs typeface="Segoe UI" pitchFamily="34" charset="0"/>
            </a:endParaRPr>
          </a:p>
          <a:p>
            <a:pPr lvl="0" algn="ctr" defTabSz="932472" fontAlgn="base">
              <a:spcBef>
                <a:spcPct val="0"/>
              </a:spcBef>
              <a:spcAft>
                <a:spcPts val="600"/>
              </a:spcAft>
              <a:defRPr/>
            </a:pPr>
            <a:r>
              <a:rPr lang="fr-FR" sz="1200" dirty="0">
                <a:gradFill>
                  <a:gsLst>
                    <a:gs pos="83000">
                      <a:schemeClr val="tx1"/>
                    </a:gs>
                    <a:gs pos="100000">
                      <a:schemeClr val="tx1"/>
                    </a:gs>
                  </a:gsLst>
                  <a:lin ang="5400000" scaled="1"/>
                </a:gradFill>
                <a:ea typeface="Segoe UI" pitchFamily="34" charset="0"/>
                <a:cs typeface="Segoe UI" pitchFamily="34" charset="0"/>
              </a:rPr>
              <a:t>perdus à cause d'escroqueries à l'usurpation d'identité aux États-Unis en 2023</a:t>
            </a:r>
            <a:endParaRPr lang="en-US" sz="1200" dirty="0">
              <a:gradFill>
                <a:gsLst>
                  <a:gs pos="83000">
                    <a:schemeClr val="tx1"/>
                  </a:gs>
                  <a:gs pos="100000">
                    <a:schemeClr val="tx1"/>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ts val="600"/>
              </a:spcAft>
              <a:buClrTx/>
              <a:buSzTx/>
              <a:buFontTx/>
              <a:buNone/>
              <a:tabLst/>
              <a:defRPr/>
            </a:pPr>
            <a:endParaRPr kumimoji="0" lang="en-US" sz="1600" b="0" i="0" u="none"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ts val="600"/>
              </a:spcAft>
              <a:buClrTx/>
              <a:buSzTx/>
              <a:buFontTx/>
              <a:buNone/>
              <a:tabLst/>
              <a:defRPr/>
            </a:pPr>
            <a:endParaRPr kumimoji="0" lang="en-US" b="1" i="0" u="sng" strike="noStrike" kern="1200" cap="none" spc="0" normalizeH="0" baseline="0" noProof="0" dirty="0">
              <a:ln>
                <a:noFill/>
              </a:ln>
              <a:gradFill>
                <a:gsLst>
                  <a:gs pos="83000">
                    <a:schemeClr val="tx1"/>
                  </a:gs>
                  <a:gs pos="100000">
                    <a:schemeClr val="tx1"/>
                  </a:gs>
                </a:gsLst>
                <a:lin ang="5400000" scaled="1"/>
              </a:gradFill>
              <a:effectLst/>
              <a:uLnTx/>
              <a:uFillTx/>
              <a:latin typeface="Segoe UI"/>
              <a:ea typeface="Segoe UI" pitchFamily="34" charset="0"/>
              <a:cs typeface="Segoe UI" pitchFamily="34" charset="0"/>
            </a:endParaRPr>
          </a:p>
        </p:txBody>
      </p:sp>
      <p:sp>
        <p:nvSpPr>
          <p:cNvPr id="9" name="TextBox 3">
            <a:extLst>
              <a:ext uri="{FF2B5EF4-FFF2-40B4-BE49-F238E27FC236}">
                <a16:creationId xmlns:a16="http://schemas.microsoft.com/office/drawing/2014/main" id="{6C053C59-3297-3849-A4E4-EAEF25EBF494}"/>
              </a:ext>
              <a:ext uri="{C183D7F6-B498-43B3-948B-1728B52AA6E4}">
                <adec:decorative xmlns:adec="http://schemas.microsoft.com/office/drawing/2017/decorative" val="1"/>
              </a:ext>
            </a:extLst>
          </p:cNvPr>
          <p:cNvSpPr txBox="1"/>
          <p:nvPr/>
        </p:nvSpPr>
        <p:spPr>
          <a:xfrm>
            <a:off x="676657" y="3922918"/>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800" dirty="0">
                <a:hlinkClick r:id="rId3"/>
              </a:rPr>
              <a:t>Forbes: Why Better Onboarding Is Key To Improved Productivity</a:t>
            </a:r>
            <a:endParaRPr kumimoji="0" lang="en-US" sz="800" b="0" i="0" u="none" strike="noStrike" kern="1200" cap="none" spc="0" normalizeH="0" baseline="0" noProof="0" dirty="0">
              <a:ln>
                <a:noFill/>
              </a:ln>
              <a:solidFill>
                <a:schemeClr val="accent1"/>
              </a:solidFill>
              <a:effectLst/>
              <a:uLnTx/>
              <a:uFillTx/>
              <a:ea typeface="+mn-ea"/>
              <a:cs typeface="+mn-cs"/>
            </a:endParaRPr>
          </a:p>
        </p:txBody>
      </p:sp>
      <p:sp>
        <p:nvSpPr>
          <p:cNvPr id="10" name="TextBox 7">
            <a:extLst>
              <a:ext uri="{FF2B5EF4-FFF2-40B4-BE49-F238E27FC236}">
                <a16:creationId xmlns:a16="http://schemas.microsoft.com/office/drawing/2014/main" id="{E91430EB-887B-5EAA-FDF1-08B5737C184F}"/>
              </a:ext>
              <a:ext uri="{C183D7F6-B498-43B3-948B-1728B52AA6E4}">
                <adec:decorative xmlns:adec="http://schemas.microsoft.com/office/drawing/2017/decorative" val="1"/>
              </a:ext>
            </a:extLst>
          </p:cNvPr>
          <p:cNvSpPr txBox="1"/>
          <p:nvPr/>
        </p:nvSpPr>
        <p:spPr>
          <a:xfrm>
            <a:off x="4405883" y="3910064"/>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accent1"/>
                </a:solidFill>
                <a:effectLst/>
                <a:uLnTx/>
                <a:uFillTx/>
                <a:ea typeface="MS Gothic" panose="020B0609070205080204" pitchFamily="49" charset="-128"/>
                <a:cs typeface="Segoe UI" panose="020B0502040204020203" pitchFamily="34" charset="0"/>
                <a:hlinkClick r:id="rId4">
                  <a:extLst>
                    <a:ext uri="{A12FA001-AC4F-418D-AE19-62706E023703}">
                      <ahyp:hlinkClr xmlns:ahyp="http://schemas.microsoft.com/office/drawing/2018/hyperlinkcolor" val="tx"/>
                    </a:ext>
                  </a:extLst>
                </a:hlinkClick>
              </a:rPr>
              <a:t>Gartner 2024 Top Five Trends in Privacy</a:t>
            </a:r>
            <a:endParaRPr kumimoji="0" lang="en-US" sz="800" b="0" i="0" u="none" strike="noStrike" kern="1200" cap="none" spc="0" normalizeH="0" baseline="0" noProof="0" dirty="0">
              <a:ln>
                <a:noFill/>
              </a:ln>
              <a:solidFill>
                <a:schemeClr val="accent1"/>
              </a:solidFill>
              <a:effectLst/>
              <a:uLnTx/>
              <a:uFillTx/>
              <a:ea typeface="MS Gothic" panose="020B0609070205080204" pitchFamily="49" charset="-128"/>
              <a:cs typeface="Segoe UI" panose="020B0502040204020203" pitchFamily="34" charset="0"/>
            </a:endParaRPr>
          </a:p>
        </p:txBody>
      </p:sp>
      <p:sp>
        <p:nvSpPr>
          <p:cNvPr id="11" name="TextBox 11">
            <a:extLst>
              <a:ext uri="{FF2B5EF4-FFF2-40B4-BE49-F238E27FC236}">
                <a16:creationId xmlns:a16="http://schemas.microsoft.com/office/drawing/2014/main" id="{F60F2A68-BA09-E433-F22C-75859CA8A403}"/>
              </a:ext>
            </a:extLst>
          </p:cNvPr>
          <p:cNvSpPr txBox="1"/>
          <p:nvPr/>
        </p:nvSpPr>
        <p:spPr>
          <a:xfrm>
            <a:off x="34346" y="2012370"/>
            <a:ext cx="4582554" cy="369332"/>
          </a:xfrm>
          <a:prstGeom prst="rect">
            <a:avLst/>
          </a:prstGeom>
          <a:noFill/>
        </p:spPr>
        <p:txBody>
          <a:bodyPr wrap="square">
            <a:spAutoFit/>
          </a:bodyPr>
          <a:lstStyle/>
          <a:p>
            <a:pPr lvl="0" algn="ctr" defTabSz="932472" fontAlgn="base">
              <a:spcBef>
                <a:spcPct val="0"/>
              </a:spcBef>
              <a:spcAft>
                <a:spcPts val="600"/>
              </a:spcAft>
              <a:defRPr/>
            </a:pPr>
            <a:r>
              <a:rPr lang="fr-FR" sz="1800" noProof="0" dirty="0">
                <a:solidFill>
                  <a:schemeClr val="accent1"/>
                </a:solidFill>
                <a:latin typeface="+mj-lt"/>
                <a:ea typeface="Segoe UI" pitchFamily="34" charset="0"/>
                <a:cs typeface="Segoe UI" pitchFamily="34" charset="0"/>
              </a:rPr>
              <a:t>Lacunes de l’intégration</a:t>
            </a:r>
          </a:p>
        </p:txBody>
      </p:sp>
      <p:sp>
        <p:nvSpPr>
          <p:cNvPr id="13" name="TextBox 12">
            <a:extLst>
              <a:ext uri="{FF2B5EF4-FFF2-40B4-BE49-F238E27FC236}">
                <a16:creationId xmlns:a16="http://schemas.microsoft.com/office/drawing/2014/main" id="{8CA49366-8446-5F04-6A1B-23EAEAFA5674}"/>
              </a:ext>
            </a:extLst>
          </p:cNvPr>
          <p:cNvSpPr txBox="1"/>
          <p:nvPr/>
        </p:nvSpPr>
        <p:spPr>
          <a:xfrm>
            <a:off x="8129017" y="2023164"/>
            <a:ext cx="3474720" cy="646331"/>
          </a:xfrm>
          <a:prstGeom prst="rect">
            <a:avLst/>
          </a:prstGeom>
          <a:noFill/>
        </p:spPr>
        <p:txBody>
          <a:bodyPr wrap="square">
            <a:spAutoFit/>
          </a:bodyPr>
          <a:lstStyle/>
          <a:p>
            <a:pPr lvl="0" algn="ctr" defTabSz="932472" fontAlgn="base">
              <a:spcBef>
                <a:spcPct val="0"/>
              </a:spcBef>
              <a:spcAft>
                <a:spcPts val="600"/>
              </a:spcAft>
              <a:defRPr/>
            </a:pPr>
            <a:r>
              <a:rPr lang="fr-FR" sz="1800" noProof="0" dirty="0">
                <a:solidFill>
                  <a:srgbClr val="107C10"/>
                </a:solidFill>
                <a:latin typeface="+mj-lt"/>
                <a:ea typeface="Segoe UI" pitchFamily="34" charset="0"/>
                <a:cs typeface="Segoe UI" pitchFamily="34" charset="0"/>
              </a:rPr>
              <a:t>Vulnérabilités du support technique</a:t>
            </a:r>
          </a:p>
        </p:txBody>
      </p:sp>
      <p:sp>
        <p:nvSpPr>
          <p:cNvPr id="14" name="TextBox 13">
            <a:extLst>
              <a:ext uri="{FF2B5EF4-FFF2-40B4-BE49-F238E27FC236}">
                <a16:creationId xmlns:a16="http://schemas.microsoft.com/office/drawing/2014/main" id="{DEDCC3E0-4CAE-792B-F61C-18A83C131354}"/>
              </a:ext>
            </a:extLst>
          </p:cNvPr>
          <p:cNvSpPr txBox="1"/>
          <p:nvPr/>
        </p:nvSpPr>
        <p:spPr>
          <a:xfrm>
            <a:off x="3626759" y="2016033"/>
            <a:ext cx="4938482" cy="369332"/>
          </a:xfrm>
          <a:prstGeom prst="rect">
            <a:avLst/>
          </a:prstGeom>
          <a:noFill/>
        </p:spPr>
        <p:txBody>
          <a:bodyPr wrap="square">
            <a:spAutoFit/>
          </a:bodyPr>
          <a:lstStyle/>
          <a:p>
            <a:pPr lvl="0" algn="ctr" defTabSz="932472" fontAlgn="base">
              <a:spcBef>
                <a:spcPct val="0"/>
              </a:spcBef>
              <a:spcAft>
                <a:spcPts val="600"/>
              </a:spcAft>
              <a:defRPr/>
            </a:pPr>
            <a:r>
              <a:rPr lang="fr-FR" sz="1800" noProof="0" dirty="0">
                <a:solidFill>
                  <a:srgbClr val="243A5E"/>
                </a:solidFill>
                <a:latin typeface="+mj-lt"/>
                <a:ea typeface="Segoe UI" pitchFamily="34" charset="0"/>
                <a:cs typeface="Segoe UI" pitchFamily="34" charset="0"/>
              </a:rPr>
              <a:t>Défis en matière d'accès</a:t>
            </a:r>
          </a:p>
        </p:txBody>
      </p:sp>
      <p:grpSp>
        <p:nvGrpSpPr>
          <p:cNvPr id="15" name="Group 27">
            <a:extLst>
              <a:ext uri="{FF2B5EF4-FFF2-40B4-BE49-F238E27FC236}">
                <a16:creationId xmlns:a16="http://schemas.microsoft.com/office/drawing/2014/main" id="{C76FBACE-AA17-6FAE-FA68-8245743B0E57}"/>
              </a:ext>
              <a:ext uri="{C183D7F6-B498-43B3-948B-1728B52AA6E4}">
                <adec:decorative xmlns:adec="http://schemas.microsoft.com/office/drawing/2017/decorative" val="1"/>
              </a:ext>
            </a:extLst>
          </p:cNvPr>
          <p:cNvGrpSpPr/>
          <p:nvPr/>
        </p:nvGrpSpPr>
        <p:grpSpPr>
          <a:xfrm>
            <a:off x="1909640" y="1035446"/>
            <a:ext cx="831966" cy="831966"/>
            <a:chOff x="1836454" y="1209040"/>
            <a:chExt cx="978337" cy="978337"/>
          </a:xfrm>
          <a:effectLst>
            <a:outerShdw blurRad="50800" dist="38100" dir="2700000" algn="tl" rotWithShape="0">
              <a:prstClr val="black">
                <a:alpha val="40000"/>
              </a:prstClr>
            </a:outerShdw>
          </a:effectLst>
        </p:grpSpPr>
        <p:sp>
          <p:nvSpPr>
            <p:cNvPr id="16" name="Oval 29">
              <a:extLst>
                <a:ext uri="{FF2B5EF4-FFF2-40B4-BE49-F238E27FC236}">
                  <a16:creationId xmlns:a16="http://schemas.microsoft.com/office/drawing/2014/main" id="{23E54931-F1DD-AE00-12FF-74621E24A806}"/>
                </a:ext>
              </a:extLst>
            </p:cNvPr>
            <p:cNvSpPr/>
            <p:nvPr/>
          </p:nvSpPr>
          <p:spPr bwMode="auto">
            <a:xfrm>
              <a:off x="1836454" y="1209040"/>
              <a:ext cx="978337" cy="978337"/>
            </a:xfrm>
            <a:prstGeom prst="ellipse">
              <a:avLst/>
            </a:prstGeom>
            <a:solidFill>
              <a:schemeClr val="accent1"/>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7" name="people_4">
              <a:extLst>
                <a:ext uri="{FF2B5EF4-FFF2-40B4-BE49-F238E27FC236}">
                  <a16:creationId xmlns:a16="http://schemas.microsoft.com/office/drawing/2014/main" id="{214612F4-0F1A-0A44-ADBF-E51911F2C64C}"/>
                </a:ext>
              </a:extLst>
            </p:cNvPr>
            <p:cNvSpPr>
              <a:spLocks noChangeAspect="1" noEditPoints="1"/>
            </p:cNvSpPr>
            <p:nvPr/>
          </p:nvSpPr>
          <p:spPr bwMode="auto">
            <a:xfrm>
              <a:off x="2112735" y="1447700"/>
              <a:ext cx="425776" cy="47600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dirty="0">
                <a:ln>
                  <a:noFill/>
                </a:ln>
                <a:solidFill>
                  <a:srgbClr val="000000"/>
                </a:solidFill>
                <a:effectLst/>
                <a:uLnTx/>
                <a:uFillTx/>
                <a:latin typeface="Segoe UI"/>
                <a:ea typeface="+mn-ea"/>
                <a:cs typeface="+mn-cs"/>
              </a:endParaRPr>
            </a:p>
          </p:txBody>
        </p:sp>
      </p:grpSp>
      <p:grpSp>
        <p:nvGrpSpPr>
          <p:cNvPr id="18" name="Group 31">
            <a:extLst>
              <a:ext uri="{FF2B5EF4-FFF2-40B4-BE49-F238E27FC236}">
                <a16:creationId xmlns:a16="http://schemas.microsoft.com/office/drawing/2014/main" id="{D7BB5E61-AE26-6C3D-82F1-FD2D159C556C}"/>
              </a:ext>
              <a:ext uri="{C183D7F6-B498-43B3-948B-1728B52AA6E4}">
                <adec:decorative xmlns:adec="http://schemas.microsoft.com/office/drawing/2017/decorative" val="1"/>
              </a:ext>
            </a:extLst>
          </p:cNvPr>
          <p:cNvGrpSpPr/>
          <p:nvPr/>
        </p:nvGrpSpPr>
        <p:grpSpPr>
          <a:xfrm>
            <a:off x="9450394" y="1011198"/>
            <a:ext cx="831966" cy="831966"/>
            <a:chOff x="9380255" y="1209040"/>
            <a:chExt cx="978337" cy="978337"/>
          </a:xfrm>
          <a:effectLst>
            <a:outerShdw blurRad="50800" dist="38100" dir="2700000" algn="tl" rotWithShape="0">
              <a:prstClr val="black">
                <a:alpha val="40000"/>
              </a:prstClr>
            </a:outerShdw>
          </a:effectLst>
        </p:grpSpPr>
        <p:sp>
          <p:nvSpPr>
            <p:cNvPr id="19" name="Oval 32">
              <a:extLst>
                <a:ext uri="{FF2B5EF4-FFF2-40B4-BE49-F238E27FC236}">
                  <a16:creationId xmlns:a16="http://schemas.microsoft.com/office/drawing/2014/main" id="{6F9975B0-E36C-3F85-FA27-1402B68BCB38}"/>
                </a:ext>
              </a:extLst>
            </p:cNvPr>
            <p:cNvSpPr/>
            <p:nvPr/>
          </p:nvSpPr>
          <p:spPr bwMode="auto">
            <a:xfrm>
              <a:off x="9380255" y="1209040"/>
              <a:ext cx="978337" cy="978337"/>
            </a:xfrm>
            <a:prstGeom prst="ellipse">
              <a:avLst/>
            </a:prstGeom>
            <a:solidFill>
              <a:schemeClr val="accent3"/>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0" name="Telemarketer_E7B9">
              <a:extLst>
                <a:ext uri="{FF2B5EF4-FFF2-40B4-BE49-F238E27FC236}">
                  <a16:creationId xmlns:a16="http://schemas.microsoft.com/office/drawing/2014/main" id="{2CBA8706-A0A9-1C8D-BB1F-F4D6D3BCF5EB}"/>
                </a:ext>
              </a:extLst>
            </p:cNvPr>
            <p:cNvSpPr>
              <a:spLocks noChangeAspect="1" noEditPoints="1"/>
            </p:cNvSpPr>
            <p:nvPr/>
          </p:nvSpPr>
          <p:spPr bwMode="auto">
            <a:xfrm>
              <a:off x="9669860" y="1460204"/>
              <a:ext cx="399126" cy="476009"/>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dirty="0">
                <a:ln>
                  <a:noFill/>
                </a:ln>
                <a:solidFill>
                  <a:srgbClr val="000000"/>
                </a:solidFill>
                <a:effectLst/>
                <a:uLnTx/>
                <a:uFillTx/>
                <a:latin typeface="Segoe UI"/>
                <a:ea typeface="+mn-ea"/>
                <a:cs typeface="+mn-cs"/>
              </a:endParaRPr>
            </a:p>
          </p:txBody>
        </p:sp>
      </p:grpSp>
      <p:grpSp>
        <p:nvGrpSpPr>
          <p:cNvPr id="21" name="Group 35">
            <a:extLst>
              <a:ext uri="{FF2B5EF4-FFF2-40B4-BE49-F238E27FC236}">
                <a16:creationId xmlns:a16="http://schemas.microsoft.com/office/drawing/2014/main" id="{52BC5F5A-1A1A-52A1-FE4C-892AD105F5D6}"/>
              </a:ext>
              <a:ext uri="{C183D7F6-B498-43B3-948B-1728B52AA6E4}">
                <adec:decorative xmlns:adec="http://schemas.microsoft.com/office/drawing/2017/decorative" val="1"/>
              </a:ext>
            </a:extLst>
          </p:cNvPr>
          <p:cNvGrpSpPr/>
          <p:nvPr/>
        </p:nvGrpSpPr>
        <p:grpSpPr>
          <a:xfrm>
            <a:off x="5536869" y="1035446"/>
            <a:ext cx="831966" cy="831966"/>
            <a:chOff x="5608355" y="2555117"/>
            <a:chExt cx="472662" cy="472662"/>
          </a:xfrm>
          <a:effectLst>
            <a:outerShdw blurRad="50800" dist="38100" dir="2700000" algn="tl" rotWithShape="0">
              <a:prstClr val="black">
                <a:alpha val="40000"/>
              </a:prstClr>
            </a:outerShdw>
          </a:effectLst>
        </p:grpSpPr>
        <p:sp>
          <p:nvSpPr>
            <p:cNvPr id="22" name="Oval 37">
              <a:extLst>
                <a:ext uri="{FF2B5EF4-FFF2-40B4-BE49-F238E27FC236}">
                  <a16:creationId xmlns:a16="http://schemas.microsoft.com/office/drawing/2014/main" id="{08B67198-BA60-BD58-5352-805FD401DD25}"/>
                </a:ext>
              </a:extLst>
            </p:cNvPr>
            <p:cNvSpPr/>
            <p:nvPr/>
          </p:nvSpPr>
          <p:spPr bwMode="auto">
            <a:xfrm>
              <a:off x="5608355" y="2555117"/>
              <a:ext cx="472662" cy="472662"/>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3" name="key" title="Icon of a key">
              <a:extLst>
                <a:ext uri="{FF2B5EF4-FFF2-40B4-BE49-F238E27FC236}">
                  <a16:creationId xmlns:a16="http://schemas.microsoft.com/office/drawing/2014/main" id="{52B85DA3-FBFF-8438-67DC-0A7AB43986E5}"/>
                </a:ext>
              </a:extLst>
            </p:cNvPr>
            <p:cNvSpPr>
              <a:spLocks noChangeAspect="1" noEditPoints="1"/>
            </p:cNvSpPr>
            <p:nvPr/>
          </p:nvSpPr>
          <p:spPr bwMode="auto">
            <a:xfrm>
              <a:off x="5716986" y="2664404"/>
              <a:ext cx="255399" cy="254089"/>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24" name="TextBox 4">
            <a:extLst>
              <a:ext uri="{FF2B5EF4-FFF2-40B4-BE49-F238E27FC236}">
                <a16:creationId xmlns:a16="http://schemas.microsoft.com/office/drawing/2014/main" id="{C8C3135A-C702-C8B1-6FB5-755FECADBA76}"/>
              </a:ext>
              <a:ext uri="{C183D7F6-B498-43B3-948B-1728B52AA6E4}">
                <adec:decorative xmlns:adec="http://schemas.microsoft.com/office/drawing/2017/decorative" val="1"/>
              </a:ext>
            </a:extLst>
          </p:cNvPr>
          <p:cNvSpPr txBox="1"/>
          <p:nvPr/>
        </p:nvSpPr>
        <p:spPr>
          <a:xfrm>
            <a:off x="8220457" y="3929068"/>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800" dirty="0">
                <a:hlinkClick r:id="rId5"/>
              </a:rPr>
              <a:t>FTC Data Spotlight into impersonation scams</a:t>
            </a:r>
            <a:endParaRPr kumimoji="0" lang="en-US" sz="800" b="0" i="0" u="none" strike="noStrike" kern="1200" cap="none" spc="0" normalizeH="0" baseline="0" noProof="0" dirty="0">
              <a:ln>
                <a:noFill/>
              </a:ln>
              <a:solidFill>
                <a:srgbClr val="0078D4"/>
              </a:solidFill>
              <a:effectLst/>
              <a:uLnTx/>
              <a:uFillTx/>
              <a:latin typeface="Segoe UI"/>
              <a:ea typeface="+mn-ea"/>
              <a:cs typeface="+mn-cs"/>
            </a:endParaRPr>
          </a:p>
        </p:txBody>
      </p:sp>
      <p:sp>
        <p:nvSpPr>
          <p:cNvPr id="25" name="TextBox 9">
            <a:extLst>
              <a:ext uri="{FF2B5EF4-FFF2-40B4-BE49-F238E27FC236}">
                <a16:creationId xmlns:a16="http://schemas.microsoft.com/office/drawing/2014/main" id="{4B54B89B-ECEA-D5C3-CE82-30C8414E9C74}"/>
              </a:ext>
            </a:extLst>
          </p:cNvPr>
          <p:cNvSpPr txBox="1"/>
          <p:nvPr/>
        </p:nvSpPr>
        <p:spPr>
          <a:xfrm>
            <a:off x="713972" y="5593594"/>
            <a:ext cx="3238270" cy="338554"/>
          </a:xfrm>
          <a:prstGeom prst="rect">
            <a:avLst/>
          </a:prstGeom>
          <a:noFill/>
        </p:spPr>
        <p:txBody>
          <a:bodyPr wrap="square">
            <a:spAutoFit/>
          </a:bodyPr>
          <a:lstStyle/>
          <a:p>
            <a:pPr lvl="0" algn="ctr" defTabSz="932472" fontAlgn="base">
              <a:spcBef>
                <a:spcPct val="0"/>
              </a:spcBef>
              <a:spcAft>
                <a:spcPts val="600"/>
              </a:spcAft>
              <a:defRPr/>
            </a:pPr>
            <a:r>
              <a:rPr lang="fr-FR" sz="1600" noProof="0" dirty="0">
                <a:gradFill>
                  <a:gsLst>
                    <a:gs pos="83000">
                      <a:schemeClr val="tx1"/>
                    </a:gs>
                    <a:gs pos="100000">
                      <a:schemeClr val="tx1"/>
                    </a:gs>
                  </a:gsLst>
                  <a:lin ang="5400000" scaled="1"/>
                </a:gradFill>
                <a:ea typeface="Segoe UI" pitchFamily="34" charset="0"/>
                <a:cs typeface="Segoe UI" pitchFamily="34" charset="0"/>
              </a:rPr>
              <a:t>Perte de temps et de productivité</a:t>
            </a:r>
          </a:p>
        </p:txBody>
      </p:sp>
      <p:sp>
        <p:nvSpPr>
          <p:cNvPr id="26" name="Rectangle: Top Corners Rounded 14">
            <a:extLst>
              <a:ext uri="{FF2B5EF4-FFF2-40B4-BE49-F238E27FC236}">
                <a16:creationId xmlns:a16="http://schemas.microsoft.com/office/drawing/2014/main" id="{DD1E0167-0DF2-B21D-6943-8BADAB4C2A51}"/>
              </a:ext>
              <a:ext uri="{C183D7F6-B498-43B3-948B-1728B52AA6E4}">
                <adec:decorative xmlns:adec="http://schemas.microsoft.com/office/drawing/2017/decorative" val="0"/>
              </a:ext>
            </a:extLst>
          </p:cNvPr>
          <p:cNvSpPr/>
          <p:nvPr/>
        </p:nvSpPr>
        <p:spPr bwMode="auto">
          <a:xfrm>
            <a:off x="588262" y="5230493"/>
            <a:ext cx="3474720" cy="1155741"/>
          </a:xfrm>
          <a:prstGeom prst="round2SameRect">
            <a:avLst>
              <a:gd name="adj1" fmla="val 50000"/>
              <a:gd name="adj2" fmla="val 50000"/>
            </a:avLst>
          </a:prstGeom>
          <a:noFill/>
          <a:ln w="76200">
            <a:solidFill>
              <a:srgbClr val="0078D4"/>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000" b="1" dirty="0">
              <a:gradFill>
                <a:gsLst>
                  <a:gs pos="0">
                    <a:srgbClr val="FFFFFF"/>
                  </a:gs>
                  <a:gs pos="100000">
                    <a:srgbClr val="FFFFFF"/>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gradFill>
                <a:gsLst>
                  <a:gs pos="0">
                    <a:srgbClr val="FFFFFF"/>
                  </a:gs>
                  <a:gs pos="100000">
                    <a:srgbClr val="FFFFFF"/>
                  </a:gs>
                </a:gsLst>
                <a:lin ang="5400000" scaled="1"/>
              </a:gradFill>
              <a:effectLst/>
              <a:uLnTx/>
              <a:uFillTx/>
              <a:ea typeface="Segoe UI" pitchFamily="34" charset="0"/>
              <a:cs typeface="Segoe UI" pitchFamily="34" charset="0"/>
            </a:endParaRPr>
          </a:p>
        </p:txBody>
      </p:sp>
      <p:sp>
        <p:nvSpPr>
          <p:cNvPr id="27" name="Rectangle: Top Corners Rounded 16">
            <a:extLst>
              <a:ext uri="{FF2B5EF4-FFF2-40B4-BE49-F238E27FC236}">
                <a16:creationId xmlns:a16="http://schemas.microsoft.com/office/drawing/2014/main" id="{B3B94196-935D-AF81-39EC-6CAF2616ED44}"/>
              </a:ext>
              <a:ext uri="{C183D7F6-B498-43B3-948B-1728B52AA6E4}">
                <adec:decorative xmlns:adec="http://schemas.microsoft.com/office/drawing/2017/decorative" val="0"/>
              </a:ext>
            </a:extLst>
          </p:cNvPr>
          <p:cNvSpPr/>
          <p:nvPr/>
        </p:nvSpPr>
        <p:spPr bwMode="auto">
          <a:xfrm>
            <a:off x="4405883" y="5244683"/>
            <a:ext cx="3427478" cy="1155741"/>
          </a:xfrm>
          <a:prstGeom prst="round2SameRect">
            <a:avLst>
              <a:gd name="adj1" fmla="val 50000"/>
              <a:gd name="adj2" fmla="val 50000"/>
            </a:avLst>
          </a:prstGeom>
          <a:noFill/>
          <a:ln w="76200">
            <a:solidFill>
              <a:srgbClr val="243A5E"/>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000" b="1" dirty="0">
              <a:gradFill>
                <a:gsLst>
                  <a:gs pos="0">
                    <a:srgbClr val="FFFFFF"/>
                  </a:gs>
                  <a:gs pos="100000">
                    <a:srgbClr val="FFFFFF"/>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gradFill>
                <a:gsLst>
                  <a:gs pos="0">
                    <a:srgbClr val="FFFFFF"/>
                  </a:gs>
                  <a:gs pos="100000">
                    <a:srgbClr val="FFFFFF"/>
                  </a:gs>
                </a:gsLst>
                <a:lin ang="5400000" scaled="1"/>
              </a:gradFill>
              <a:effectLst/>
              <a:uLnTx/>
              <a:uFillTx/>
              <a:ea typeface="Segoe UI" pitchFamily="34" charset="0"/>
              <a:cs typeface="Segoe UI" pitchFamily="34" charset="0"/>
            </a:endParaRPr>
          </a:p>
        </p:txBody>
      </p:sp>
      <p:sp>
        <p:nvSpPr>
          <p:cNvPr id="28" name="Rectangle: Top Corners Rounded 17">
            <a:extLst>
              <a:ext uri="{FF2B5EF4-FFF2-40B4-BE49-F238E27FC236}">
                <a16:creationId xmlns:a16="http://schemas.microsoft.com/office/drawing/2014/main" id="{3333708F-48FB-0422-A786-35029F5A16C2}"/>
              </a:ext>
              <a:ext uri="{C183D7F6-B498-43B3-948B-1728B52AA6E4}">
                <adec:decorative xmlns:adec="http://schemas.microsoft.com/office/drawing/2017/decorative" val="0"/>
              </a:ext>
            </a:extLst>
          </p:cNvPr>
          <p:cNvSpPr/>
          <p:nvPr/>
        </p:nvSpPr>
        <p:spPr bwMode="auto">
          <a:xfrm>
            <a:off x="8129017" y="5230493"/>
            <a:ext cx="3474720" cy="1155741"/>
          </a:xfrm>
          <a:prstGeom prst="round2SameRect">
            <a:avLst>
              <a:gd name="adj1" fmla="val 50000"/>
              <a:gd name="adj2" fmla="val 50000"/>
            </a:avLst>
          </a:prstGeom>
          <a:noFill/>
          <a:ln w="76200">
            <a:solidFill>
              <a:srgbClr val="107C10"/>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000" b="1" dirty="0">
              <a:gradFill>
                <a:gsLst>
                  <a:gs pos="0">
                    <a:srgbClr val="FFFFFF"/>
                  </a:gs>
                  <a:gs pos="100000">
                    <a:srgbClr val="FFFFFF"/>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gradFill>
                <a:gsLst>
                  <a:gs pos="0">
                    <a:srgbClr val="FFFFFF"/>
                  </a:gs>
                  <a:gs pos="100000">
                    <a:srgbClr val="FFFFFF"/>
                  </a:gs>
                </a:gsLst>
                <a:lin ang="5400000" scaled="1"/>
              </a:gradFill>
              <a:effectLst/>
              <a:uLnTx/>
              <a:uFillTx/>
              <a:ea typeface="Segoe UI" pitchFamily="34" charset="0"/>
              <a:cs typeface="Segoe UI" pitchFamily="34" charset="0"/>
            </a:endParaRPr>
          </a:p>
        </p:txBody>
      </p:sp>
      <p:sp>
        <p:nvSpPr>
          <p:cNvPr id="29" name="TextBox 19">
            <a:extLst>
              <a:ext uri="{FF2B5EF4-FFF2-40B4-BE49-F238E27FC236}">
                <a16:creationId xmlns:a16="http://schemas.microsoft.com/office/drawing/2014/main" id="{EB930C41-A646-F41A-7B42-9ED9D42AE9EA}"/>
              </a:ext>
            </a:extLst>
          </p:cNvPr>
          <p:cNvSpPr txBox="1"/>
          <p:nvPr/>
        </p:nvSpPr>
        <p:spPr>
          <a:xfrm>
            <a:off x="4538657" y="5407054"/>
            <a:ext cx="3161929" cy="830997"/>
          </a:xfrm>
          <a:prstGeom prst="rect">
            <a:avLst/>
          </a:prstGeom>
          <a:noFill/>
        </p:spPr>
        <p:txBody>
          <a:bodyPr wrap="square">
            <a:spAutoFit/>
          </a:bodyPr>
          <a:lstStyle/>
          <a:p>
            <a:pPr lvl="0" algn="ctr" defTabSz="932472" fontAlgn="base">
              <a:spcBef>
                <a:spcPct val="0"/>
              </a:spcBef>
              <a:spcAft>
                <a:spcPts val="600"/>
              </a:spcAft>
              <a:defRPr/>
            </a:pPr>
            <a:r>
              <a:rPr lang="fr-FR" sz="1600" noProof="0" dirty="0">
                <a:solidFill>
                  <a:prstClr val="black"/>
                </a:solidFill>
                <a:latin typeface="Segoe UI" panose="020B0502040204020203" pitchFamily="34" charset="0"/>
              </a:rPr>
              <a:t>Importance croissante de savoir qui a accès à vos ressources et de lui faire confiance</a:t>
            </a:r>
          </a:p>
        </p:txBody>
      </p:sp>
      <p:sp>
        <p:nvSpPr>
          <p:cNvPr id="30" name="TextBox 21">
            <a:extLst>
              <a:ext uri="{FF2B5EF4-FFF2-40B4-BE49-F238E27FC236}">
                <a16:creationId xmlns:a16="http://schemas.microsoft.com/office/drawing/2014/main" id="{7E617297-8E6B-3C76-A15F-43356AAC5EB9}"/>
              </a:ext>
            </a:extLst>
          </p:cNvPr>
          <p:cNvSpPr txBox="1"/>
          <p:nvPr/>
        </p:nvSpPr>
        <p:spPr>
          <a:xfrm>
            <a:off x="8231879" y="5431303"/>
            <a:ext cx="3246149" cy="830997"/>
          </a:xfrm>
          <a:prstGeom prst="rect">
            <a:avLst/>
          </a:prstGeom>
          <a:noFill/>
        </p:spPr>
        <p:txBody>
          <a:bodyPr wrap="square">
            <a:spAutoFit/>
          </a:bodyPr>
          <a:lstStyle/>
          <a:p>
            <a:pPr lvl="0" algn="ctr" defTabSz="932472" fontAlgn="base">
              <a:spcBef>
                <a:spcPct val="0"/>
              </a:spcBef>
              <a:spcAft>
                <a:spcPts val="600"/>
              </a:spcAft>
              <a:defRPr/>
            </a:pPr>
            <a:r>
              <a:rPr lang="fr-FR" sz="1600" noProof="0" dirty="0">
                <a:gradFill>
                  <a:gsLst>
                    <a:gs pos="83000">
                      <a:schemeClr val="tx1"/>
                    </a:gs>
                    <a:gs pos="100000">
                      <a:schemeClr val="tx1"/>
                    </a:gs>
                  </a:gsLst>
                  <a:lin ang="5400000" scaled="1"/>
                </a:gradFill>
                <a:ea typeface="Segoe UI" pitchFamily="34" charset="0"/>
                <a:cs typeface="Segoe UI" pitchFamily="34" charset="0"/>
              </a:rPr>
              <a:t>Suppression nécessaire des voies potentielles d'usurpation d'identité</a:t>
            </a:r>
          </a:p>
        </p:txBody>
      </p:sp>
      <p:sp>
        <p:nvSpPr>
          <p:cNvPr id="31" name="TextBox 25">
            <a:extLst>
              <a:ext uri="{FF2B5EF4-FFF2-40B4-BE49-F238E27FC236}">
                <a16:creationId xmlns:a16="http://schemas.microsoft.com/office/drawing/2014/main" id="{A3BF8F8B-8CD1-147B-CF26-1FF971439DA2}"/>
              </a:ext>
            </a:extLst>
          </p:cNvPr>
          <p:cNvSpPr txBox="1"/>
          <p:nvPr/>
        </p:nvSpPr>
        <p:spPr>
          <a:xfrm>
            <a:off x="2741606" y="4572416"/>
            <a:ext cx="6761526" cy="523220"/>
          </a:xfrm>
          <a:prstGeom prst="rect">
            <a:avLst/>
          </a:prstGeom>
          <a:noFill/>
        </p:spPr>
        <p:txBody>
          <a:bodyPr wrap="square">
            <a:spAutoFit/>
          </a:bodyPr>
          <a:lstStyle/>
          <a:p>
            <a:pPr algn="ctr"/>
            <a:r>
              <a:rPr lang="fr-FR" sz="2800" spc="-50" noProof="0" dirty="0">
                <a:ln w="3175">
                  <a:noFill/>
                </a:ln>
                <a:solidFill>
                  <a:srgbClr val="000000"/>
                </a:solidFill>
                <a:latin typeface="Segoe UI Semibold"/>
                <a:cs typeface="Segoe UI" pitchFamily="34" charset="0"/>
              </a:rPr>
              <a:t>Quel est l'impact ?</a:t>
            </a:r>
          </a:p>
        </p:txBody>
      </p:sp>
    </p:spTree>
    <p:extLst>
      <p:ext uri="{BB962C8B-B14F-4D97-AF65-F5344CB8AC3E}">
        <p14:creationId xmlns:p14="http://schemas.microsoft.com/office/powerpoint/2010/main" val="2795132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p:bldP spid="10" grpId="0"/>
      <p:bldP spid="11" grpId="0"/>
      <p:bldP spid="13" grpId="0"/>
      <p:bldP spid="14" grpId="0"/>
      <p:bldP spid="24" grpId="0"/>
      <p:bldP spid="25" grpId="0"/>
      <p:bldP spid="26" grpId="0" animBg="1"/>
      <p:bldP spid="27" grpId="0" animBg="1"/>
      <p:bldP spid="28" grpId="0" animBg="1"/>
      <p:bldP spid="29" grpId="0"/>
      <p:bldP spid="30"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1106F-E5CA-E67C-BB54-47C04B693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E67D5-70C3-E1BF-13C6-304571BD8286}"/>
              </a:ext>
            </a:extLst>
          </p:cNvPr>
          <p:cNvSpPr>
            <a:spLocks noGrp="1"/>
          </p:cNvSpPr>
          <p:nvPr>
            <p:ph type="title"/>
          </p:nvPr>
        </p:nvSpPr>
        <p:spPr>
          <a:xfrm>
            <a:off x="588262" y="312828"/>
            <a:ext cx="11542777" cy="984885"/>
          </a:xfrm>
        </p:spPr>
        <p:txBody>
          <a:bodyPr/>
          <a:lstStyle/>
          <a:p>
            <a:pPr lvl="0"/>
            <a:r>
              <a:rPr lang="fr-FR" dirty="0"/>
              <a:t>Instaurer la confiance et l'efficacité avec Microsoft Entra Verified ID</a:t>
            </a:r>
            <a:endParaRPr lang="en-US" sz="3200" noProof="0" dirty="0"/>
          </a:p>
        </p:txBody>
      </p:sp>
      <p:sp>
        <p:nvSpPr>
          <p:cNvPr id="3" name="Rectangle: Rounded Corners 119">
            <a:extLst>
              <a:ext uri="{FF2B5EF4-FFF2-40B4-BE49-F238E27FC236}">
                <a16:creationId xmlns:a16="http://schemas.microsoft.com/office/drawing/2014/main" id="{A51627C4-AD1C-46DD-EF22-B3729910047D}"/>
              </a:ext>
            </a:extLst>
          </p:cNvPr>
          <p:cNvSpPr/>
          <p:nvPr/>
        </p:nvSpPr>
        <p:spPr bwMode="auto">
          <a:xfrm>
            <a:off x="588263" y="1511300"/>
            <a:ext cx="3474720" cy="2536450"/>
          </a:xfrm>
          <a:prstGeom prst="roundRect">
            <a:avLst>
              <a:gd name="adj" fmla="val 6143"/>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97280" rIns="182880" bIns="146304" numCol="1" spcCol="0" rtlCol="0" fromWordArt="0" anchor="t" anchorCtr="0" forceAA="0" compatLnSpc="1">
            <a:prstTxWarp prst="textNoShape">
              <a:avLst/>
            </a:prstTxWarp>
            <a:noAutofit/>
          </a:bodyPr>
          <a:lstStyle/>
          <a:p>
            <a:pPr marR="0" lvl="0" algn="ctr" defTabSz="932472" rtl="0" eaLnBrk="1" fontAlgn="base" latinLnBrk="0" hangingPunct="1">
              <a:lnSpc>
                <a:spcPct val="100000"/>
              </a:lnSpc>
              <a:spcBef>
                <a:spcPct val="0"/>
              </a:spcBef>
              <a:spcAft>
                <a:spcPts val="600"/>
              </a:spcAft>
              <a:buClrTx/>
              <a:buSzTx/>
              <a:tabLst/>
              <a:defRPr/>
            </a:pPr>
            <a:endParaRPr lang="en-US" sz="2800" b="1" dirty="0">
              <a:solidFill>
                <a:srgbClr val="0078D4"/>
              </a:solidFill>
              <a:latin typeface="Segoe UI"/>
              <a:ea typeface="Segoe UI" pitchFamily="34" charset="0"/>
              <a:cs typeface="Segoe UI" pitchFamily="34" charset="0"/>
            </a:endParaRPr>
          </a:p>
          <a:p>
            <a:pPr marR="0" lvl="0" algn="ctr" defTabSz="932472" rtl="0" eaLnBrk="1" fontAlgn="base" latinLnBrk="0" hangingPunct="1">
              <a:lnSpc>
                <a:spcPct val="100000"/>
              </a:lnSpc>
              <a:spcBef>
                <a:spcPct val="0"/>
              </a:spcBef>
              <a:spcAft>
                <a:spcPts val="600"/>
              </a:spcAft>
              <a:buClrTx/>
              <a:buSzTx/>
              <a:tabLst/>
              <a:defRPr/>
            </a:pPr>
            <a:r>
              <a:rPr lang="en-US" dirty="0">
                <a:gradFill>
                  <a:gsLst>
                    <a:gs pos="83000">
                      <a:schemeClr val="tx1"/>
                    </a:gs>
                    <a:gs pos="100000">
                      <a:schemeClr val="tx1"/>
                    </a:gs>
                  </a:gsLst>
                  <a:lin ang="5400000" scaled="1"/>
                </a:gradFill>
                <a:latin typeface="Segoe UI"/>
                <a:ea typeface="Segoe UI" pitchFamily="34" charset="0"/>
                <a:cs typeface="Segoe UI" pitchFamily="34" charset="0"/>
              </a:rPr>
              <a:t>Onboard workers securely in minutes, not days or weeks</a:t>
            </a:r>
          </a:p>
        </p:txBody>
      </p:sp>
      <p:grpSp>
        <p:nvGrpSpPr>
          <p:cNvPr id="7" name="Group 120">
            <a:extLst>
              <a:ext uri="{FF2B5EF4-FFF2-40B4-BE49-F238E27FC236}">
                <a16:creationId xmlns:a16="http://schemas.microsoft.com/office/drawing/2014/main" id="{14568054-8EF4-0E37-12C5-C480715F8B23}"/>
              </a:ext>
              <a:ext uri="{C183D7F6-B498-43B3-948B-1728B52AA6E4}">
                <adec:decorative xmlns:adec="http://schemas.microsoft.com/office/drawing/2017/decorative" val="1"/>
              </a:ext>
            </a:extLst>
          </p:cNvPr>
          <p:cNvGrpSpPr/>
          <p:nvPr/>
        </p:nvGrpSpPr>
        <p:grpSpPr>
          <a:xfrm>
            <a:off x="1909640" y="1035446"/>
            <a:ext cx="831966" cy="831966"/>
            <a:chOff x="1836454" y="1209040"/>
            <a:chExt cx="978337" cy="978337"/>
          </a:xfrm>
          <a:effectLst>
            <a:outerShdw blurRad="50800" dist="38100" dir="2700000" algn="tl" rotWithShape="0">
              <a:prstClr val="black">
                <a:alpha val="40000"/>
              </a:prstClr>
            </a:outerShdw>
          </a:effectLst>
        </p:grpSpPr>
        <p:sp>
          <p:nvSpPr>
            <p:cNvPr id="8" name="Oval 121">
              <a:extLst>
                <a:ext uri="{FF2B5EF4-FFF2-40B4-BE49-F238E27FC236}">
                  <a16:creationId xmlns:a16="http://schemas.microsoft.com/office/drawing/2014/main" id="{35DFEF8D-9987-F7BE-BB29-7D99E0E35B25}"/>
                </a:ext>
              </a:extLst>
            </p:cNvPr>
            <p:cNvSpPr/>
            <p:nvPr/>
          </p:nvSpPr>
          <p:spPr bwMode="auto">
            <a:xfrm>
              <a:off x="1836454" y="1209040"/>
              <a:ext cx="978337" cy="978337"/>
            </a:xfrm>
            <a:prstGeom prst="ellipse">
              <a:avLst/>
            </a:prstGeom>
            <a:solidFill>
              <a:schemeClr val="accent1"/>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9" name="people_4">
              <a:extLst>
                <a:ext uri="{FF2B5EF4-FFF2-40B4-BE49-F238E27FC236}">
                  <a16:creationId xmlns:a16="http://schemas.microsoft.com/office/drawing/2014/main" id="{CBC2BB7F-8066-3219-C288-74F9253E21DC}"/>
                </a:ext>
              </a:extLst>
            </p:cNvPr>
            <p:cNvSpPr>
              <a:spLocks noChangeAspect="1" noEditPoints="1"/>
            </p:cNvSpPr>
            <p:nvPr/>
          </p:nvSpPr>
          <p:spPr bwMode="auto">
            <a:xfrm>
              <a:off x="2112735" y="1447700"/>
              <a:ext cx="425776" cy="47600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dirty="0">
                <a:ln>
                  <a:noFill/>
                </a:ln>
                <a:solidFill>
                  <a:srgbClr val="000000"/>
                </a:solidFill>
                <a:effectLst/>
                <a:uLnTx/>
                <a:uFillTx/>
                <a:latin typeface="Segoe UI"/>
                <a:ea typeface="+mn-ea"/>
                <a:cs typeface="+mn-cs"/>
              </a:endParaRPr>
            </a:p>
          </p:txBody>
        </p:sp>
      </p:grpSp>
      <p:sp>
        <p:nvSpPr>
          <p:cNvPr id="10" name="TextBox 123">
            <a:extLst>
              <a:ext uri="{FF2B5EF4-FFF2-40B4-BE49-F238E27FC236}">
                <a16:creationId xmlns:a16="http://schemas.microsoft.com/office/drawing/2014/main" id="{27793D3F-2337-4930-17C9-76E376081A98}"/>
              </a:ext>
            </a:extLst>
          </p:cNvPr>
          <p:cNvSpPr txBox="1"/>
          <p:nvPr/>
        </p:nvSpPr>
        <p:spPr>
          <a:xfrm>
            <a:off x="388161" y="2004206"/>
            <a:ext cx="3874924" cy="707886"/>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lang="en-US" sz="2000" b="1" dirty="0">
                <a:solidFill>
                  <a:schemeClr val="accent1"/>
                </a:solidFill>
                <a:latin typeface="Segoe UI"/>
                <a:ea typeface="Segoe UI" pitchFamily="34" charset="0"/>
                <a:cs typeface="Segoe UI" pitchFamily="34" charset="0"/>
              </a:rPr>
              <a:t>Trustworthy remote onboarding</a:t>
            </a:r>
            <a:endParaRPr kumimoji="0" lang="en-US" sz="2000" b="1" i="0" u="none" strike="noStrike" kern="1200" cap="none" spc="0" normalizeH="0" baseline="0" noProof="0" dirty="0">
              <a:ln>
                <a:noFill/>
              </a:ln>
              <a:solidFill>
                <a:schemeClr val="accent1"/>
              </a:solidFill>
              <a:effectLst/>
              <a:uLnTx/>
              <a:uFillTx/>
              <a:latin typeface="Segoe UI"/>
              <a:ea typeface="Segoe UI" pitchFamily="34" charset="0"/>
              <a:cs typeface="Segoe UI" pitchFamily="34" charset="0"/>
            </a:endParaRPr>
          </a:p>
        </p:txBody>
      </p:sp>
      <p:sp>
        <p:nvSpPr>
          <p:cNvPr id="11" name="Rectangle: Rounded Corners 124">
            <a:extLst>
              <a:ext uri="{FF2B5EF4-FFF2-40B4-BE49-F238E27FC236}">
                <a16:creationId xmlns:a16="http://schemas.microsoft.com/office/drawing/2014/main" id="{F37335FD-CBBD-1769-FACB-11D7F5D65811}"/>
              </a:ext>
            </a:extLst>
          </p:cNvPr>
          <p:cNvSpPr/>
          <p:nvPr/>
        </p:nvSpPr>
        <p:spPr bwMode="auto">
          <a:xfrm>
            <a:off x="4465421" y="1565890"/>
            <a:ext cx="3474720" cy="2481860"/>
          </a:xfrm>
          <a:prstGeom prst="roundRect">
            <a:avLst>
              <a:gd name="adj" fmla="val 6143"/>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97280" rIns="182880" bIns="146304" numCol="1" spcCol="0" rtlCol="0" fromWordArt="0" anchor="t" anchorCtr="0" forceAA="0" compatLnSpc="1">
            <a:prstTxWarp prst="textNoShape">
              <a:avLst/>
            </a:prstTxWarp>
            <a:noAutofit/>
          </a:bodyPr>
          <a:lstStyle/>
          <a:p>
            <a:pPr marR="0" lvl="0" algn="ctr" defTabSz="932472" rtl="0" eaLnBrk="1" fontAlgn="base" latinLnBrk="0" hangingPunct="1">
              <a:lnSpc>
                <a:spcPct val="100000"/>
              </a:lnSpc>
              <a:spcBef>
                <a:spcPct val="0"/>
              </a:spcBef>
              <a:spcAft>
                <a:spcPts val="600"/>
              </a:spcAft>
              <a:buClrTx/>
              <a:buSzTx/>
              <a:tabLst/>
              <a:defRPr/>
            </a:pPr>
            <a:endParaRPr lang="en-US" dirty="0">
              <a:gradFill>
                <a:gsLst>
                  <a:gs pos="83000">
                    <a:schemeClr val="tx1"/>
                  </a:gs>
                  <a:gs pos="100000">
                    <a:schemeClr val="tx1"/>
                  </a:gs>
                </a:gsLst>
                <a:lin ang="5400000" scaled="1"/>
              </a:gradFill>
              <a:latin typeface="Segoe UI"/>
              <a:ea typeface="Segoe UI" pitchFamily="34" charset="0"/>
              <a:cs typeface="Segoe UI" pitchFamily="34" charset="0"/>
            </a:endParaRPr>
          </a:p>
          <a:p>
            <a:pPr marR="0" lvl="0" algn="ctr" defTabSz="932472" rtl="0" eaLnBrk="1" fontAlgn="base" latinLnBrk="0" hangingPunct="1">
              <a:lnSpc>
                <a:spcPct val="100000"/>
              </a:lnSpc>
              <a:spcBef>
                <a:spcPct val="0"/>
              </a:spcBef>
              <a:spcAft>
                <a:spcPts val="600"/>
              </a:spcAft>
              <a:buClrTx/>
              <a:buSzTx/>
              <a:tabLst/>
              <a:defRPr/>
            </a:pPr>
            <a:r>
              <a:rPr lang="en-US" dirty="0">
                <a:gradFill>
                  <a:gsLst>
                    <a:gs pos="83000">
                      <a:schemeClr val="tx1"/>
                    </a:gs>
                    <a:gs pos="100000">
                      <a:schemeClr val="tx1"/>
                    </a:gs>
                  </a:gsLst>
                  <a:lin ang="5400000" scaled="1"/>
                </a:gradFill>
                <a:latin typeface="Segoe UI"/>
                <a:ea typeface="Segoe UI" pitchFamily="34" charset="0"/>
                <a:cs typeface="Segoe UI" pitchFamily="34" charset="0"/>
              </a:rPr>
              <a:t>Adhere to privacy regulations by allowing resource access only for trusted users</a:t>
            </a:r>
          </a:p>
        </p:txBody>
      </p:sp>
      <p:sp>
        <p:nvSpPr>
          <p:cNvPr id="12" name="TextBox 126">
            <a:extLst>
              <a:ext uri="{FF2B5EF4-FFF2-40B4-BE49-F238E27FC236}">
                <a16:creationId xmlns:a16="http://schemas.microsoft.com/office/drawing/2014/main" id="{44527EFC-B831-DD76-6941-316C9DED5860}"/>
              </a:ext>
            </a:extLst>
          </p:cNvPr>
          <p:cNvSpPr txBox="1"/>
          <p:nvPr/>
        </p:nvSpPr>
        <p:spPr>
          <a:xfrm>
            <a:off x="4600039" y="1945914"/>
            <a:ext cx="3114758" cy="707886"/>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lang="en-US" sz="2000" b="1" dirty="0">
                <a:solidFill>
                  <a:srgbClr val="243A5E"/>
                </a:solidFill>
                <a:latin typeface="Segoe UI"/>
                <a:ea typeface="Segoe UI" pitchFamily="34" charset="0"/>
                <a:cs typeface="Segoe UI" pitchFamily="34" charset="0"/>
              </a:rPr>
              <a:t>Secure access to resources</a:t>
            </a:r>
            <a:endParaRPr kumimoji="0" lang="en-US" sz="2000" b="1" i="0" u="none" strike="noStrike" kern="1200" cap="none" spc="0" normalizeH="0" baseline="0" noProof="0" dirty="0">
              <a:ln>
                <a:noFill/>
              </a:ln>
              <a:solidFill>
                <a:srgbClr val="243A5E"/>
              </a:solidFill>
              <a:effectLst/>
              <a:uLnTx/>
              <a:uFillTx/>
              <a:latin typeface="Segoe UI"/>
              <a:ea typeface="Segoe UI" pitchFamily="34" charset="0"/>
              <a:cs typeface="Segoe UI" pitchFamily="34" charset="0"/>
            </a:endParaRPr>
          </a:p>
        </p:txBody>
      </p:sp>
      <p:grpSp>
        <p:nvGrpSpPr>
          <p:cNvPr id="13" name="Group 127">
            <a:extLst>
              <a:ext uri="{FF2B5EF4-FFF2-40B4-BE49-F238E27FC236}">
                <a16:creationId xmlns:a16="http://schemas.microsoft.com/office/drawing/2014/main" id="{6046B142-ACD1-E8A2-3900-0A6A489B86E1}"/>
              </a:ext>
              <a:ext uri="{C183D7F6-B498-43B3-948B-1728B52AA6E4}">
                <adec:decorative xmlns:adec="http://schemas.microsoft.com/office/drawing/2017/decorative" val="1"/>
              </a:ext>
            </a:extLst>
          </p:cNvPr>
          <p:cNvGrpSpPr/>
          <p:nvPr/>
        </p:nvGrpSpPr>
        <p:grpSpPr>
          <a:xfrm>
            <a:off x="5741436" y="1032177"/>
            <a:ext cx="831966" cy="831966"/>
            <a:chOff x="5608355" y="2555117"/>
            <a:chExt cx="472662" cy="472662"/>
          </a:xfrm>
          <a:effectLst>
            <a:outerShdw blurRad="50800" dist="38100" dir="2700000" algn="tl" rotWithShape="0">
              <a:prstClr val="black">
                <a:alpha val="40000"/>
              </a:prstClr>
            </a:outerShdw>
          </a:effectLst>
        </p:grpSpPr>
        <p:sp>
          <p:nvSpPr>
            <p:cNvPr id="14" name="Oval 128">
              <a:extLst>
                <a:ext uri="{FF2B5EF4-FFF2-40B4-BE49-F238E27FC236}">
                  <a16:creationId xmlns:a16="http://schemas.microsoft.com/office/drawing/2014/main" id="{2E91581D-1A52-532C-52C7-401022970033}"/>
                </a:ext>
              </a:extLst>
            </p:cNvPr>
            <p:cNvSpPr/>
            <p:nvPr/>
          </p:nvSpPr>
          <p:spPr bwMode="auto">
            <a:xfrm>
              <a:off x="5608355" y="2555117"/>
              <a:ext cx="472662" cy="472662"/>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5" name="key" title="Icon of a key">
              <a:extLst>
                <a:ext uri="{FF2B5EF4-FFF2-40B4-BE49-F238E27FC236}">
                  <a16:creationId xmlns:a16="http://schemas.microsoft.com/office/drawing/2014/main" id="{32AD4C95-CB63-14BA-239C-5D92F32E6172}"/>
                </a:ext>
              </a:extLst>
            </p:cNvPr>
            <p:cNvSpPr>
              <a:spLocks noChangeAspect="1" noEditPoints="1"/>
            </p:cNvSpPr>
            <p:nvPr/>
          </p:nvSpPr>
          <p:spPr bwMode="auto">
            <a:xfrm>
              <a:off x="5716986" y="2664404"/>
              <a:ext cx="255399" cy="254089"/>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16" name="Rectangle: Rounded Corners 130">
            <a:extLst>
              <a:ext uri="{FF2B5EF4-FFF2-40B4-BE49-F238E27FC236}">
                <a16:creationId xmlns:a16="http://schemas.microsoft.com/office/drawing/2014/main" id="{E30F6E1F-E036-64BD-665E-19A5ED106436}"/>
              </a:ext>
            </a:extLst>
          </p:cNvPr>
          <p:cNvSpPr/>
          <p:nvPr/>
        </p:nvSpPr>
        <p:spPr bwMode="auto">
          <a:xfrm>
            <a:off x="8358061" y="1546687"/>
            <a:ext cx="3474720" cy="2481860"/>
          </a:xfrm>
          <a:prstGeom prst="roundRect">
            <a:avLst>
              <a:gd name="adj" fmla="val 6143"/>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097280" rIns="182880" bIns="146304" numCol="1" spcCol="0" rtlCol="0" fromWordArt="0" anchor="t" anchorCtr="0" forceAA="0" compatLnSpc="1">
            <a:prstTxWarp prst="textNoShape">
              <a:avLst/>
            </a:prstTxWarp>
            <a:noAutofit/>
          </a:bodyPr>
          <a:lstStyle/>
          <a:p>
            <a:pPr marR="0" lvl="0" algn="ctr" defTabSz="932472" rtl="0" eaLnBrk="1" fontAlgn="base" latinLnBrk="0" hangingPunct="1">
              <a:lnSpc>
                <a:spcPct val="100000"/>
              </a:lnSpc>
              <a:spcBef>
                <a:spcPct val="0"/>
              </a:spcBef>
              <a:spcAft>
                <a:spcPts val="600"/>
              </a:spcAft>
              <a:buClrTx/>
              <a:buSzTx/>
              <a:tabLst/>
              <a:defRPr/>
            </a:pPr>
            <a:endParaRPr lang="en-US" dirty="0">
              <a:gradFill>
                <a:gsLst>
                  <a:gs pos="83000">
                    <a:schemeClr val="tx1"/>
                  </a:gs>
                  <a:gs pos="100000">
                    <a:schemeClr val="tx1"/>
                  </a:gs>
                </a:gsLst>
                <a:lin ang="5400000" scaled="1"/>
              </a:gradFill>
              <a:latin typeface="Segoe UI"/>
              <a:ea typeface="Segoe UI" pitchFamily="34" charset="0"/>
              <a:cs typeface="Segoe UI" pitchFamily="34" charset="0"/>
            </a:endParaRPr>
          </a:p>
          <a:p>
            <a:pPr marR="0" lvl="0" algn="ctr" defTabSz="932472" rtl="0" eaLnBrk="1" fontAlgn="base" latinLnBrk="0" hangingPunct="1">
              <a:lnSpc>
                <a:spcPct val="100000"/>
              </a:lnSpc>
              <a:spcBef>
                <a:spcPct val="0"/>
              </a:spcBef>
              <a:spcAft>
                <a:spcPts val="600"/>
              </a:spcAft>
              <a:buClrTx/>
              <a:buSzTx/>
              <a:tabLst/>
              <a:defRPr/>
            </a:pPr>
            <a:r>
              <a:rPr lang="en-US" dirty="0">
                <a:gradFill>
                  <a:gsLst>
                    <a:gs pos="83000">
                      <a:schemeClr val="tx1"/>
                    </a:gs>
                    <a:gs pos="100000">
                      <a:schemeClr val="tx1"/>
                    </a:gs>
                  </a:gsLst>
                  <a:lin ang="5400000" scaled="1"/>
                </a:gradFill>
                <a:latin typeface="Segoe UI"/>
                <a:ea typeface="Segoe UI" pitchFamily="34" charset="0"/>
                <a:cs typeface="Segoe UI" pitchFamily="34" charset="0"/>
              </a:rPr>
              <a:t>Simplify help desk &amp; account recovery for trusted users, while blocking impersonators</a:t>
            </a:r>
          </a:p>
        </p:txBody>
      </p:sp>
      <p:sp>
        <p:nvSpPr>
          <p:cNvPr id="17" name="TextBox 131">
            <a:extLst>
              <a:ext uri="{FF2B5EF4-FFF2-40B4-BE49-F238E27FC236}">
                <a16:creationId xmlns:a16="http://schemas.microsoft.com/office/drawing/2014/main" id="{BB364E4B-22C9-FEDE-2DB2-42C7EE645D67}"/>
              </a:ext>
            </a:extLst>
          </p:cNvPr>
          <p:cNvSpPr txBox="1"/>
          <p:nvPr/>
        </p:nvSpPr>
        <p:spPr>
          <a:xfrm>
            <a:off x="8376856" y="1988208"/>
            <a:ext cx="3474720" cy="707886"/>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lang="en-US" sz="2000" b="1" dirty="0">
                <a:solidFill>
                  <a:srgbClr val="107C10"/>
                </a:solidFill>
                <a:latin typeface="Segoe UI"/>
                <a:ea typeface="Segoe UI" pitchFamily="34" charset="0"/>
                <a:cs typeface="Segoe UI" pitchFamily="34" charset="0"/>
              </a:rPr>
              <a:t>Help Desk &amp; Account Recovery</a:t>
            </a:r>
            <a:endParaRPr kumimoji="0" lang="en-US" sz="2000" b="1" i="0" u="none" strike="noStrike" kern="1200" cap="none" spc="0" normalizeH="0" baseline="0" noProof="0" dirty="0">
              <a:ln>
                <a:noFill/>
              </a:ln>
              <a:solidFill>
                <a:srgbClr val="107C10"/>
              </a:solidFill>
              <a:effectLst/>
              <a:uLnTx/>
              <a:uFillTx/>
              <a:latin typeface="Segoe UI"/>
              <a:ea typeface="Segoe UI" pitchFamily="34" charset="0"/>
              <a:cs typeface="Segoe UI" pitchFamily="34" charset="0"/>
            </a:endParaRPr>
          </a:p>
        </p:txBody>
      </p:sp>
      <p:grpSp>
        <p:nvGrpSpPr>
          <p:cNvPr id="18" name="Group 132">
            <a:extLst>
              <a:ext uri="{FF2B5EF4-FFF2-40B4-BE49-F238E27FC236}">
                <a16:creationId xmlns:a16="http://schemas.microsoft.com/office/drawing/2014/main" id="{697239A9-2944-9789-EED4-DD2F41585CC3}"/>
              </a:ext>
              <a:ext uri="{C183D7F6-B498-43B3-948B-1728B52AA6E4}">
                <adec:decorative xmlns:adec="http://schemas.microsoft.com/office/drawing/2017/decorative" val="1"/>
              </a:ext>
            </a:extLst>
          </p:cNvPr>
          <p:cNvGrpSpPr/>
          <p:nvPr/>
        </p:nvGrpSpPr>
        <p:grpSpPr>
          <a:xfrm>
            <a:off x="9698233" y="976242"/>
            <a:ext cx="831966" cy="831966"/>
            <a:chOff x="9380255" y="1209040"/>
            <a:chExt cx="978337" cy="978337"/>
          </a:xfrm>
          <a:effectLst>
            <a:outerShdw blurRad="50800" dist="38100" dir="2700000" algn="tl" rotWithShape="0">
              <a:prstClr val="black">
                <a:alpha val="40000"/>
              </a:prstClr>
            </a:outerShdw>
          </a:effectLst>
        </p:grpSpPr>
        <p:sp>
          <p:nvSpPr>
            <p:cNvPr id="19" name="Oval 133">
              <a:extLst>
                <a:ext uri="{FF2B5EF4-FFF2-40B4-BE49-F238E27FC236}">
                  <a16:creationId xmlns:a16="http://schemas.microsoft.com/office/drawing/2014/main" id="{C7BEF7E0-3997-AE3D-1681-7BAC1742B9C2}"/>
                </a:ext>
              </a:extLst>
            </p:cNvPr>
            <p:cNvSpPr/>
            <p:nvPr/>
          </p:nvSpPr>
          <p:spPr bwMode="auto">
            <a:xfrm>
              <a:off x="9380255" y="1209040"/>
              <a:ext cx="978337" cy="978337"/>
            </a:xfrm>
            <a:prstGeom prst="ellipse">
              <a:avLst/>
            </a:prstGeom>
            <a:solidFill>
              <a:schemeClr val="accent3"/>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0" name="Telemarketer_E7B9">
              <a:extLst>
                <a:ext uri="{FF2B5EF4-FFF2-40B4-BE49-F238E27FC236}">
                  <a16:creationId xmlns:a16="http://schemas.microsoft.com/office/drawing/2014/main" id="{C1FF6CDF-50D6-42B3-7A9E-1CDCAF822351}"/>
                </a:ext>
              </a:extLst>
            </p:cNvPr>
            <p:cNvSpPr>
              <a:spLocks noChangeAspect="1" noEditPoints="1"/>
            </p:cNvSpPr>
            <p:nvPr/>
          </p:nvSpPr>
          <p:spPr bwMode="auto">
            <a:xfrm>
              <a:off x="9669860" y="1460204"/>
              <a:ext cx="399126" cy="476009"/>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dirty="0">
                <a:ln>
                  <a:noFill/>
                </a:ln>
                <a:solidFill>
                  <a:srgbClr val="000000"/>
                </a:solidFill>
                <a:effectLst/>
                <a:uLnTx/>
                <a:uFillTx/>
                <a:latin typeface="Segoe UI"/>
                <a:ea typeface="+mn-ea"/>
                <a:cs typeface="+mn-cs"/>
              </a:endParaRPr>
            </a:p>
          </p:txBody>
        </p:sp>
      </p:grpSp>
      <p:sp>
        <p:nvSpPr>
          <p:cNvPr id="21" name="TextBox 156">
            <a:extLst>
              <a:ext uri="{FF2B5EF4-FFF2-40B4-BE49-F238E27FC236}">
                <a16:creationId xmlns:a16="http://schemas.microsoft.com/office/drawing/2014/main" id="{C27B995B-A18C-3B62-BE29-509E3F854B8B}"/>
              </a:ext>
            </a:extLst>
          </p:cNvPr>
          <p:cNvSpPr txBox="1"/>
          <p:nvPr/>
        </p:nvSpPr>
        <p:spPr>
          <a:xfrm>
            <a:off x="2737860" y="4695798"/>
            <a:ext cx="6759654" cy="46166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i="0" u="none" strike="noStrike" kern="1200" cap="none" spc="0" normalizeH="0" baseline="0" noProof="0" dirty="0">
                <a:ln>
                  <a:noFill/>
                </a:ln>
                <a:solidFill>
                  <a:schemeClr val="tx1"/>
                </a:solidFill>
                <a:effectLst/>
                <a:uLnTx/>
                <a:uFillTx/>
                <a:latin typeface="+mj-lt"/>
                <a:ea typeface="Segoe UI" pitchFamily="34" charset="0"/>
                <a:cs typeface="Segoe UI" pitchFamily="34" charset="0"/>
              </a:rPr>
              <a:t>Defend against impersonation with Face Check</a:t>
            </a:r>
          </a:p>
        </p:txBody>
      </p:sp>
      <p:grpSp>
        <p:nvGrpSpPr>
          <p:cNvPr id="22" name="Group 170">
            <a:extLst>
              <a:ext uri="{FF2B5EF4-FFF2-40B4-BE49-F238E27FC236}">
                <a16:creationId xmlns:a16="http://schemas.microsoft.com/office/drawing/2014/main" id="{75737DB6-CBF6-4122-A93D-534EA6FB4BAF}"/>
              </a:ext>
            </a:extLst>
          </p:cNvPr>
          <p:cNvGrpSpPr/>
          <p:nvPr/>
        </p:nvGrpSpPr>
        <p:grpSpPr>
          <a:xfrm>
            <a:off x="737043" y="5375730"/>
            <a:ext cx="3177160" cy="1066094"/>
            <a:chOff x="699083" y="5334706"/>
            <a:chExt cx="3177160" cy="1066094"/>
          </a:xfrm>
        </p:grpSpPr>
        <p:sp>
          <p:nvSpPr>
            <p:cNvPr id="23" name="Rectangle: Top Corners Rounded 154">
              <a:extLst>
                <a:ext uri="{FF2B5EF4-FFF2-40B4-BE49-F238E27FC236}">
                  <a16:creationId xmlns:a16="http://schemas.microsoft.com/office/drawing/2014/main" id="{F3F8A1E3-1664-E994-110D-4559DED3D790}"/>
                </a:ext>
                <a:ext uri="{C183D7F6-B498-43B3-948B-1728B52AA6E4}">
                  <adec:decorative xmlns:adec="http://schemas.microsoft.com/office/drawing/2017/decorative" val="0"/>
                </a:ext>
              </a:extLst>
            </p:cNvPr>
            <p:cNvSpPr/>
            <p:nvPr/>
          </p:nvSpPr>
          <p:spPr bwMode="auto">
            <a:xfrm>
              <a:off x="699083" y="5334706"/>
              <a:ext cx="3177160" cy="1066094"/>
            </a:xfrm>
            <a:prstGeom prst="round2SameRect">
              <a:avLst>
                <a:gd name="adj1" fmla="val 50000"/>
                <a:gd name="adj2" fmla="val 50000"/>
              </a:avLst>
            </a:prstGeom>
            <a:solidFill>
              <a:srgbClr val="0078D4"/>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000" b="1" dirty="0">
                <a:gradFill>
                  <a:gsLst>
                    <a:gs pos="0">
                      <a:srgbClr val="FFFFFF"/>
                    </a:gs>
                    <a:gs pos="100000">
                      <a:srgbClr val="FFFFFF"/>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gradFill>
                  <a:gsLst>
                    <a:gs pos="0">
                      <a:srgbClr val="FFFFFF"/>
                    </a:gs>
                    <a:gs pos="100000">
                      <a:srgbClr val="FFFFFF"/>
                    </a:gs>
                  </a:gsLst>
                  <a:lin ang="5400000" scaled="1"/>
                </a:gradFill>
                <a:effectLst/>
                <a:uLnTx/>
                <a:uFillTx/>
                <a:ea typeface="Segoe UI" pitchFamily="34" charset="0"/>
                <a:cs typeface="Segoe UI" pitchFamily="34" charset="0"/>
              </a:endParaRPr>
            </a:p>
          </p:txBody>
        </p:sp>
        <p:sp>
          <p:nvSpPr>
            <p:cNvPr id="24" name="TextBox 158">
              <a:extLst>
                <a:ext uri="{FF2B5EF4-FFF2-40B4-BE49-F238E27FC236}">
                  <a16:creationId xmlns:a16="http://schemas.microsoft.com/office/drawing/2014/main" id="{53A55D68-4593-F895-F43B-910025CBF7D4}"/>
                </a:ext>
              </a:extLst>
            </p:cNvPr>
            <p:cNvSpPr txBox="1"/>
            <p:nvPr/>
          </p:nvSpPr>
          <p:spPr>
            <a:xfrm>
              <a:off x="1271808" y="5545404"/>
              <a:ext cx="2134352" cy="646331"/>
            </a:xfrm>
            <a:prstGeom prst="rect">
              <a:avLst/>
            </a:prstGeom>
            <a:noFill/>
          </p:spPr>
          <p:txBody>
            <a:bodyPr wrap="square">
              <a:spAutoFit/>
            </a:bodyPr>
            <a:lstStyle/>
            <a:p>
              <a:pPr algn="ctr"/>
              <a:r>
                <a:rPr lang="en-US" dirty="0">
                  <a:solidFill>
                    <a:schemeClr val="bg1"/>
                  </a:solidFill>
                  <a:latin typeface="Segoe UI"/>
                  <a:ea typeface="Segoe UI" pitchFamily="34" charset="0"/>
                  <a:cs typeface="Segoe UI" pitchFamily="34" charset="0"/>
                </a:rPr>
                <a:t>Ensure the right person onboards</a:t>
              </a:r>
              <a:endParaRPr lang="en-US" dirty="0">
                <a:solidFill>
                  <a:schemeClr val="bg1"/>
                </a:solidFill>
              </a:endParaRPr>
            </a:p>
          </p:txBody>
        </p:sp>
      </p:grpSp>
      <p:grpSp>
        <p:nvGrpSpPr>
          <p:cNvPr id="25" name="Group 169">
            <a:extLst>
              <a:ext uri="{FF2B5EF4-FFF2-40B4-BE49-F238E27FC236}">
                <a16:creationId xmlns:a16="http://schemas.microsoft.com/office/drawing/2014/main" id="{BB3BED31-B48B-6D84-62DC-4030213674F8}"/>
              </a:ext>
            </a:extLst>
          </p:cNvPr>
          <p:cNvGrpSpPr/>
          <p:nvPr/>
        </p:nvGrpSpPr>
        <p:grpSpPr>
          <a:xfrm>
            <a:off x="4610220" y="5381493"/>
            <a:ext cx="3177160" cy="1066094"/>
            <a:chOff x="4600039" y="5381493"/>
            <a:chExt cx="3177160" cy="1066094"/>
          </a:xfrm>
        </p:grpSpPr>
        <p:sp>
          <p:nvSpPr>
            <p:cNvPr id="26" name="Rectangle: Top Corners Rounded 164">
              <a:extLst>
                <a:ext uri="{FF2B5EF4-FFF2-40B4-BE49-F238E27FC236}">
                  <a16:creationId xmlns:a16="http://schemas.microsoft.com/office/drawing/2014/main" id="{0B630D3E-A2F4-4658-8E79-71689318AFE7}"/>
                </a:ext>
                <a:ext uri="{C183D7F6-B498-43B3-948B-1728B52AA6E4}">
                  <adec:decorative xmlns:adec="http://schemas.microsoft.com/office/drawing/2017/decorative" val="0"/>
                </a:ext>
              </a:extLst>
            </p:cNvPr>
            <p:cNvSpPr/>
            <p:nvPr/>
          </p:nvSpPr>
          <p:spPr bwMode="auto">
            <a:xfrm>
              <a:off x="4600039" y="5381493"/>
              <a:ext cx="3177160" cy="1066094"/>
            </a:xfrm>
            <a:prstGeom prst="round2SameRect">
              <a:avLst>
                <a:gd name="adj1" fmla="val 50000"/>
                <a:gd name="adj2" fmla="val 50000"/>
              </a:avLst>
            </a:prstGeom>
            <a:solidFill>
              <a:srgbClr val="243A5E"/>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000" b="1" dirty="0">
                <a:gradFill>
                  <a:gsLst>
                    <a:gs pos="0">
                      <a:srgbClr val="FFFFFF"/>
                    </a:gs>
                    <a:gs pos="100000">
                      <a:srgbClr val="FFFFFF"/>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gradFill>
                  <a:gsLst>
                    <a:gs pos="0">
                      <a:srgbClr val="FFFFFF"/>
                    </a:gs>
                    <a:gs pos="100000">
                      <a:srgbClr val="FFFFFF"/>
                    </a:gs>
                  </a:gsLst>
                  <a:lin ang="5400000" scaled="1"/>
                </a:gradFill>
                <a:effectLst/>
                <a:uLnTx/>
                <a:uFillTx/>
                <a:ea typeface="Segoe UI" pitchFamily="34" charset="0"/>
                <a:cs typeface="Segoe UI" pitchFamily="34" charset="0"/>
              </a:endParaRPr>
            </a:p>
          </p:txBody>
        </p:sp>
        <p:sp>
          <p:nvSpPr>
            <p:cNvPr id="27" name="TextBox 159">
              <a:extLst>
                <a:ext uri="{FF2B5EF4-FFF2-40B4-BE49-F238E27FC236}">
                  <a16:creationId xmlns:a16="http://schemas.microsoft.com/office/drawing/2014/main" id="{3309C397-0750-517C-922E-2241C397452F}"/>
                </a:ext>
              </a:extLst>
            </p:cNvPr>
            <p:cNvSpPr txBox="1"/>
            <p:nvPr/>
          </p:nvSpPr>
          <p:spPr>
            <a:xfrm>
              <a:off x="4617638" y="5586527"/>
              <a:ext cx="3086978" cy="646331"/>
            </a:xfrm>
            <a:prstGeom prst="rect">
              <a:avLst/>
            </a:prstGeom>
            <a:noFill/>
          </p:spPr>
          <p:txBody>
            <a:bodyPr wrap="square">
              <a:spAutoFit/>
            </a:bodyPr>
            <a:lstStyle/>
            <a:p>
              <a:pPr algn="ctr"/>
              <a:r>
                <a:rPr lang="en-US" dirty="0">
                  <a:solidFill>
                    <a:schemeClr val="bg1"/>
                  </a:solidFill>
                  <a:latin typeface="Segoe UI"/>
                  <a:cs typeface="Segoe UI" pitchFamily="34" charset="0"/>
                </a:rPr>
                <a:t>Limit impersonation of trusted accounts</a:t>
              </a:r>
              <a:endParaRPr lang="en-US" dirty="0">
                <a:solidFill>
                  <a:schemeClr val="bg1"/>
                </a:solidFill>
              </a:endParaRPr>
            </a:p>
          </p:txBody>
        </p:sp>
      </p:grpSp>
      <p:grpSp>
        <p:nvGrpSpPr>
          <p:cNvPr id="28" name="Group 168">
            <a:extLst>
              <a:ext uri="{FF2B5EF4-FFF2-40B4-BE49-F238E27FC236}">
                <a16:creationId xmlns:a16="http://schemas.microsoft.com/office/drawing/2014/main" id="{67C293B8-83B6-647D-07D4-821992B2B417}"/>
              </a:ext>
            </a:extLst>
          </p:cNvPr>
          <p:cNvGrpSpPr/>
          <p:nvPr/>
        </p:nvGrpSpPr>
        <p:grpSpPr>
          <a:xfrm>
            <a:off x="8500995" y="5381493"/>
            <a:ext cx="3177160" cy="1066094"/>
            <a:chOff x="8506841" y="5430584"/>
            <a:chExt cx="3177160" cy="1066094"/>
          </a:xfrm>
        </p:grpSpPr>
        <p:sp>
          <p:nvSpPr>
            <p:cNvPr id="29" name="Rectangle: Top Corners Rounded 165">
              <a:extLst>
                <a:ext uri="{FF2B5EF4-FFF2-40B4-BE49-F238E27FC236}">
                  <a16:creationId xmlns:a16="http://schemas.microsoft.com/office/drawing/2014/main" id="{9B566549-7D1B-B671-EC9B-85B407A5AEC4}"/>
                </a:ext>
                <a:ext uri="{C183D7F6-B498-43B3-948B-1728B52AA6E4}">
                  <adec:decorative xmlns:adec="http://schemas.microsoft.com/office/drawing/2017/decorative" val="0"/>
                </a:ext>
              </a:extLst>
            </p:cNvPr>
            <p:cNvSpPr/>
            <p:nvPr/>
          </p:nvSpPr>
          <p:spPr bwMode="auto">
            <a:xfrm>
              <a:off x="8506841" y="5430584"/>
              <a:ext cx="3177160" cy="1066094"/>
            </a:xfrm>
            <a:prstGeom prst="round2SameRect">
              <a:avLst>
                <a:gd name="adj1" fmla="val 50000"/>
                <a:gd name="adj2" fmla="val 50000"/>
              </a:avLst>
            </a:prstGeom>
            <a:solidFill>
              <a:srgbClr val="107C10"/>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000" b="1" dirty="0">
                <a:gradFill>
                  <a:gsLst>
                    <a:gs pos="0">
                      <a:srgbClr val="FFFFFF"/>
                    </a:gs>
                    <a:gs pos="100000">
                      <a:srgbClr val="FFFFFF"/>
                    </a:gs>
                  </a:gsLst>
                  <a:lin ang="5400000" scaled="1"/>
                </a:gradFill>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dirty="0">
                <a:ln>
                  <a:noFill/>
                </a:ln>
                <a:gradFill>
                  <a:gsLst>
                    <a:gs pos="0">
                      <a:srgbClr val="FFFFFF"/>
                    </a:gs>
                    <a:gs pos="100000">
                      <a:srgbClr val="FFFFFF"/>
                    </a:gs>
                  </a:gsLst>
                  <a:lin ang="5400000" scaled="1"/>
                </a:gradFill>
                <a:effectLst/>
                <a:uLnTx/>
                <a:uFillTx/>
                <a:ea typeface="Segoe UI" pitchFamily="34" charset="0"/>
                <a:cs typeface="Segoe UI" pitchFamily="34" charset="0"/>
              </a:endParaRPr>
            </a:p>
          </p:txBody>
        </p:sp>
        <p:sp>
          <p:nvSpPr>
            <p:cNvPr id="30" name="TextBox 166">
              <a:extLst>
                <a:ext uri="{FF2B5EF4-FFF2-40B4-BE49-F238E27FC236}">
                  <a16:creationId xmlns:a16="http://schemas.microsoft.com/office/drawing/2014/main" id="{02119E0F-24CC-43B0-F922-19AF65E8E6D5}"/>
                </a:ext>
              </a:extLst>
            </p:cNvPr>
            <p:cNvSpPr txBox="1"/>
            <p:nvPr/>
          </p:nvSpPr>
          <p:spPr>
            <a:xfrm>
              <a:off x="8935639" y="5640465"/>
              <a:ext cx="2357154" cy="646331"/>
            </a:xfrm>
            <a:prstGeom prst="rect">
              <a:avLst/>
            </a:prstGeom>
            <a:noFill/>
          </p:spPr>
          <p:txBody>
            <a:bodyPr wrap="square">
              <a:spAutoFit/>
            </a:bodyPr>
            <a:lstStyle/>
            <a:p>
              <a:pPr algn="ctr"/>
              <a:r>
                <a:rPr lang="en-US" dirty="0">
                  <a:solidFill>
                    <a:schemeClr val="bg1"/>
                  </a:solidFill>
                  <a:latin typeface="Segoe UI"/>
                  <a:ea typeface="Segoe UI" pitchFamily="34" charset="0"/>
                  <a:cs typeface="Segoe UI" pitchFamily="34" charset="0"/>
                </a:rPr>
                <a:t>Prevent fraudulent help desk access</a:t>
              </a:r>
            </a:p>
          </p:txBody>
        </p:sp>
      </p:grpSp>
    </p:spTree>
    <p:extLst>
      <p:ext uri="{BB962C8B-B14F-4D97-AF65-F5344CB8AC3E}">
        <p14:creationId xmlns:p14="http://schemas.microsoft.com/office/powerpoint/2010/main" val="5678222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8070-49C2-584D-A700-7066742CE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59A1F-9E8C-04C1-CE26-62CDAB118071}"/>
              </a:ext>
            </a:extLst>
          </p:cNvPr>
          <p:cNvSpPr>
            <a:spLocks noGrp="1"/>
          </p:cNvSpPr>
          <p:nvPr>
            <p:ph type="title"/>
          </p:nvPr>
        </p:nvSpPr>
        <p:spPr>
          <a:xfrm>
            <a:off x="588263" y="457200"/>
            <a:ext cx="11018520" cy="492443"/>
          </a:xfrm>
        </p:spPr>
        <p:txBody>
          <a:bodyPr/>
          <a:lstStyle/>
          <a:p>
            <a:r>
              <a:rPr lang="en-US" sz="3200" noProof="0" dirty="0"/>
              <a:t>Introduce trust &amp; efficiency with Microsoft Entra Verified ID </a:t>
            </a:r>
            <a:r>
              <a:rPr lang="en-US" sz="3200" noProof="0" dirty="0">
                <a:solidFill>
                  <a:schemeClr val="bg1"/>
                </a:solidFill>
              </a:rPr>
              <a:t>2</a:t>
            </a:r>
            <a:endParaRPr lang="en-US" sz="3200" dirty="0">
              <a:solidFill>
                <a:schemeClr val="bg1"/>
              </a:solidFill>
            </a:endParaRPr>
          </a:p>
        </p:txBody>
      </p:sp>
      <p:sp>
        <p:nvSpPr>
          <p:cNvPr id="3" name="TextBox 2">
            <a:extLst>
              <a:ext uri="{FF2B5EF4-FFF2-40B4-BE49-F238E27FC236}">
                <a16:creationId xmlns:a16="http://schemas.microsoft.com/office/drawing/2014/main" id="{EF22E80F-014B-2ECE-DAFE-52524F03ED1B}"/>
              </a:ext>
            </a:extLst>
          </p:cNvPr>
          <p:cNvSpPr txBox="1"/>
          <p:nvPr/>
        </p:nvSpPr>
        <p:spPr>
          <a:xfrm>
            <a:off x="588263" y="1372792"/>
            <a:ext cx="3474720" cy="1046440"/>
          </a:xfrm>
          <a:prstGeom prst="rect">
            <a:avLst/>
          </a:prstGeom>
          <a:noFill/>
        </p:spPr>
        <p:txBody>
          <a:bodyPr wrap="square" lIns="0" rIns="0" anchor="ctr" anchorCtr="0">
            <a:spAutoFit/>
          </a:bodyPr>
          <a:lstStyle/>
          <a:p>
            <a:pPr marL="347663" marR="0" lvl="0" indent="-347663" algn="l" defTabSz="1155700" rtl="0" eaLnBrk="1" fontAlgn="auto" latinLnBrk="0" hangingPunct="1">
              <a:lnSpc>
                <a:spcPct val="100000"/>
              </a:lnSpc>
              <a:spcBef>
                <a:spcPts val="0"/>
              </a:spcBef>
              <a:spcAft>
                <a:spcPts val="2388"/>
              </a:spcAft>
              <a:buClrTx/>
              <a:buSzPct val="120000"/>
              <a:buFontTx/>
              <a:buBlip>
                <a:blip r:embed="rId3"/>
              </a:buBlip>
              <a:tabLst/>
              <a:defRPr/>
            </a:pPr>
            <a:r>
              <a:rPr kumimoji="0" lang="en-US" sz="2000" b="0" i="0" u="none" strike="noStrike" kern="1200" cap="none" spc="0" normalizeH="0" baseline="0" noProof="0" dirty="0">
                <a:ln w="3175">
                  <a:noFill/>
                </a:ln>
                <a:solidFill>
                  <a:srgbClr val="0F6FC6"/>
                </a:solidFill>
                <a:effectLst/>
                <a:uLnTx/>
                <a:uFillTx/>
                <a:latin typeface="Segoe UI Semibold"/>
                <a:ea typeface="+mn-ea"/>
                <a:cs typeface="Segoe UI" panose="020B0502040204020203" pitchFamily="34" charset="0"/>
              </a:rPr>
              <a:t>Issue easily</a:t>
            </a:r>
            <a:br>
              <a:rPr kumimoji="0" lang="en-US" sz="1600" b="0" i="0" u="none" strike="noStrike" kern="1200" cap="none" spc="0" normalizeH="0" baseline="0" noProof="0" dirty="0">
                <a:ln w="3175">
                  <a:noFill/>
                </a:ln>
                <a:solidFill>
                  <a:srgbClr val="0F6FC6"/>
                </a:solidFill>
                <a:effectLst/>
                <a:uLnTx/>
                <a:uFillTx/>
                <a:latin typeface="Segoe UI Semibold"/>
                <a:ea typeface="+mn-ea"/>
                <a:cs typeface="Segoe UI" panose="020B0502040204020203" pitchFamily="34" charset="0"/>
              </a:rPr>
            </a:br>
            <a: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Create and distribute Verified IDs </a:t>
            </a:r>
            <a:b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br>
            <a: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that affirm identity attributes </a:t>
            </a:r>
            <a:b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br>
            <a: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for users</a:t>
            </a:r>
            <a:endParaRPr kumimoji="0" lang="en-US" sz="16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endParaRPr>
          </a:p>
        </p:txBody>
      </p:sp>
      <p:sp>
        <p:nvSpPr>
          <p:cNvPr id="5" name="TextBox 4">
            <a:extLst>
              <a:ext uri="{FF2B5EF4-FFF2-40B4-BE49-F238E27FC236}">
                <a16:creationId xmlns:a16="http://schemas.microsoft.com/office/drawing/2014/main" id="{EC587E4C-82A6-1607-F489-D5C68DABB4CD}"/>
              </a:ext>
            </a:extLst>
          </p:cNvPr>
          <p:cNvSpPr txBox="1"/>
          <p:nvPr/>
        </p:nvSpPr>
        <p:spPr>
          <a:xfrm>
            <a:off x="4360163" y="1372792"/>
            <a:ext cx="3474720" cy="1046440"/>
          </a:xfrm>
          <a:prstGeom prst="rect">
            <a:avLst/>
          </a:prstGeom>
          <a:noFill/>
        </p:spPr>
        <p:txBody>
          <a:bodyPr wrap="square" lIns="0" rIns="0" anchor="ctr" anchorCtr="0">
            <a:spAutoFit/>
          </a:bodyPr>
          <a:lstStyle/>
          <a:p>
            <a:pPr marL="347663" marR="0" lvl="0" indent="-347663" algn="l" defTabSz="1155700" rtl="0" eaLnBrk="1" fontAlgn="auto" latinLnBrk="0" hangingPunct="1">
              <a:lnSpc>
                <a:spcPct val="100000"/>
              </a:lnSpc>
              <a:spcBef>
                <a:spcPts val="0"/>
              </a:spcBef>
              <a:spcAft>
                <a:spcPts val="2388"/>
              </a:spcAft>
              <a:buClrTx/>
              <a:buSzPct val="120000"/>
              <a:buFontTx/>
              <a:buBlip>
                <a:blip r:embed="rId3"/>
              </a:buBlip>
              <a:tabLst/>
              <a:defRPr/>
            </a:pPr>
            <a:r>
              <a:rPr kumimoji="0" lang="en-US" sz="2000" b="0" i="0" u="none" strike="noStrike" kern="1200" cap="none" spc="0" normalizeH="0" baseline="0" noProof="0" dirty="0">
                <a:ln w="3175">
                  <a:noFill/>
                </a:ln>
                <a:solidFill>
                  <a:srgbClr val="0F6FC6"/>
                </a:solidFill>
                <a:effectLst/>
                <a:uLnTx/>
                <a:uFillTx/>
                <a:latin typeface="Segoe UI Semibold"/>
                <a:ea typeface="+mn-ea"/>
                <a:cs typeface="Segoe UI" panose="020B0502040204020203" pitchFamily="34" charset="0"/>
              </a:rPr>
              <a:t>Use anywhere</a:t>
            </a:r>
            <a:br>
              <a:rPr kumimoji="0" lang="en-US" sz="1600" b="0" i="0" u="none" strike="noStrike" kern="1200" cap="none" spc="0" normalizeH="0" baseline="0" noProof="0" dirty="0">
                <a:ln w="3175">
                  <a:noFill/>
                </a:ln>
                <a:solidFill>
                  <a:srgbClr val="0F6FC6"/>
                </a:solidFill>
                <a:effectLst/>
                <a:uLnTx/>
                <a:uFillTx/>
                <a:latin typeface="Segoe UI Semibold"/>
                <a:ea typeface="+mn-ea"/>
                <a:cs typeface="Segoe UI" panose="020B0502040204020203" pitchFamily="34" charset="0"/>
              </a:rPr>
            </a:br>
            <a:r>
              <a:rPr kumimoji="0" lang="en-US" sz="14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Users own </a:t>
            </a:r>
            <a: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Verified IDs </a:t>
            </a:r>
            <a:r>
              <a:rPr kumimoji="0" lang="en-US" sz="14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in</a:t>
            </a:r>
            <a: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 a</a:t>
            </a:r>
            <a:r>
              <a:rPr kumimoji="0" lang="en-US" sz="14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 digital wallet,</a:t>
            </a:r>
            <a:r>
              <a:rPr kumimoji="0" lang="en-US" sz="1400" b="0" i="0" u="none" strike="noStrike" kern="1200" cap="none" spc="0" normalizeH="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 see the attributes contained, and can share them with any organization</a:t>
            </a:r>
            <a:endParaRPr kumimoji="0" lang="en-US" sz="16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endParaRPr>
          </a:p>
        </p:txBody>
      </p:sp>
      <p:sp>
        <p:nvSpPr>
          <p:cNvPr id="4" name="TextBox 3">
            <a:extLst>
              <a:ext uri="{FF2B5EF4-FFF2-40B4-BE49-F238E27FC236}">
                <a16:creationId xmlns:a16="http://schemas.microsoft.com/office/drawing/2014/main" id="{CBA805C4-06CE-1191-7E52-5A4FD2642DC7}"/>
              </a:ext>
            </a:extLst>
          </p:cNvPr>
          <p:cNvSpPr txBox="1"/>
          <p:nvPr/>
        </p:nvSpPr>
        <p:spPr>
          <a:xfrm>
            <a:off x="8132063" y="1372792"/>
            <a:ext cx="3474720" cy="1046440"/>
          </a:xfrm>
          <a:prstGeom prst="rect">
            <a:avLst/>
          </a:prstGeom>
          <a:noFill/>
        </p:spPr>
        <p:txBody>
          <a:bodyPr wrap="square" lIns="0" rIns="0" anchor="ctr" anchorCtr="0">
            <a:spAutoFit/>
          </a:bodyPr>
          <a:lstStyle/>
          <a:p>
            <a:pPr marL="347663" marR="0" lvl="0" indent="-347663" algn="l" defTabSz="1155700" rtl="0" eaLnBrk="1" fontAlgn="auto" latinLnBrk="0" hangingPunct="1">
              <a:lnSpc>
                <a:spcPct val="100000"/>
              </a:lnSpc>
              <a:spcBef>
                <a:spcPts val="0"/>
              </a:spcBef>
              <a:spcAft>
                <a:spcPts val="2388"/>
              </a:spcAft>
              <a:buClrTx/>
              <a:buSzPct val="120000"/>
              <a:buFontTx/>
              <a:buBlip>
                <a:blip r:embed="rId3"/>
              </a:buBlip>
              <a:tabLst/>
              <a:defRPr/>
            </a:pPr>
            <a:r>
              <a:rPr kumimoji="0" lang="en-US" sz="2000" b="0" i="0" u="none" strike="noStrike" kern="1200" cap="none" spc="0" normalizeH="0" baseline="0" noProof="0" dirty="0">
                <a:ln w="3175">
                  <a:noFill/>
                </a:ln>
                <a:solidFill>
                  <a:srgbClr val="0F6FC6"/>
                </a:solidFill>
                <a:effectLst/>
                <a:uLnTx/>
                <a:uFillTx/>
                <a:latin typeface="Segoe UI Semibold"/>
                <a:ea typeface="+mn-ea"/>
                <a:cs typeface="Segoe UI" panose="020B0502040204020203" pitchFamily="34" charset="0"/>
              </a:rPr>
              <a:t>Verify confidently</a:t>
            </a:r>
            <a:br>
              <a:rPr kumimoji="0" lang="en-US" sz="1600" b="0" i="0" u="none" strike="noStrike" kern="1200" cap="none" spc="0" normalizeH="0" baseline="0" noProof="0" dirty="0">
                <a:ln w="3175">
                  <a:noFill/>
                </a:ln>
                <a:solidFill>
                  <a:srgbClr val="0F6FC6"/>
                </a:solidFill>
                <a:effectLst/>
                <a:uLnTx/>
                <a:uFillTx/>
                <a:latin typeface="Segoe UI Semibold"/>
                <a:ea typeface="+mn-ea"/>
                <a:cs typeface="Segoe UI" panose="020B0502040204020203" pitchFamily="34" charset="0"/>
              </a:rPr>
            </a:br>
            <a:r>
              <a:rPr kumimoji="0" lang="en-US" sz="14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Request users to share a Verified ID </a:t>
            </a:r>
            <a:br>
              <a:rPr kumimoji="0" lang="en-US" sz="14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br>
            <a:r>
              <a:rPr kumimoji="0" lang="en-US" sz="14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rPr>
              <a:t>to verify identity attributes and establish trust</a:t>
            </a:r>
            <a:endParaRPr kumimoji="0" lang="en-US" sz="1600" b="0" i="0" u="none" strike="noStrike" kern="1200" cap="none" spc="0" normalizeH="0" baseline="0" noProof="0" dirty="0">
              <a:ln w="3175">
                <a:noFill/>
              </a:ln>
              <a:gradFill>
                <a:gsLst>
                  <a:gs pos="0">
                    <a:srgbClr val="000000"/>
                  </a:gs>
                  <a:gs pos="100000">
                    <a:srgbClr val="000000"/>
                  </a:gs>
                </a:gsLst>
                <a:lin ang="0" scaled="1"/>
              </a:gradFill>
              <a:effectLst/>
              <a:uLnTx/>
              <a:uFillTx/>
              <a:latin typeface="Segoe UI"/>
              <a:ea typeface="+mn-ea"/>
              <a:cs typeface="Segoe UI" panose="020B0502040204020203" pitchFamily="34" charset="0"/>
            </a:endParaRPr>
          </a:p>
        </p:txBody>
      </p:sp>
      <p:pic>
        <p:nvPicPr>
          <p:cNvPr id="16" name="Picture 15">
            <a:extLst>
              <a:ext uri="{FF2B5EF4-FFF2-40B4-BE49-F238E27FC236}">
                <a16:creationId xmlns:a16="http://schemas.microsoft.com/office/drawing/2014/main" id="{8774676A-D594-EE60-71ED-64031482AD8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936079" y="2664451"/>
            <a:ext cx="1866689" cy="3819005"/>
          </a:xfrm>
          <a:prstGeom prst="rect">
            <a:avLst/>
          </a:prstGeom>
        </p:spPr>
      </p:pic>
      <p:pic>
        <p:nvPicPr>
          <p:cNvPr id="6" name="Picture 5">
            <a:extLst>
              <a:ext uri="{FF2B5EF4-FFF2-40B4-BE49-F238E27FC236}">
                <a16:creationId xmlns:a16="http://schemas.microsoft.com/office/drawing/2014/main" id="{B0781652-A3AE-6A31-4C1A-C4D3DDD4477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206510" y="2660933"/>
            <a:ext cx="1865538" cy="3822523"/>
          </a:xfrm>
          <a:prstGeom prst="rect">
            <a:avLst/>
          </a:prstGeom>
        </p:spPr>
      </p:pic>
      <p:pic>
        <p:nvPicPr>
          <p:cNvPr id="7" name="Picture 6">
            <a:extLst>
              <a:ext uri="{FF2B5EF4-FFF2-40B4-BE49-F238E27FC236}">
                <a16:creationId xmlns:a16="http://schemas.microsoft.com/office/drawing/2014/main" id="{1737C895-A2BF-F08E-1745-CBEF4A7BA51F}"/>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122422" y="2660933"/>
            <a:ext cx="1865538" cy="3822523"/>
          </a:xfrm>
          <a:prstGeom prst="rect">
            <a:avLst/>
          </a:prstGeom>
        </p:spPr>
      </p:pic>
      <p:pic>
        <p:nvPicPr>
          <p:cNvPr id="10" name="Picture 9">
            <a:extLst>
              <a:ext uri="{FF2B5EF4-FFF2-40B4-BE49-F238E27FC236}">
                <a16:creationId xmlns:a16="http://schemas.microsoft.com/office/drawing/2014/main" id="{9D1E2F0A-03BF-30E1-A780-46A4B103613D}"/>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392854" y="2660933"/>
            <a:ext cx="1865538" cy="3822523"/>
          </a:xfrm>
          <a:prstGeom prst="rect">
            <a:avLst/>
          </a:prstGeom>
        </p:spPr>
      </p:pic>
    </p:spTree>
    <p:extLst>
      <p:ext uri="{BB962C8B-B14F-4D97-AF65-F5344CB8AC3E}">
        <p14:creationId xmlns:p14="http://schemas.microsoft.com/office/powerpoint/2010/main" val="2274398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42" presetClass="path" presetSubtype="0" decel="100000" fill="hold" grpId="1" nodeType="withEffect">
                                  <p:stCondLst>
                                    <p:cond delay="0"/>
                                  </p:stCondLst>
                                  <p:childTnLst>
                                    <p:animMotion origin="layout" path="M 3.75E-6 -1.85185E-6 L 0.01367 -0.00069 " pathEditMode="relative" rAng="0" ptsTypes="AA">
                                      <p:cBhvr>
                                        <p:cTn id="9" dur="500" spd="-100000" fill="hold"/>
                                        <p:tgtEl>
                                          <p:spTgt spid="3">
                                            <p:txEl>
                                              <p:pRg st="0" end="0"/>
                                            </p:txEl>
                                          </p:spTgt>
                                        </p:tgtEl>
                                        <p:attrNameLst>
                                          <p:attrName>ppt_x</p:attrName>
                                          <p:attrName>ppt_y</p:attrName>
                                        </p:attrNameLst>
                                      </p:cBhvr>
                                      <p:rCtr x="67700" y="-4600"/>
                                    </p:animMotion>
                                  </p:childTnLst>
                                </p:cTn>
                              </p:par>
                              <p:par>
                                <p:cTn id="10" presetID="10" presetClass="entr" presetSubtype="0"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42" presetClass="path" presetSubtype="0" decel="100000" fill="hold" grpId="1" nodeType="withEffect">
                                  <p:stCondLst>
                                    <p:cond delay="0"/>
                                  </p:stCondLst>
                                  <p:childTnLst>
                                    <p:animMotion origin="layout" path="M 3.33333E-6 -1.85185E-6 L 0.01367 -0.00069 " pathEditMode="relative" rAng="0" ptsTypes="AA">
                                      <p:cBhvr>
                                        <p:cTn id="14" dur="500" spd="-100000" fill="hold"/>
                                        <p:tgtEl>
                                          <p:spTgt spid="4">
                                            <p:txEl>
                                              <p:pRg st="0" end="0"/>
                                            </p:txEl>
                                          </p:spTgt>
                                        </p:tgtEl>
                                        <p:attrNameLst>
                                          <p:attrName>ppt_x</p:attrName>
                                          <p:attrName>ppt_y</p:attrName>
                                        </p:attrNameLst>
                                      </p:cBhvr>
                                      <p:rCtr x="67700" y="-4600"/>
                                    </p:animMotion>
                                  </p:childTnLst>
                                </p:cTn>
                              </p:par>
                              <p:par>
                                <p:cTn id="15" presetID="10"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par>
                                <p:cTn id="18" presetID="42" presetClass="path" presetSubtype="0" decel="100000" fill="hold" grpId="1" nodeType="withEffect">
                                  <p:stCondLst>
                                    <p:cond delay="0"/>
                                  </p:stCondLst>
                                  <p:childTnLst>
                                    <p:animMotion origin="layout" path="M -2.5E-6 2.22222E-6 L 0.01367 -0.0007 " pathEditMode="relative" rAng="0" ptsTypes="AA">
                                      <p:cBhvr>
                                        <p:cTn id="19" dur="500" spd="-100000" fill="hold"/>
                                        <p:tgtEl>
                                          <p:spTgt spid="5">
                                            <p:txEl>
                                              <p:pRg st="0" end="0"/>
                                            </p:txEl>
                                          </p:spTgt>
                                        </p:tgtEl>
                                        <p:attrNameLst>
                                          <p:attrName>ppt_x</p:attrName>
                                          <p:attrName>ppt_y</p:attrName>
                                        </p:attrNameLst>
                                      </p:cBhvr>
                                      <p:rCtr x="67700" y="-4600"/>
                                    </p:animMotion>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5" grpId="0" build="p"/>
      <p:bldP spid="5" grpId="1" build="p"/>
      <p:bldP spid="4" grpId="0" build="p"/>
      <p:bldP spid="4" grpId="1" build="p"/>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9CE697-4236-B77F-22B6-6FC26EAA073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3ACEBF1-CBDB-D868-0DF4-4E0BC0A352C3}"/>
              </a:ext>
              <a:ext uri="{C183D7F6-B498-43B3-948B-1728B52AA6E4}">
                <adec:decorative xmlns:adec="http://schemas.microsoft.com/office/drawing/2017/decorative" val="1"/>
              </a:ext>
            </a:extLst>
          </p:cNvPr>
          <p:cNvGrpSpPr/>
          <p:nvPr/>
        </p:nvGrpSpPr>
        <p:grpSpPr>
          <a:xfrm>
            <a:off x="1181100" y="1615394"/>
            <a:ext cx="1005840" cy="1005840"/>
            <a:chOff x="8912212" y="350180"/>
            <a:chExt cx="1204246" cy="1204246"/>
          </a:xfrm>
        </p:grpSpPr>
        <p:sp>
          <p:nvSpPr>
            <p:cNvPr id="14" name="Oval 13">
              <a:extLst>
                <a:ext uri="{FF2B5EF4-FFF2-40B4-BE49-F238E27FC236}">
                  <a16:creationId xmlns:a16="http://schemas.microsoft.com/office/drawing/2014/main" id="{1A10CF94-F7E4-B743-67F6-2F4801BD3446}"/>
                </a:ext>
              </a:extLst>
            </p:cNvPr>
            <p:cNvSpPr/>
            <p:nvPr/>
          </p:nvSpPr>
          <p:spPr bwMode="auto">
            <a:xfrm>
              <a:off x="8912212" y="350180"/>
              <a:ext cx="1204246" cy="120424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5" name="building_11" title="Icon of a school house">
              <a:extLst>
                <a:ext uri="{FF2B5EF4-FFF2-40B4-BE49-F238E27FC236}">
                  <a16:creationId xmlns:a16="http://schemas.microsoft.com/office/drawing/2014/main" id="{3B9CFCF7-8F38-7531-EE72-0028B2ABA1F6}"/>
                </a:ext>
              </a:extLst>
            </p:cNvPr>
            <p:cNvSpPr>
              <a:spLocks noChangeAspect="1" noEditPoints="1"/>
            </p:cNvSpPr>
            <p:nvPr/>
          </p:nvSpPr>
          <p:spPr bwMode="auto">
            <a:xfrm>
              <a:off x="9121718" y="740956"/>
              <a:ext cx="785234" cy="422695"/>
            </a:xfrm>
            <a:custGeom>
              <a:avLst/>
              <a:gdLst>
                <a:gd name="T0" fmla="*/ 164 w 361"/>
                <a:gd name="T1" fmla="*/ 94 h 193"/>
                <a:gd name="T2" fmla="*/ 66 w 361"/>
                <a:gd name="T3" fmla="*/ 193 h 193"/>
                <a:gd name="T4" fmla="*/ 98 w 361"/>
                <a:gd name="T5" fmla="*/ 124 h 193"/>
                <a:gd name="T6" fmla="*/ 93 w 361"/>
                <a:gd name="T7" fmla="*/ 129 h 193"/>
                <a:gd name="T8" fmla="*/ 98 w 361"/>
                <a:gd name="T9" fmla="*/ 124 h 193"/>
                <a:gd name="T10" fmla="*/ 93 w 361"/>
                <a:gd name="T11" fmla="*/ 160 h 193"/>
                <a:gd name="T12" fmla="*/ 98 w 361"/>
                <a:gd name="T13" fmla="*/ 165 h 193"/>
                <a:gd name="T14" fmla="*/ 135 w 361"/>
                <a:gd name="T15" fmla="*/ 124 h 193"/>
                <a:gd name="T16" fmla="*/ 130 w 361"/>
                <a:gd name="T17" fmla="*/ 129 h 193"/>
                <a:gd name="T18" fmla="*/ 135 w 361"/>
                <a:gd name="T19" fmla="*/ 124 h 193"/>
                <a:gd name="T20" fmla="*/ 130 w 361"/>
                <a:gd name="T21" fmla="*/ 160 h 193"/>
                <a:gd name="T22" fmla="*/ 135 w 361"/>
                <a:gd name="T23" fmla="*/ 165 h 193"/>
                <a:gd name="T24" fmla="*/ 295 w 361"/>
                <a:gd name="T25" fmla="*/ 124 h 193"/>
                <a:gd name="T26" fmla="*/ 291 w 361"/>
                <a:gd name="T27" fmla="*/ 129 h 193"/>
                <a:gd name="T28" fmla="*/ 295 w 361"/>
                <a:gd name="T29" fmla="*/ 124 h 193"/>
                <a:gd name="T30" fmla="*/ 291 w 361"/>
                <a:gd name="T31" fmla="*/ 160 h 193"/>
                <a:gd name="T32" fmla="*/ 295 w 361"/>
                <a:gd name="T33" fmla="*/ 165 h 193"/>
                <a:gd name="T34" fmla="*/ 333 w 361"/>
                <a:gd name="T35" fmla="*/ 124 h 193"/>
                <a:gd name="T36" fmla="*/ 328 w 361"/>
                <a:gd name="T37" fmla="*/ 129 h 193"/>
                <a:gd name="T38" fmla="*/ 333 w 361"/>
                <a:gd name="T39" fmla="*/ 124 h 193"/>
                <a:gd name="T40" fmla="*/ 328 w 361"/>
                <a:gd name="T41" fmla="*/ 160 h 193"/>
                <a:gd name="T42" fmla="*/ 333 w 361"/>
                <a:gd name="T43" fmla="*/ 165 h 193"/>
                <a:gd name="T44" fmla="*/ 263 w 361"/>
                <a:gd name="T45" fmla="*/ 193 h 193"/>
                <a:gd name="T46" fmla="*/ 361 w 361"/>
                <a:gd name="T47" fmla="*/ 94 h 193"/>
                <a:gd name="T48" fmla="*/ 263 w 361"/>
                <a:gd name="T49" fmla="*/ 193 h 193"/>
                <a:gd name="T50" fmla="*/ 164 w 361"/>
                <a:gd name="T51" fmla="*/ 45 h 193"/>
                <a:gd name="T52" fmla="*/ 263 w 361"/>
                <a:gd name="T53" fmla="*/ 193 h 193"/>
                <a:gd name="T54" fmla="*/ 214 w 361"/>
                <a:gd name="T55" fmla="*/ 0 h 193"/>
                <a:gd name="T56" fmla="*/ 185 w 361"/>
                <a:gd name="T57" fmla="*/ 58 h 193"/>
                <a:gd name="T58" fmla="*/ 241 w 361"/>
                <a:gd name="T59" fmla="*/ 84 h 193"/>
                <a:gd name="T60" fmla="*/ 241 w 361"/>
                <a:gd name="T61" fmla="*/ 193 h 193"/>
                <a:gd name="T62" fmla="*/ 213 w 361"/>
                <a:gd name="T63" fmla="*/ 144 h 193"/>
                <a:gd name="T64" fmla="*/ 213 w 361"/>
                <a:gd name="T65" fmla="*/ 144 h 193"/>
                <a:gd name="T66" fmla="*/ 185 w 361"/>
                <a:gd name="T67" fmla="*/ 193 h 193"/>
                <a:gd name="T68" fmla="*/ 207 w 361"/>
                <a:gd name="T69" fmla="*/ 115 h 193"/>
                <a:gd name="T70" fmla="*/ 219 w 361"/>
                <a:gd name="T71" fmla="*/ 115 h 193"/>
                <a:gd name="T72" fmla="*/ 19 w 361"/>
                <a:gd name="T73" fmla="*/ 75 h 193"/>
                <a:gd name="T74" fmla="*/ 19 w 361"/>
                <a:gd name="T75" fmla="*/ 45 h 193"/>
                <a:gd name="T76" fmla="*/ 0 w 361"/>
                <a:gd name="T7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61" h="193">
                  <a:moveTo>
                    <a:pt x="66" y="94"/>
                  </a:moveTo>
                  <a:cubicBezTo>
                    <a:pt x="164" y="94"/>
                    <a:pt x="164" y="94"/>
                    <a:pt x="164" y="94"/>
                  </a:cubicBezTo>
                  <a:cubicBezTo>
                    <a:pt x="164" y="193"/>
                    <a:pt x="164" y="193"/>
                    <a:pt x="164" y="193"/>
                  </a:cubicBezTo>
                  <a:cubicBezTo>
                    <a:pt x="66" y="193"/>
                    <a:pt x="66" y="193"/>
                    <a:pt x="66" y="193"/>
                  </a:cubicBezTo>
                  <a:lnTo>
                    <a:pt x="66" y="94"/>
                  </a:lnTo>
                  <a:close/>
                  <a:moveTo>
                    <a:pt x="98" y="124"/>
                  </a:moveTo>
                  <a:cubicBezTo>
                    <a:pt x="93" y="124"/>
                    <a:pt x="93" y="124"/>
                    <a:pt x="93" y="124"/>
                  </a:cubicBezTo>
                  <a:cubicBezTo>
                    <a:pt x="93" y="129"/>
                    <a:pt x="93" y="129"/>
                    <a:pt x="93" y="129"/>
                  </a:cubicBezTo>
                  <a:cubicBezTo>
                    <a:pt x="98" y="129"/>
                    <a:pt x="98" y="129"/>
                    <a:pt x="98" y="129"/>
                  </a:cubicBezTo>
                  <a:lnTo>
                    <a:pt x="98" y="124"/>
                  </a:lnTo>
                  <a:close/>
                  <a:moveTo>
                    <a:pt x="98" y="160"/>
                  </a:moveTo>
                  <a:cubicBezTo>
                    <a:pt x="93" y="160"/>
                    <a:pt x="93" y="160"/>
                    <a:pt x="93" y="160"/>
                  </a:cubicBezTo>
                  <a:cubicBezTo>
                    <a:pt x="93" y="165"/>
                    <a:pt x="93" y="165"/>
                    <a:pt x="93" y="165"/>
                  </a:cubicBezTo>
                  <a:cubicBezTo>
                    <a:pt x="98" y="165"/>
                    <a:pt x="98" y="165"/>
                    <a:pt x="98" y="165"/>
                  </a:cubicBezTo>
                  <a:lnTo>
                    <a:pt x="98" y="160"/>
                  </a:lnTo>
                  <a:close/>
                  <a:moveTo>
                    <a:pt x="135" y="124"/>
                  </a:moveTo>
                  <a:cubicBezTo>
                    <a:pt x="130" y="124"/>
                    <a:pt x="130" y="124"/>
                    <a:pt x="130" y="124"/>
                  </a:cubicBezTo>
                  <a:cubicBezTo>
                    <a:pt x="130" y="129"/>
                    <a:pt x="130" y="129"/>
                    <a:pt x="130" y="129"/>
                  </a:cubicBezTo>
                  <a:cubicBezTo>
                    <a:pt x="135" y="129"/>
                    <a:pt x="135" y="129"/>
                    <a:pt x="135" y="129"/>
                  </a:cubicBezTo>
                  <a:lnTo>
                    <a:pt x="135" y="124"/>
                  </a:lnTo>
                  <a:close/>
                  <a:moveTo>
                    <a:pt x="135" y="160"/>
                  </a:moveTo>
                  <a:cubicBezTo>
                    <a:pt x="130" y="160"/>
                    <a:pt x="130" y="160"/>
                    <a:pt x="130" y="160"/>
                  </a:cubicBezTo>
                  <a:cubicBezTo>
                    <a:pt x="130" y="165"/>
                    <a:pt x="130" y="165"/>
                    <a:pt x="130" y="165"/>
                  </a:cubicBezTo>
                  <a:cubicBezTo>
                    <a:pt x="135" y="165"/>
                    <a:pt x="135" y="165"/>
                    <a:pt x="135" y="165"/>
                  </a:cubicBezTo>
                  <a:lnTo>
                    <a:pt x="135" y="160"/>
                  </a:lnTo>
                  <a:close/>
                  <a:moveTo>
                    <a:pt x="295" y="124"/>
                  </a:moveTo>
                  <a:cubicBezTo>
                    <a:pt x="291" y="124"/>
                    <a:pt x="291" y="124"/>
                    <a:pt x="291" y="124"/>
                  </a:cubicBezTo>
                  <a:cubicBezTo>
                    <a:pt x="291" y="129"/>
                    <a:pt x="291" y="129"/>
                    <a:pt x="291" y="129"/>
                  </a:cubicBezTo>
                  <a:cubicBezTo>
                    <a:pt x="295" y="129"/>
                    <a:pt x="295" y="129"/>
                    <a:pt x="295" y="129"/>
                  </a:cubicBezTo>
                  <a:lnTo>
                    <a:pt x="295" y="124"/>
                  </a:lnTo>
                  <a:close/>
                  <a:moveTo>
                    <a:pt x="295" y="160"/>
                  </a:moveTo>
                  <a:cubicBezTo>
                    <a:pt x="291" y="160"/>
                    <a:pt x="291" y="160"/>
                    <a:pt x="291" y="160"/>
                  </a:cubicBezTo>
                  <a:cubicBezTo>
                    <a:pt x="291" y="165"/>
                    <a:pt x="291" y="165"/>
                    <a:pt x="291" y="165"/>
                  </a:cubicBezTo>
                  <a:cubicBezTo>
                    <a:pt x="295" y="165"/>
                    <a:pt x="295" y="165"/>
                    <a:pt x="295" y="165"/>
                  </a:cubicBezTo>
                  <a:lnTo>
                    <a:pt x="295" y="160"/>
                  </a:lnTo>
                  <a:close/>
                  <a:moveTo>
                    <a:pt x="333" y="124"/>
                  </a:moveTo>
                  <a:cubicBezTo>
                    <a:pt x="328" y="124"/>
                    <a:pt x="328" y="124"/>
                    <a:pt x="328" y="124"/>
                  </a:cubicBezTo>
                  <a:cubicBezTo>
                    <a:pt x="328" y="129"/>
                    <a:pt x="328" y="129"/>
                    <a:pt x="328" y="129"/>
                  </a:cubicBezTo>
                  <a:cubicBezTo>
                    <a:pt x="333" y="129"/>
                    <a:pt x="333" y="129"/>
                    <a:pt x="333" y="129"/>
                  </a:cubicBezTo>
                  <a:lnTo>
                    <a:pt x="333" y="124"/>
                  </a:lnTo>
                  <a:close/>
                  <a:moveTo>
                    <a:pt x="333" y="160"/>
                  </a:moveTo>
                  <a:cubicBezTo>
                    <a:pt x="328" y="160"/>
                    <a:pt x="328" y="160"/>
                    <a:pt x="328" y="160"/>
                  </a:cubicBezTo>
                  <a:cubicBezTo>
                    <a:pt x="328" y="165"/>
                    <a:pt x="328" y="165"/>
                    <a:pt x="328" y="165"/>
                  </a:cubicBezTo>
                  <a:cubicBezTo>
                    <a:pt x="333" y="165"/>
                    <a:pt x="333" y="165"/>
                    <a:pt x="333" y="165"/>
                  </a:cubicBezTo>
                  <a:lnTo>
                    <a:pt x="333" y="160"/>
                  </a:lnTo>
                  <a:close/>
                  <a:moveTo>
                    <a:pt x="263" y="193"/>
                  </a:moveTo>
                  <a:cubicBezTo>
                    <a:pt x="361" y="193"/>
                    <a:pt x="361" y="193"/>
                    <a:pt x="361" y="193"/>
                  </a:cubicBezTo>
                  <a:cubicBezTo>
                    <a:pt x="361" y="94"/>
                    <a:pt x="361" y="94"/>
                    <a:pt x="361" y="94"/>
                  </a:cubicBezTo>
                  <a:cubicBezTo>
                    <a:pt x="263" y="94"/>
                    <a:pt x="263" y="94"/>
                    <a:pt x="263" y="94"/>
                  </a:cubicBezTo>
                  <a:lnTo>
                    <a:pt x="263" y="193"/>
                  </a:lnTo>
                  <a:close/>
                  <a:moveTo>
                    <a:pt x="214" y="0"/>
                  </a:moveTo>
                  <a:cubicBezTo>
                    <a:pt x="164" y="45"/>
                    <a:pt x="164" y="45"/>
                    <a:pt x="164" y="45"/>
                  </a:cubicBezTo>
                  <a:cubicBezTo>
                    <a:pt x="164" y="193"/>
                    <a:pt x="164" y="193"/>
                    <a:pt x="164" y="193"/>
                  </a:cubicBezTo>
                  <a:cubicBezTo>
                    <a:pt x="263" y="193"/>
                    <a:pt x="263" y="193"/>
                    <a:pt x="263" y="193"/>
                  </a:cubicBezTo>
                  <a:cubicBezTo>
                    <a:pt x="263" y="45"/>
                    <a:pt x="263" y="45"/>
                    <a:pt x="263" y="45"/>
                  </a:cubicBezTo>
                  <a:lnTo>
                    <a:pt x="214" y="0"/>
                  </a:lnTo>
                  <a:close/>
                  <a:moveTo>
                    <a:pt x="241" y="58"/>
                  </a:moveTo>
                  <a:cubicBezTo>
                    <a:pt x="185" y="58"/>
                    <a:pt x="185" y="58"/>
                    <a:pt x="185" y="58"/>
                  </a:cubicBezTo>
                  <a:cubicBezTo>
                    <a:pt x="185" y="84"/>
                    <a:pt x="185" y="84"/>
                    <a:pt x="185" y="84"/>
                  </a:cubicBezTo>
                  <a:cubicBezTo>
                    <a:pt x="241" y="84"/>
                    <a:pt x="241" y="84"/>
                    <a:pt x="241" y="84"/>
                  </a:cubicBezTo>
                  <a:lnTo>
                    <a:pt x="241" y="58"/>
                  </a:lnTo>
                  <a:close/>
                  <a:moveTo>
                    <a:pt x="241" y="193"/>
                  </a:moveTo>
                  <a:cubicBezTo>
                    <a:pt x="241" y="144"/>
                    <a:pt x="241" y="144"/>
                    <a:pt x="241" y="144"/>
                  </a:cubicBezTo>
                  <a:cubicBezTo>
                    <a:pt x="213" y="144"/>
                    <a:pt x="213" y="144"/>
                    <a:pt x="213" y="144"/>
                  </a:cubicBezTo>
                  <a:cubicBezTo>
                    <a:pt x="213" y="193"/>
                    <a:pt x="213" y="193"/>
                    <a:pt x="213" y="193"/>
                  </a:cubicBezTo>
                  <a:moveTo>
                    <a:pt x="213" y="144"/>
                  </a:moveTo>
                  <a:cubicBezTo>
                    <a:pt x="185" y="144"/>
                    <a:pt x="185" y="144"/>
                    <a:pt x="185" y="144"/>
                  </a:cubicBezTo>
                  <a:cubicBezTo>
                    <a:pt x="185" y="193"/>
                    <a:pt x="185" y="193"/>
                    <a:pt x="185" y="193"/>
                  </a:cubicBezTo>
                  <a:moveTo>
                    <a:pt x="213" y="109"/>
                  </a:moveTo>
                  <a:cubicBezTo>
                    <a:pt x="210" y="109"/>
                    <a:pt x="207" y="112"/>
                    <a:pt x="207" y="115"/>
                  </a:cubicBezTo>
                  <a:cubicBezTo>
                    <a:pt x="207" y="119"/>
                    <a:pt x="210" y="122"/>
                    <a:pt x="213" y="122"/>
                  </a:cubicBezTo>
                  <a:cubicBezTo>
                    <a:pt x="217" y="122"/>
                    <a:pt x="219" y="119"/>
                    <a:pt x="219" y="115"/>
                  </a:cubicBezTo>
                  <a:cubicBezTo>
                    <a:pt x="219" y="112"/>
                    <a:pt x="217" y="109"/>
                    <a:pt x="213" y="109"/>
                  </a:cubicBezTo>
                  <a:close/>
                  <a:moveTo>
                    <a:pt x="19" y="75"/>
                  </a:moveTo>
                  <a:cubicBezTo>
                    <a:pt x="50" y="62"/>
                    <a:pt x="50" y="62"/>
                    <a:pt x="50" y="62"/>
                  </a:cubicBezTo>
                  <a:cubicBezTo>
                    <a:pt x="19" y="45"/>
                    <a:pt x="19" y="45"/>
                    <a:pt x="19" y="45"/>
                  </a:cubicBezTo>
                  <a:cubicBezTo>
                    <a:pt x="19" y="193"/>
                    <a:pt x="19" y="193"/>
                    <a:pt x="19" y="193"/>
                  </a:cubicBezTo>
                  <a:moveTo>
                    <a:pt x="0" y="193"/>
                  </a:moveTo>
                  <a:cubicBezTo>
                    <a:pt x="38" y="193"/>
                    <a:pt x="38" y="193"/>
                    <a:pt x="38" y="193"/>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8" name="Group 17">
            <a:extLst>
              <a:ext uri="{FF2B5EF4-FFF2-40B4-BE49-F238E27FC236}">
                <a16:creationId xmlns:a16="http://schemas.microsoft.com/office/drawing/2014/main" id="{FD4C3106-5710-8E1D-E99E-8C74DE184EDB}"/>
              </a:ext>
              <a:ext uri="{C183D7F6-B498-43B3-948B-1728B52AA6E4}">
                <adec:decorative xmlns:adec="http://schemas.microsoft.com/office/drawing/2017/decorative" val="1"/>
              </a:ext>
            </a:extLst>
          </p:cNvPr>
          <p:cNvGrpSpPr/>
          <p:nvPr/>
        </p:nvGrpSpPr>
        <p:grpSpPr>
          <a:xfrm>
            <a:off x="5593080" y="1615394"/>
            <a:ext cx="1005840" cy="1005840"/>
            <a:chOff x="5589204" y="1614641"/>
            <a:chExt cx="1230888" cy="1239664"/>
          </a:xfrm>
        </p:grpSpPr>
        <p:grpSp>
          <p:nvGrpSpPr>
            <p:cNvPr id="50" name="Group 49">
              <a:extLst>
                <a:ext uri="{FF2B5EF4-FFF2-40B4-BE49-F238E27FC236}">
                  <a16:creationId xmlns:a16="http://schemas.microsoft.com/office/drawing/2014/main" id="{B685DF5C-8DC6-7D8E-13CB-D2CED8C98A91}"/>
                </a:ext>
                <a:ext uri="{C183D7F6-B498-43B3-948B-1728B52AA6E4}">
                  <adec:decorative xmlns:adec="http://schemas.microsoft.com/office/drawing/2017/decorative" val="1"/>
                </a:ext>
              </a:extLst>
            </p:cNvPr>
            <p:cNvGrpSpPr/>
            <p:nvPr/>
          </p:nvGrpSpPr>
          <p:grpSpPr>
            <a:xfrm>
              <a:off x="5589204" y="1614641"/>
              <a:ext cx="1230888" cy="1239664"/>
              <a:chOff x="6226940" y="2046194"/>
              <a:chExt cx="1230888" cy="1239664"/>
            </a:xfrm>
          </p:grpSpPr>
          <p:sp>
            <p:nvSpPr>
              <p:cNvPr id="59" name="Rectangle 58">
                <a:extLst>
                  <a:ext uri="{FF2B5EF4-FFF2-40B4-BE49-F238E27FC236}">
                    <a16:creationId xmlns:a16="http://schemas.microsoft.com/office/drawing/2014/main" id="{7C4159FB-E6C5-A8F2-45DF-0BBAFFCBFB1D}"/>
                  </a:ext>
                </a:extLst>
              </p:cNvPr>
              <p:cNvSpPr/>
              <p:nvPr/>
            </p:nvSpPr>
            <p:spPr>
              <a:xfrm>
                <a:off x="6636622" y="2818355"/>
                <a:ext cx="65" cy="215444"/>
              </a:xfrm>
              <a:prstGeom prst="rect">
                <a:avLst/>
              </a:prstGeom>
            </p:spPr>
            <p:txBody>
              <a:bodyPr wrap="non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50" normalizeH="0" baseline="0" noProof="0" dirty="0">
                  <a:ln>
                    <a:noFill/>
                  </a:ln>
                  <a:solidFill>
                    <a:srgbClr val="FFFFFF"/>
                  </a:solidFill>
                  <a:effectLst/>
                  <a:uLnTx/>
                  <a:uFillTx/>
                  <a:latin typeface="Segoe UI Semibold"/>
                  <a:ea typeface="+mn-ea"/>
                  <a:cs typeface="+mn-cs"/>
                </a:endParaRPr>
              </a:p>
            </p:txBody>
          </p:sp>
          <p:sp>
            <p:nvSpPr>
              <p:cNvPr id="58" name="Oval 57">
                <a:extLst>
                  <a:ext uri="{FF2B5EF4-FFF2-40B4-BE49-F238E27FC236}">
                    <a16:creationId xmlns:a16="http://schemas.microsoft.com/office/drawing/2014/main" id="{DCF063A2-B05F-3912-4E27-12603125D407}"/>
                  </a:ext>
                </a:extLst>
              </p:cNvPr>
              <p:cNvSpPr/>
              <p:nvPr/>
            </p:nvSpPr>
            <p:spPr bwMode="auto">
              <a:xfrm>
                <a:off x="6226940" y="2046194"/>
                <a:ext cx="1230888" cy="1239664"/>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67" name="people_4">
              <a:extLst>
                <a:ext uri="{FF2B5EF4-FFF2-40B4-BE49-F238E27FC236}">
                  <a16:creationId xmlns:a16="http://schemas.microsoft.com/office/drawing/2014/main" id="{DA8DC656-2EDC-AC82-7BB1-721AC60740B2}"/>
                </a:ext>
                <a:ext uri="{C183D7F6-B498-43B3-948B-1728B52AA6E4}">
                  <adec:decorative xmlns:adec="http://schemas.microsoft.com/office/drawing/2017/decorative" val="1"/>
                </a:ext>
              </a:extLst>
            </p:cNvPr>
            <p:cNvSpPr>
              <a:spLocks noChangeAspect="1" noEditPoints="1"/>
            </p:cNvSpPr>
            <p:nvPr/>
          </p:nvSpPr>
          <p:spPr bwMode="auto">
            <a:xfrm>
              <a:off x="5972471" y="1974904"/>
              <a:ext cx="464355" cy="51913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260"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20" name="Group 119">
            <a:extLst>
              <a:ext uri="{FF2B5EF4-FFF2-40B4-BE49-F238E27FC236}">
                <a16:creationId xmlns:a16="http://schemas.microsoft.com/office/drawing/2014/main" id="{A000C2BE-B158-2EE7-D1C2-23C6CB0044B4}"/>
              </a:ext>
              <a:ext uri="{C183D7F6-B498-43B3-948B-1728B52AA6E4}">
                <adec:decorative xmlns:adec="http://schemas.microsoft.com/office/drawing/2017/decorative" val="1"/>
              </a:ext>
            </a:extLst>
          </p:cNvPr>
          <p:cNvGrpSpPr/>
          <p:nvPr/>
        </p:nvGrpSpPr>
        <p:grpSpPr>
          <a:xfrm>
            <a:off x="10005060" y="1615394"/>
            <a:ext cx="1005840" cy="1005840"/>
            <a:chOff x="9596491" y="2385156"/>
            <a:chExt cx="1303193" cy="1303193"/>
          </a:xfrm>
        </p:grpSpPr>
        <p:sp>
          <p:nvSpPr>
            <p:cNvPr id="124" name="Oval 123">
              <a:extLst>
                <a:ext uri="{FF2B5EF4-FFF2-40B4-BE49-F238E27FC236}">
                  <a16:creationId xmlns:a16="http://schemas.microsoft.com/office/drawing/2014/main" id="{0C72BA7C-DF2D-ED9E-0906-DDF4D3F4DDA5}"/>
                </a:ext>
              </a:extLst>
            </p:cNvPr>
            <p:cNvSpPr/>
            <p:nvPr/>
          </p:nvSpPr>
          <p:spPr bwMode="auto">
            <a:xfrm>
              <a:off x="9596491" y="2385156"/>
              <a:ext cx="1303193" cy="1303193"/>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25" name="building_8" title="Icon of tall buildings">
              <a:extLst>
                <a:ext uri="{FF2B5EF4-FFF2-40B4-BE49-F238E27FC236}">
                  <a16:creationId xmlns:a16="http://schemas.microsoft.com/office/drawing/2014/main" id="{BE2B3723-489D-F545-1C34-7992270DED18}"/>
                </a:ext>
              </a:extLst>
            </p:cNvPr>
            <p:cNvSpPr>
              <a:spLocks noChangeAspect="1" noEditPoints="1"/>
            </p:cNvSpPr>
            <p:nvPr/>
          </p:nvSpPr>
          <p:spPr bwMode="auto">
            <a:xfrm>
              <a:off x="9899250" y="2703507"/>
              <a:ext cx="697674" cy="625851"/>
            </a:xfrm>
            <a:custGeom>
              <a:avLst/>
              <a:gdLst>
                <a:gd name="T0" fmla="*/ 299 w 395"/>
                <a:gd name="T1" fmla="*/ 151 h 429"/>
                <a:gd name="T2" fmla="*/ 299 w 395"/>
                <a:gd name="T3" fmla="*/ 429 h 429"/>
                <a:gd name="T4" fmla="*/ 242 w 395"/>
                <a:gd name="T5" fmla="*/ 429 h 429"/>
                <a:gd name="T6" fmla="*/ 242 w 395"/>
                <a:gd name="T7" fmla="*/ 333 h 429"/>
                <a:gd name="T8" fmla="*/ 181 w 395"/>
                <a:gd name="T9" fmla="*/ 333 h 429"/>
                <a:gd name="T10" fmla="*/ 181 w 395"/>
                <a:gd name="T11" fmla="*/ 429 h 429"/>
                <a:gd name="T12" fmla="*/ 121 w 395"/>
                <a:gd name="T13" fmla="*/ 429 h 429"/>
                <a:gd name="T14" fmla="*/ 121 w 395"/>
                <a:gd name="T15" fmla="*/ 151 h 429"/>
                <a:gd name="T16" fmla="*/ 211 w 395"/>
                <a:gd name="T17" fmla="*/ 151 h 429"/>
                <a:gd name="T18" fmla="*/ 299 w 395"/>
                <a:gd name="T19" fmla="*/ 151 h 429"/>
                <a:gd name="T20" fmla="*/ 211 w 395"/>
                <a:gd name="T21" fmla="*/ 151 h 429"/>
                <a:gd name="T22" fmla="*/ 211 w 395"/>
                <a:gd name="T23" fmla="*/ 92 h 429"/>
                <a:gd name="T24" fmla="*/ 0 w 395"/>
                <a:gd name="T25" fmla="*/ 92 h 429"/>
                <a:gd name="T26" fmla="*/ 0 w 395"/>
                <a:gd name="T27" fmla="*/ 429 h 429"/>
                <a:gd name="T28" fmla="*/ 395 w 395"/>
                <a:gd name="T29" fmla="*/ 429 h 429"/>
                <a:gd name="T30" fmla="*/ 395 w 395"/>
                <a:gd name="T31" fmla="*/ 123 h 429"/>
                <a:gd name="T32" fmla="*/ 268 w 395"/>
                <a:gd name="T33" fmla="*/ 0 h 429"/>
                <a:gd name="T34" fmla="*/ 268 w 395"/>
                <a:gd name="T35" fmla="*/ 151 h 429"/>
                <a:gd name="T36" fmla="*/ 62 w 395"/>
                <a:gd name="T37" fmla="*/ 151 h 429"/>
                <a:gd name="T38" fmla="*/ 56 w 395"/>
                <a:gd name="T39" fmla="*/ 151 h 429"/>
                <a:gd name="T40" fmla="*/ 56 w 395"/>
                <a:gd name="T41" fmla="*/ 155 h 429"/>
                <a:gd name="T42" fmla="*/ 62 w 395"/>
                <a:gd name="T43" fmla="*/ 155 h 429"/>
                <a:gd name="T44" fmla="*/ 62 w 395"/>
                <a:gd name="T45" fmla="*/ 151 h 429"/>
                <a:gd name="T46" fmla="*/ 62 w 395"/>
                <a:gd name="T47" fmla="*/ 211 h 429"/>
                <a:gd name="T48" fmla="*/ 56 w 395"/>
                <a:gd name="T49" fmla="*/ 211 h 429"/>
                <a:gd name="T50" fmla="*/ 56 w 395"/>
                <a:gd name="T51" fmla="*/ 217 h 429"/>
                <a:gd name="T52" fmla="*/ 62 w 395"/>
                <a:gd name="T53" fmla="*/ 217 h 429"/>
                <a:gd name="T54" fmla="*/ 62 w 395"/>
                <a:gd name="T55" fmla="*/ 211 h 429"/>
                <a:gd name="T56" fmla="*/ 62 w 395"/>
                <a:gd name="T57" fmla="*/ 271 h 429"/>
                <a:gd name="T58" fmla="*/ 56 w 395"/>
                <a:gd name="T59" fmla="*/ 271 h 429"/>
                <a:gd name="T60" fmla="*/ 56 w 395"/>
                <a:gd name="T61" fmla="*/ 277 h 429"/>
                <a:gd name="T62" fmla="*/ 62 w 395"/>
                <a:gd name="T63" fmla="*/ 277 h 429"/>
                <a:gd name="T64" fmla="*/ 62 w 395"/>
                <a:gd name="T65" fmla="*/ 271 h 429"/>
                <a:gd name="T66" fmla="*/ 62 w 395"/>
                <a:gd name="T67" fmla="*/ 332 h 429"/>
                <a:gd name="T68" fmla="*/ 56 w 395"/>
                <a:gd name="T69" fmla="*/ 332 h 429"/>
                <a:gd name="T70" fmla="*/ 56 w 395"/>
                <a:gd name="T71" fmla="*/ 337 h 429"/>
                <a:gd name="T72" fmla="*/ 62 w 395"/>
                <a:gd name="T73" fmla="*/ 337 h 429"/>
                <a:gd name="T74" fmla="*/ 62 w 395"/>
                <a:gd name="T75" fmla="*/ 332 h 429"/>
                <a:gd name="T76" fmla="*/ 62 w 395"/>
                <a:gd name="T77" fmla="*/ 392 h 429"/>
                <a:gd name="T78" fmla="*/ 56 w 395"/>
                <a:gd name="T79" fmla="*/ 392 h 429"/>
                <a:gd name="T80" fmla="*/ 56 w 395"/>
                <a:gd name="T81" fmla="*/ 397 h 429"/>
                <a:gd name="T82" fmla="*/ 62 w 395"/>
                <a:gd name="T83" fmla="*/ 397 h 429"/>
                <a:gd name="T84" fmla="*/ 62 w 395"/>
                <a:gd name="T85" fmla="*/ 392 h 429"/>
                <a:gd name="T86" fmla="*/ 182 w 395"/>
                <a:gd name="T87" fmla="*/ 211 h 429"/>
                <a:gd name="T88" fmla="*/ 177 w 395"/>
                <a:gd name="T89" fmla="*/ 211 h 429"/>
                <a:gd name="T90" fmla="*/ 177 w 395"/>
                <a:gd name="T91" fmla="*/ 217 h 429"/>
                <a:gd name="T92" fmla="*/ 182 w 395"/>
                <a:gd name="T93" fmla="*/ 217 h 429"/>
                <a:gd name="T94" fmla="*/ 182 w 395"/>
                <a:gd name="T95" fmla="*/ 211 h 429"/>
                <a:gd name="T96" fmla="*/ 182 w 395"/>
                <a:gd name="T97" fmla="*/ 273 h 429"/>
                <a:gd name="T98" fmla="*/ 177 w 395"/>
                <a:gd name="T99" fmla="*/ 273 h 429"/>
                <a:gd name="T100" fmla="*/ 177 w 395"/>
                <a:gd name="T101" fmla="*/ 277 h 429"/>
                <a:gd name="T102" fmla="*/ 182 w 395"/>
                <a:gd name="T103" fmla="*/ 277 h 429"/>
                <a:gd name="T104" fmla="*/ 182 w 395"/>
                <a:gd name="T105" fmla="*/ 273 h 429"/>
                <a:gd name="T106" fmla="*/ 243 w 395"/>
                <a:gd name="T107" fmla="*/ 211 h 429"/>
                <a:gd name="T108" fmla="*/ 237 w 395"/>
                <a:gd name="T109" fmla="*/ 211 h 429"/>
                <a:gd name="T110" fmla="*/ 237 w 395"/>
                <a:gd name="T111" fmla="*/ 217 h 429"/>
                <a:gd name="T112" fmla="*/ 243 w 395"/>
                <a:gd name="T113" fmla="*/ 217 h 429"/>
                <a:gd name="T114" fmla="*/ 243 w 395"/>
                <a:gd name="T115" fmla="*/ 211 h 429"/>
                <a:gd name="T116" fmla="*/ 243 w 395"/>
                <a:gd name="T117" fmla="*/ 273 h 429"/>
                <a:gd name="T118" fmla="*/ 237 w 395"/>
                <a:gd name="T119" fmla="*/ 273 h 429"/>
                <a:gd name="T120" fmla="*/ 237 w 395"/>
                <a:gd name="T121" fmla="*/ 277 h 429"/>
                <a:gd name="T122" fmla="*/ 243 w 395"/>
                <a:gd name="T123" fmla="*/ 277 h 429"/>
                <a:gd name="T124" fmla="*/ 243 w 395"/>
                <a:gd name="T125" fmla="*/ 273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5" h="429">
                  <a:moveTo>
                    <a:pt x="299" y="151"/>
                  </a:moveTo>
                  <a:lnTo>
                    <a:pt x="299" y="429"/>
                  </a:lnTo>
                  <a:lnTo>
                    <a:pt x="242" y="429"/>
                  </a:lnTo>
                  <a:lnTo>
                    <a:pt x="242" y="333"/>
                  </a:lnTo>
                  <a:lnTo>
                    <a:pt x="181" y="333"/>
                  </a:lnTo>
                  <a:lnTo>
                    <a:pt x="181" y="429"/>
                  </a:lnTo>
                  <a:lnTo>
                    <a:pt x="121" y="429"/>
                  </a:lnTo>
                  <a:lnTo>
                    <a:pt x="121" y="151"/>
                  </a:lnTo>
                  <a:lnTo>
                    <a:pt x="211" y="151"/>
                  </a:lnTo>
                  <a:lnTo>
                    <a:pt x="299" y="151"/>
                  </a:lnTo>
                  <a:moveTo>
                    <a:pt x="211" y="151"/>
                  </a:moveTo>
                  <a:lnTo>
                    <a:pt x="211" y="92"/>
                  </a:lnTo>
                  <a:lnTo>
                    <a:pt x="0" y="92"/>
                  </a:lnTo>
                  <a:lnTo>
                    <a:pt x="0" y="429"/>
                  </a:lnTo>
                  <a:moveTo>
                    <a:pt x="395" y="429"/>
                  </a:moveTo>
                  <a:lnTo>
                    <a:pt x="395" y="123"/>
                  </a:lnTo>
                  <a:lnTo>
                    <a:pt x="268" y="0"/>
                  </a:lnTo>
                  <a:lnTo>
                    <a:pt x="268" y="151"/>
                  </a:lnTo>
                  <a:moveTo>
                    <a:pt x="62" y="151"/>
                  </a:moveTo>
                  <a:lnTo>
                    <a:pt x="56" y="151"/>
                  </a:lnTo>
                  <a:lnTo>
                    <a:pt x="56" y="155"/>
                  </a:lnTo>
                  <a:lnTo>
                    <a:pt x="62" y="155"/>
                  </a:lnTo>
                  <a:lnTo>
                    <a:pt x="62" y="151"/>
                  </a:lnTo>
                  <a:moveTo>
                    <a:pt x="62" y="211"/>
                  </a:moveTo>
                  <a:lnTo>
                    <a:pt x="56" y="211"/>
                  </a:lnTo>
                  <a:lnTo>
                    <a:pt x="56" y="217"/>
                  </a:lnTo>
                  <a:lnTo>
                    <a:pt x="62" y="217"/>
                  </a:lnTo>
                  <a:lnTo>
                    <a:pt x="62" y="211"/>
                  </a:lnTo>
                  <a:moveTo>
                    <a:pt x="62" y="271"/>
                  </a:moveTo>
                  <a:lnTo>
                    <a:pt x="56" y="271"/>
                  </a:lnTo>
                  <a:lnTo>
                    <a:pt x="56" y="277"/>
                  </a:lnTo>
                  <a:lnTo>
                    <a:pt x="62" y="277"/>
                  </a:lnTo>
                  <a:lnTo>
                    <a:pt x="62" y="271"/>
                  </a:lnTo>
                  <a:moveTo>
                    <a:pt x="62" y="332"/>
                  </a:moveTo>
                  <a:lnTo>
                    <a:pt x="56" y="332"/>
                  </a:lnTo>
                  <a:lnTo>
                    <a:pt x="56" y="337"/>
                  </a:lnTo>
                  <a:lnTo>
                    <a:pt x="62" y="337"/>
                  </a:lnTo>
                  <a:lnTo>
                    <a:pt x="62" y="332"/>
                  </a:lnTo>
                  <a:moveTo>
                    <a:pt x="62" y="392"/>
                  </a:moveTo>
                  <a:lnTo>
                    <a:pt x="56" y="392"/>
                  </a:lnTo>
                  <a:lnTo>
                    <a:pt x="56" y="397"/>
                  </a:lnTo>
                  <a:lnTo>
                    <a:pt x="62" y="397"/>
                  </a:lnTo>
                  <a:lnTo>
                    <a:pt x="62" y="392"/>
                  </a:lnTo>
                  <a:moveTo>
                    <a:pt x="182" y="211"/>
                  </a:moveTo>
                  <a:lnTo>
                    <a:pt x="177" y="211"/>
                  </a:lnTo>
                  <a:lnTo>
                    <a:pt x="177" y="217"/>
                  </a:lnTo>
                  <a:lnTo>
                    <a:pt x="182" y="217"/>
                  </a:lnTo>
                  <a:lnTo>
                    <a:pt x="182" y="211"/>
                  </a:lnTo>
                  <a:moveTo>
                    <a:pt x="182" y="273"/>
                  </a:moveTo>
                  <a:lnTo>
                    <a:pt x="177" y="273"/>
                  </a:lnTo>
                  <a:lnTo>
                    <a:pt x="177" y="277"/>
                  </a:lnTo>
                  <a:lnTo>
                    <a:pt x="182" y="277"/>
                  </a:lnTo>
                  <a:lnTo>
                    <a:pt x="182" y="273"/>
                  </a:lnTo>
                  <a:moveTo>
                    <a:pt x="243" y="211"/>
                  </a:moveTo>
                  <a:lnTo>
                    <a:pt x="237" y="211"/>
                  </a:lnTo>
                  <a:lnTo>
                    <a:pt x="237" y="217"/>
                  </a:lnTo>
                  <a:lnTo>
                    <a:pt x="243" y="217"/>
                  </a:lnTo>
                  <a:lnTo>
                    <a:pt x="243" y="211"/>
                  </a:lnTo>
                  <a:moveTo>
                    <a:pt x="243" y="273"/>
                  </a:moveTo>
                  <a:lnTo>
                    <a:pt x="237" y="273"/>
                  </a:lnTo>
                  <a:lnTo>
                    <a:pt x="237" y="277"/>
                  </a:lnTo>
                  <a:lnTo>
                    <a:pt x="243" y="277"/>
                  </a:lnTo>
                  <a:lnTo>
                    <a:pt x="243" y="273"/>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36" name="Rectangle: Rounded Corners 35">
            <a:extLst>
              <a:ext uri="{FF2B5EF4-FFF2-40B4-BE49-F238E27FC236}">
                <a16:creationId xmlns:a16="http://schemas.microsoft.com/office/drawing/2014/main" id="{2EECB350-2F5F-9777-76C3-3F153992D4AD}"/>
              </a:ext>
              <a:ext uri="{C183D7F6-B498-43B3-948B-1728B52AA6E4}">
                <adec:decorative xmlns:adec="http://schemas.microsoft.com/office/drawing/2017/decorative" val="1"/>
              </a:ext>
            </a:extLst>
          </p:cNvPr>
          <p:cNvSpPr/>
          <p:nvPr/>
        </p:nvSpPr>
        <p:spPr bwMode="auto">
          <a:xfrm>
            <a:off x="9410700" y="1190253"/>
            <a:ext cx="2194560" cy="3967712"/>
          </a:xfrm>
          <a:prstGeom prst="roundRect">
            <a:avLst>
              <a:gd name="adj" fmla="val 7092"/>
            </a:avLst>
          </a:prstGeom>
          <a:noFill/>
          <a:ln w="28575" cap="rnd">
            <a:solidFill>
              <a:schemeClr val="bg2">
                <a:lumMod val="9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888829" rtl="0" eaLnBrk="1" fontAlgn="base" latinLnBrk="0" hangingPunct="1">
              <a:lnSpc>
                <a:spcPct val="100000"/>
              </a:lnSpc>
              <a:spcBef>
                <a:spcPts val="600"/>
              </a:spcBef>
              <a:spcAft>
                <a:spcPts val="6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28" name="Rectangle: Rounded Corners 27">
            <a:extLst>
              <a:ext uri="{FF2B5EF4-FFF2-40B4-BE49-F238E27FC236}">
                <a16:creationId xmlns:a16="http://schemas.microsoft.com/office/drawing/2014/main" id="{523ABC7E-0E02-E630-6232-80C07A07DD02}"/>
              </a:ext>
              <a:ext uri="{C183D7F6-B498-43B3-948B-1728B52AA6E4}">
                <adec:decorative xmlns:adec="http://schemas.microsoft.com/office/drawing/2017/decorative" val="1"/>
              </a:ext>
            </a:extLst>
          </p:cNvPr>
          <p:cNvSpPr/>
          <p:nvPr/>
        </p:nvSpPr>
        <p:spPr bwMode="auto">
          <a:xfrm>
            <a:off x="586740" y="1190252"/>
            <a:ext cx="2194560" cy="3967716"/>
          </a:xfrm>
          <a:prstGeom prst="roundRect">
            <a:avLst>
              <a:gd name="adj" fmla="val 7092"/>
            </a:avLst>
          </a:prstGeom>
          <a:noFill/>
          <a:ln w="28575" cap="rnd">
            <a:solidFill>
              <a:schemeClr val="bg2">
                <a:lumMod val="9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888829" rtl="0" eaLnBrk="1" fontAlgn="base" latinLnBrk="0" hangingPunct="1">
              <a:lnSpc>
                <a:spcPct val="100000"/>
              </a:lnSpc>
              <a:spcBef>
                <a:spcPts val="600"/>
              </a:spcBef>
              <a:spcAft>
                <a:spcPts val="6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89" name="Rectangle: Rounded Corners 88">
            <a:extLst>
              <a:ext uri="{FF2B5EF4-FFF2-40B4-BE49-F238E27FC236}">
                <a16:creationId xmlns:a16="http://schemas.microsoft.com/office/drawing/2014/main" id="{781C1E34-E73F-8C72-AB09-5B39F6197859}"/>
              </a:ext>
              <a:ext uri="{C183D7F6-B498-43B3-948B-1728B52AA6E4}">
                <adec:decorative xmlns:adec="http://schemas.microsoft.com/office/drawing/2017/decorative" val="1"/>
              </a:ext>
            </a:extLst>
          </p:cNvPr>
          <p:cNvSpPr/>
          <p:nvPr/>
        </p:nvSpPr>
        <p:spPr bwMode="auto">
          <a:xfrm>
            <a:off x="4998720" y="1190253"/>
            <a:ext cx="2194560" cy="3967713"/>
          </a:xfrm>
          <a:prstGeom prst="roundRect">
            <a:avLst>
              <a:gd name="adj" fmla="val 7092"/>
            </a:avLst>
          </a:prstGeom>
          <a:noFill/>
          <a:ln w="28575" cap="rnd">
            <a:solidFill>
              <a:schemeClr val="bg2">
                <a:lumMod val="9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888829" rtl="0" eaLnBrk="1" fontAlgn="base" latinLnBrk="0" hangingPunct="1">
              <a:lnSpc>
                <a:spcPct val="100000"/>
              </a:lnSpc>
              <a:spcBef>
                <a:spcPts val="600"/>
              </a:spcBef>
              <a:spcAft>
                <a:spcPts val="6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2" name="Title 1">
            <a:extLst>
              <a:ext uri="{FF2B5EF4-FFF2-40B4-BE49-F238E27FC236}">
                <a16:creationId xmlns:a16="http://schemas.microsoft.com/office/drawing/2014/main" id="{325350AE-E9D1-5B8F-295B-CCD4E3456265}"/>
              </a:ext>
            </a:extLst>
          </p:cNvPr>
          <p:cNvSpPr>
            <a:spLocks noGrp="1"/>
          </p:cNvSpPr>
          <p:nvPr>
            <p:ph type="title"/>
          </p:nvPr>
        </p:nvSpPr>
        <p:spPr>
          <a:xfrm>
            <a:off x="643339" y="189077"/>
            <a:ext cx="5508419" cy="557076"/>
          </a:xfrm>
        </p:spPr>
        <p:txBody>
          <a:bodyPr/>
          <a:lstStyle/>
          <a:p>
            <a:r>
              <a:rPr lang="en-US" sz="3200" dirty="0"/>
              <a:t>How Entra Verified ID works</a:t>
            </a:r>
          </a:p>
        </p:txBody>
      </p:sp>
      <p:grpSp>
        <p:nvGrpSpPr>
          <p:cNvPr id="11" name="Group 10">
            <a:extLst>
              <a:ext uri="{FF2B5EF4-FFF2-40B4-BE49-F238E27FC236}">
                <a16:creationId xmlns:a16="http://schemas.microsoft.com/office/drawing/2014/main" id="{6293E84B-A6F3-B68C-0696-DE77F2227D07}"/>
              </a:ext>
              <a:ext uri="{C183D7F6-B498-43B3-948B-1728B52AA6E4}">
                <adec:decorative xmlns:adec="http://schemas.microsoft.com/office/drawing/2017/decorative" val="1"/>
              </a:ext>
            </a:extLst>
          </p:cNvPr>
          <p:cNvGrpSpPr/>
          <p:nvPr/>
        </p:nvGrpSpPr>
        <p:grpSpPr>
          <a:xfrm>
            <a:off x="1843805" y="1592048"/>
            <a:ext cx="481633" cy="481633"/>
            <a:chOff x="9894136" y="3591340"/>
            <a:chExt cx="208714" cy="215874"/>
          </a:xfrm>
        </p:grpSpPr>
        <p:sp>
          <p:nvSpPr>
            <p:cNvPr id="12" name="Oval 11">
              <a:extLst>
                <a:ext uri="{FF2B5EF4-FFF2-40B4-BE49-F238E27FC236}">
                  <a16:creationId xmlns:a16="http://schemas.microsoft.com/office/drawing/2014/main" id="{CDF0D1D4-BB31-96A2-3047-9DCCAAB962D1}"/>
                </a:ext>
              </a:extLst>
            </p:cNvPr>
            <p:cNvSpPr/>
            <p:nvPr/>
          </p:nvSpPr>
          <p:spPr bwMode="auto">
            <a:xfrm>
              <a:off x="9894136" y="3591340"/>
              <a:ext cx="208714" cy="215874"/>
            </a:xfrm>
            <a:prstGeom prst="ellipse">
              <a:avLst/>
            </a:prstGeom>
            <a:solidFill>
              <a:schemeClr val="accent3"/>
            </a:solidFill>
            <a:ln w="22225">
              <a:solidFill>
                <a:schemeClr val="bg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key" title="Icon of a key">
              <a:extLst>
                <a:ext uri="{FF2B5EF4-FFF2-40B4-BE49-F238E27FC236}">
                  <a16:creationId xmlns:a16="http://schemas.microsoft.com/office/drawing/2014/main" id="{E5364E34-FC27-DCA6-8394-D72E5C374774}"/>
                </a:ext>
              </a:extLst>
            </p:cNvPr>
            <p:cNvSpPr>
              <a:spLocks noChangeAspect="1" noEditPoints="1"/>
            </p:cNvSpPr>
            <p:nvPr/>
          </p:nvSpPr>
          <p:spPr bwMode="auto">
            <a:xfrm>
              <a:off x="9938648" y="3639739"/>
              <a:ext cx="119692" cy="119078"/>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952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mn-cs"/>
              </a:endParaRPr>
            </a:p>
          </p:txBody>
        </p:sp>
      </p:grpSp>
      <p:sp>
        <p:nvSpPr>
          <p:cNvPr id="52" name="Text Placeholder 5">
            <a:extLst>
              <a:ext uri="{FF2B5EF4-FFF2-40B4-BE49-F238E27FC236}">
                <a16:creationId xmlns:a16="http://schemas.microsoft.com/office/drawing/2014/main" id="{5279B9A6-0C72-515A-B1FE-045C23032B45}"/>
              </a:ext>
              <a:ext uri="{C183D7F6-B498-43B3-948B-1728B52AA6E4}">
                <adec:decorative xmlns:adec="http://schemas.microsoft.com/office/drawing/2017/decorative" val="1"/>
              </a:ext>
            </a:extLst>
          </p:cNvPr>
          <p:cNvSpPr txBox="1">
            <a:spLocks/>
          </p:cNvSpPr>
          <p:nvPr/>
        </p:nvSpPr>
        <p:spPr>
          <a:xfrm>
            <a:off x="5612789" y="1225776"/>
            <a:ext cx="966423" cy="37902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1" i="0" u="none" strike="noStrike" kern="1200" cap="none" spc="0" normalizeH="0" baseline="0" noProof="0" dirty="0">
                <a:ln>
                  <a:noFill/>
                </a:ln>
                <a:solidFill>
                  <a:schemeClr val="accent3"/>
                </a:solidFill>
                <a:effectLst/>
                <a:uLnTx/>
                <a:uFillTx/>
                <a:latin typeface="+mn-lt"/>
                <a:ea typeface="+mn-ea"/>
                <a:cs typeface="Segoe UI Semilight" panose="020B0402040204020203" pitchFamily="34" charset="0"/>
              </a:rPr>
              <a:t>User</a:t>
            </a:r>
          </a:p>
        </p:txBody>
      </p:sp>
      <p:sp>
        <p:nvSpPr>
          <p:cNvPr id="41" name="Text Placeholder 5">
            <a:extLst>
              <a:ext uri="{FF2B5EF4-FFF2-40B4-BE49-F238E27FC236}">
                <a16:creationId xmlns:a16="http://schemas.microsoft.com/office/drawing/2014/main" id="{45B07BDC-54AB-4935-D36E-63FD0C9B6366}"/>
              </a:ext>
              <a:ext uri="{C183D7F6-B498-43B3-948B-1728B52AA6E4}">
                <adec:decorative xmlns:adec="http://schemas.microsoft.com/office/drawing/2017/decorative" val="1"/>
              </a:ext>
            </a:extLst>
          </p:cNvPr>
          <p:cNvSpPr txBox="1">
            <a:spLocks/>
          </p:cNvSpPr>
          <p:nvPr/>
        </p:nvSpPr>
        <p:spPr>
          <a:xfrm>
            <a:off x="10598170" y="5406056"/>
            <a:ext cx="1241004" cy="45720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dirty="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Lookup public key material</a:t>
            </a:r>
          </a:p>
        </p:txBody>
      </p:sp>
      <p:cxnSp>
        <p:nvCxnSpPr>
          <p:cNvPr id="43" name="Straight Arrow Connector 42">
            <a:extLst>
              <a:ext uri="{FF2B5EF4-FFF2-40B4-BE49-F238E27FC236}">
                <a16:creationId xmlns:a16="http://schemas.microsoft.com/office/drawing/2014/main" id="{3C4D3E09-C88F-631A-76E1-9EC45AE96CF9}"/>
              </a:ext>
              <a:ext uri="{C183D7F6-B498-43B3-948B-1728B52AA6E4}">
                <adec:decorative xmlns:adec="http://schemas.microsoft.com/office/drawing/2017/decorative" val="1"/>
              </a:ext>
            </a:extLst>
          </p:cNvPr>
          <p:cNvCxnSpPr>
            <a:cxnSpLocks/>
          </p:cNvCxnSpPr>
          <p:nvPr/>
        </p:nvCxnSpPr>
        <p:spPr>
          <a:xfrm rot="16200000" flipV="1">
            <a:off x="10230001" y="5592121"/>
            <a:ext cx="548640" cy="0"/>
          </a:xfrm>
          <a:prstGeom prst="straightConnector1">
            <a:avLst/>
          </a:prstGeom>
          <a:noFill/>
          <a:ln w="25400" cap="flat" cmpd="sng" algn="ctr">
            <a:solidFill>
              <a:schemeClr val="accent1"/>
            </a:solidFill>
            <a:prstDash val="solid"/>
            <a:headEnd type="none" w="med" len="med"/>
            <a:tailEnd type="arrow" w="lg" len="sm"/>
          </a:ln>
          <a:effectLst/>
        </p:spPr>
      </p:cxnSp>
      <p:grpSp>
        <p:nvGrpSpPr>
          <p:cNvPr id="33" name="Group 32">
            <a:extLst>
              <a:ext uri="{FF2B5EF4-FFF2-40B4-BE49-F238E27FC236}">
                <a16:creationId xmlns:a16="http://schemas.microsoft.com/office/drawing/2014/main" id="{3059DB04-C399-D24C-045B-68D0CF8ADC5E}"/>
              </a:ext>
              <a:ext uri="{C183D7F6-B498-43B3-948B-1728B52AA6E4}">
                <adec:decorative xmlns:adec="http://schemas.microsoft.com/office/drawing/2017/decorative" val="1"/>
              </a:ext>
            </a:extLst>
          </p:cNvPr>
          <p:cNvGrpSpPr/>
          <p:nvPr/>
        </p:nvGrpSpPr>
        <p:grpSpPr>
          <a:xfrm>
            <a:off x="7281412" y="2258724"/>
            <a:ext cx="2041156" cy="2066072"/>
            <a:chOff x="7334677" y="2834804"/>
            <a:chExt cx="2041156" cy="2066072"/>
          </a:xfrm>
        </p:grpSpPr>
        <p:cxnSp>
          <p:nvCxnSpPr>
            <p:cNvPr id="62" name="Straight Arrow Connector 61">
              <a:extLst>
                <a:ext uri="{FF2B5EF4-FFF2-40B4-BE49-F238E27FC236}">
                  <a16:creationId xmlns:a16="http://schemas.microsoft.com/office/drawing/2014/main" id="{0657BED5-F8CE-ACF7-24B8-292101545273}"/>
                </a:ext>
                <a:ext uri="{C183D7F6-B498-43B3-948B-1728B52AA6E4}">
                  <adec:decorative xmlns:adec="http://schemas.microsoft.com/office/drawing/2017/decorative" val="1"/>
                </a:ext>
              </a:extLst>
            </p:cNvPr>
            <p:cNvCxnSpPr>
              <a:cxnSpLocks/>
            </p:cNvCxnSpPr>
            <p:nvPr/>
          </p:nvCxnSpPr>
          <p:spPr>
            <a:xfrm>
              <a:off x="7363601" y="3429000"/>
              <a:ext cx="2012232" cy="0"/>
            </a:xfrm>
            <a:prstGeom prst="straightConnector1">
              <a:avLst/>
            </a:prstGeom>
            <a:noFill/>
            <a:ln w="25400" cap="flat" cmpd="sng" algn="ctr">
              <a:solidFill>
                <a:schemeClr val="accent1"/>
              </a:solidFill>
              <a:prstDash val="solid"/>
              <a:headEnd type="none" w="med" len="med"/>
              <a:tailEnd type="arrow" w="lg" len="sm"/>
            </a:ln>
            <a:effectLst/>
          </p:spPr>
        </p:cxnSp>
        <p:grpSp>
          <p:nvGrpSpPr>
            <p:cNvPr id="30" name="Group 29">
              <a:extLst>
                <a:ext uri="{FF2B5EF4-FFF2-40B4-BE49-F238E27FC236}">
                  <a16:creationId xmlns:a16="http://schemas.microsoft.com/office/drawing/2014/main" id="{148188C1-11A4-5104-C5DF-9766455A6A1E}"/>
                </a:ext>
              </a:extLst>
            </p:cNvPr>
            <p:cNvGrpSpPr/>
            <p:nvPr/>
          </p:nvGrpSpPr>
          <p:grpSpPr>
            <a:xfrm>
              <a:off x="7334677" y="2834804"/>
              <a:ext cx="1912864" cy="2066072"/>
              <a:chOff x="7334677" y="2834804"/>
              <a:chExt cx="1912864" cy="2066072"/>
            </a:xfrm>
          </p:grpSpPr>
          <p:sp>
            <p:nvSpPr>
              <p:cNvPr id="27" name="Text Placeholder 5">
                <a:extLst>
                  <a:ext uri="{FF2B5EF4-FFF2-40B4-BE49-F238E27FC236}">
                    <a16:creationId xmlns:a16="http://schemas.microsoft.com/office/drawing/2014/main" id="{2C2B21A7-28B8-E3B0-AA39-36D718B07099}"/>
                  </a:ext>
                  <a:ext uri="{C183D7F6-B498-43B3-948B-1728B52AA6E4}">
                    <adec:decorative xmlns:adec="http://schemas.microsoft.com/office/drawing/2017/decorative" val="1"/>
                  </a:ext>
                </a:extLst>
              </p:cNvPr>
              <p:cNvSpPr txBox="1">
                <a:spLocks/>
              </p:cNvSpPr>
              <p:nvPr/>
            </p:nvSpPr>
            <p:spPr>
              <a:xfrm>
                <a:off x="7491893" y="3803596"/>
                <a:ext cx="1755648" cy="1097280"/>
              </a:xfrm>
              <a:prstGeom prst="rect">
                <a:avLst/>
              </a:prstGeom>
              <a:solidFill>
                <a:schemeClr val="bg1">
                  <a:lumMod val="95000"/>
                </a:schemeClr>
              </a:solidFill>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dirty="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iss: </a:t>
                </a:r>
                <a:r>
                  <a:rPr kumimoji="0" lang="en-US" sz="800" b="0" i="0" u="none" strike="noStrike" kern="1200" cap="none" spc="0" normalizeH="0" baseline="0" noProof="0" dirty="0" err="1">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did:example:woodgrove</a:t>
                </a:r>
                <a:b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b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sub: </a:t>
                </a:r>
                <a:r>
                  <a:rPr kumimoji="0" lang="en-US" sz="800" b="0" i="0" u="none" strike="noStrike" kern="1200" cap="none" spc="0" normalizeH="0" baseline="0" noProof="0" err="1">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did:example:user</a:t>
                </a:r>
                <a:b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b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claims: </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    title: program manager</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    since: 2011</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highlight>
                      <a:srgbClr val="FFFF00"/>
                    </a:highlight>
                    <a:uLnTx/>
                    <a:uFillTx/>
                    <a:latin typeface="Consolas" panose="020B0609020204030204" pitchFamily="49" charset="0"/>
                    <a:ea typeface="+mn-ea"/>
                    <a:cs typeface="Segoe UI Semilight" panose="020B0402040204020203" pitchFamily="34" charset="0"/>
                  </a:rPr>
                  <a:t>+ issuer’s digital signature</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highlight>
                      <a:srgbClr val="FFFF00"/>
                    </a:highlight>
                    <a:uLnTx/>
                    <a:uFillTx/>
                    <a:latin typeface="Consolas" panose="020B0609020204030204" pitchFamily="49" charset="0"/>
                    <a:ea typeface="+mn-ea"/>
                    <a:cs typeface="Segoe UI Semilight" panose="020B0402040204020203" pitchFamily="34" charset="0"/>
                  </a:rPr>
                  <a:t>+ subject’s digital signature</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b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br>
                <a:endPar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endParaRPr>
              </a:p>
            </p:txBody>
          </p:sp>
          <p:sp>
            <p:nvSpPr>
              <p:cNvPr id="64" name="Text Placeholder 5">
                <a:extLst>
                  <a:ext uri="{FF2B5EF4-FFF2-40B4-BE49-F238E27FC236}">
                    <a16:creationId xmlns:a16="http://schemas.microsoft.com/office/drawing/2014/main" id="{099A01C0-DF7C-9AA7-A7AB-F5016C1E021E}"/>
                  </a:ext>
                </a:extLst>
              </p:cNvPr>
              <p:cNvSpPr txBox="1">
                <a:spLocks/>
              </p:cNvSpPr>
              <p:nvPr/>
            </p:nvSpPr>
            <p:spPr>
              <a:xfrm>
                <a:off x="7503731" y="2856318"/>
                <a:ext cx="1708524" cy="57632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Proof of identity</a:t>
                </a:r>
              </a:p>
            </p:txBody>
          </p:sp>
          <p:sp>
            <p:nvSpPr>
              <p:cNvPr id="102" name="Oval 101">
                <a:extLst>
                  <a:ext uri="{FF2B5EF4-FFF2-40B4-BE49-F238E27FC236}">
                    <a16:creationId xmlns:a16="http://schemas.microsoft.com/office/drawing/2014/main" id="{557088E2-CCC0-D35D-10A8-2C2763C240F2}"/>
                  </a:ext>
                </a:extLst>
              </p:cNvPr>
              <p:cNvSpPr/>
              <p:nvPr/>
            </p:nvSpPr>
            <p:spPr bwMode="auto">
              <a:xfrm>
                <a:off x="7334677" y="2834804"/>
                <a:ext cx="457200" cy="457200"/>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2000" b="1">
                    <a:solidFill>
                      <a:srgbClr val="FFFFFF"/>
                    </a:solidFill>
                    <a:latin typeface="Segoe UI"/>
                    <a:cs typeface="Segoe UI" pitchFamily="34" charset="0"/>
                  </a:rPr>
                  <a:t>4</a:t>
                </a: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grpSp>
      <p:grpSp>
        <p:nvGrpSpPr>
          <p:cNvPr id="121" name="Group 120">
            <a:extLst>
              <a:ext uri="{FF2B5EF4-FFF2-40B4-BE49-F238E27FC236}">
                <a16:creationId xmlns:a16="http://schemas.microsoft.com/office/drawing/2014/main" id="{330A249C-4785-8B2A-617C-129E1A9A0BFC}"/>
              </a:ext>
              <a:ext uri="{C183D7F6-B498-43B3-948B-1728B52AA6E4}">
                <adec:decorative xmlns:adec="http://schemas.microsoft.com/office/drawing/2017/decorative" val="1"/>
              </a:ext>
            </a:extLst>
          </p:cNvPr>
          <p:cNvGrpSpPr/>
          <p:nvPr/>
        </p:nvGrpSpPr>
        <p:grpSpPr>
          <a:xfrm>
            <a:off x="10667765" y="1592048"/>
            <a:ext cx="481633" cy="481633"/>
            <a:chOff x="9894136" y="3591340"/>
            <a:chExt cx="208714" cy="215874"/>
          </a:xfrm>
        </p:grpSpPr>
        <p:sp>
          <p:nvSpPr>
            <p:cNvPr id="122" name="Oval 121">
              <a:extLst>
                <a:ext uri="{FF2B5EF4-FFF2-40B4-BE49-F238E27FC236}">
                  <a16:creationId xmlns:a16="http://schemas.microsoft.com/office/drawing/2014/main" id="{63B99179-BF9D-05FD-53F5-92EF07F69BDA}"/>
                </a:ext>
              </a:extLst>
            </p:cNvPr>
            <p:cNvSpPr/>
            <p:nvPr/>
          </p:nvSpPr>
          <p:spPr bwMode="auto">
            <a:xfrm>
              <a:off x="9894136" y="3591340"/>
              <a:ext cx="208714" cy="215874"/>
            </a:xfrm>
            <a:prstGeom prst="ellipse">
              <a:avLst/>
            </a:prstGeom>
            <a:solidFill>
              <a:schemeClr val="accent1"/>
            </a:solidFill>
            <a:ln w="22225">
              <a:solidFill>
                <a:schemeClr val="bg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3" name="key" title="Icon of a key">
              <a:extLst>
                <a:ext uri="{FF2B5EF4-FFF2-40B4-BE49-F238E27FC236}">
                  <a16:creationId xmlns:a16="http://schemas.microsoft.com/office/drawing/2014/main" id="{472275C7-8DE0-681A-69CB-6DB0E6D1BC53}"/>
                </a:ext>
              </a:extLst>
            </p:cNvPr>
            <p:cNvSpPr>
              <a:spLocks noChangeAspect="1" noEditPoints="1"/>
            </p:cNvSpPr>
            <p:nvPr/>
          </p:nvSpPr>
          <p:spPr bwMode="auto">
            <a:xfrm>
              <a:off x="9938648" y="3639739"/>
              <a:ext cx="119692" cy="119078"/>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952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127" name="TextBox 126">
            <a:extLst>
              <a:ext uri="{FF2B5EF4-FFF2-40B4-BE49-F238E27FC236}">
                <a16:creationId xmlns:a16="http://schemas.microsoft.com/office/drawing/2014/main" id="{12190CE5-B7F4-668B-7278-32BBF781BB05}"/>
              </a:ext>
              <a:ext uri="{C183D7F6-B498-43B3-948B-1728B52AA6E4}">
                <adec:decorative xmlns:adec="http://schemas.microsoft.com/office/drawing/2017/decorative" val="1"/>
              </a:ext>
            </a:extLst>
          </p:cNvPr>
          <p:cNvSpPr txBox="1"/>
          <p:nvPr/>
        </p:nvSpPr>
        <p:spPr>
          <a:xfrm>
            <a:off x="583359" y="5911204"/>
            <a:ext cx="11018520" cy="365760"/>
          </a:xfrm>
          <a:prstGeom prst="roundRect">
            <a:avLst>
              <a:gd name="adj" fmla="val 50000"/>
            </a:avLst>
          </a:prstGeom>
          <a:solidFill>
            <a:schemeClr val="accent4"/>
          </a:solidFill>
        </p:spPr>
        <p:txBody>
          <a:bodyPr wrap="square"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UI Semibold"/>
                <a:ea typeface="+mn-ea"/>
                <a:cs typeface="+mn-cs"/>
              </a:rPr>
              <a:t>Trust System</a:t>
            </a:r>
          </a:p>
        </p:txBody>
      </p:sp>
      <p:grpSp>
        <p:nvGrpSpPr>
          <p:cNvPr id="25" name="Group 24">
            <a:extLst>
              <a:ext uri="{FF2B5EF4-FFF2-40B4-BE49-F238E27FC236}">
                <a16:creationId xmlns:a16="http://schemas.microsoft.com/office/drawing/2014/main" id="{9B8C2DC0-6261-B7BD-557D-F5717ADC10CB}"/>
              </a:ext>
              <a:ext uri="{C183D7F6-B498-43B3-948B-1728B52AA6E4}">
                <adec:decorative xmlns:adec="http://schemas.microsoft.com/office/drawing/2017/decorative" val="1"/>
              </a:ext>
            </a:extLst>
          </p:cNvPr>
          <p:cNvGrpSpPr/>
          <p:nvPr/>
        </p:nvGrpSpPr>
        <p:grpSpPr>
          <a:xfrm>
            <a:off x="1229289" y="5295982"/>
            <a:ext cx="2103120" cy="1030785"/>
            <a:chOff x="1539320" y="4959284"/>
            <a:chExt cx="2103120" cy="1030785"/>
          </a:xfrm>
        </p:grpSpPr>
        <p:sp>
          <p:nvSpPr>
            <p:cNvPr id="40" name="Text Placeholder 5">
              <a:extLst>
                <a:ext uri="{FF2B5EF4-FFF2-40B4-BE49-F238E27FC236}">
                  <a16:creationId xmlns:a16="http://schemas.microsoft.com/office/drawing/2014/main" id="{77C5F182-FD13-A461-3B3D-295E08DFC9CD}"/>
                </a:ext>
                <a:ext uri="{C183D7F6-B498-43B3-948B-1728B52AA6E4}">
                  <adec:decorative xmlns:adec="http://schemas.microsoft.com/office/drawing/2017/decorative" val="1"/>
                </a:ext>
              </a:extLst>
            </p:cNvPr>
            <p:cNvSpPr txBox="1">
              <a:spLocks/>
            </p:cNvSpPr>
            <p:nvPr/>
          </p:nvSpPr>
          <p:spPr>
            <a:xfrm>
              <a:off x="2085209" y="5067173"/>
              <a:ext cx="1241004" cy="45720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Record public key material</a:t>
              </a:r>
            </a:p>
          </p:txBody>
        </p:sp>
        <p:cxnSp>
          <p:nvCxnSpPr>
            <p:cNvPr id="42" name="Straight Arrow Connector 41">
              <a:extLst>
                <a:ext uri="{FF2B5EF4-FFF2-40B4-BE49-F238E27FC236}">
                  <a16:creationId xmlns:a16="http://schemas.microsoft.com/office/drawing/2014/main" id="{A6474F6A-21A5-C679-3819-9026E98EC0E5}"/>
                </a:ext>
                <a:ext uri="{C183D7F6-B498-43B3-948B-1728B52AA6E4}">
                  <adec:decorative xmlns:adec="http://schemas.microsoft.com/office/drawing/2017/decorative" val="1"/>
                </a:ext>
              </a:extLst>
            </p:cNvPr>
            <p:cNvCxnSpPr>
              <a:cxnSpLocks/>
            </p:cNvCxnSpPr>
            <p:nvPr/>
          </p:nvCxnSpPr>
          <p:spPr>
            <a:xfrm rot="5400000">
              <a:off x="1717040" y="5233604"/>
              <a:ext cx="548640" cy="0"/>
            </a:xfrm>
            <a:prstGeom prst="straightConnector1">
              <a:avLst/>
            </a:prstGeom>
            <a:noFill/>
            <a:ln w="25400" cap="flat" cmpd="sng" algn="ctr">
              <a:solidFill>
                <a:schemeClr val="accent1"/>
              </a:solidFill>
              <a:prstDash val="solid"/>
              <a:headEnd type="none" w="med" len="med"/>
              <a:tailEnd type="arrow" w="lg" len="sm"/>
            </a:ln>
            <a:effectLst/>
          </p:spPr>
        </p:cxnSp>
        <p:sp>
          <p:nvSpPr>
            <p:cNvPr id="128" name="Text Placeholder 5">
              <a:extLst>
                <a:ext uri="{FF2B5EF4-FFF2-40B4-BE49-F238E27FC236}">
                  <a16:creationId xmlns:a16="http://schemas.microsoft.com/office/drawing/2014/main" id="{A5E40938-3CB8-D82F-628F-02F718C8F9FD}"/>
                </a:ext>
              </a:extLst>
            </p:cNvPr>
            <p:cNvSpPr txBox="1">
              <a:spLocks/>
            </p:cNvSpPr>
            <p:nvPr/>
          </p:nvSpPr>
          <p:spPr>
            <a:xfrm>
              <a:off x="1539320" y="5532869"/>
              <a:ext cx="2103120" cy="457200"/>
            </a:xfrm>
            <a:prstGeom prst="rect">
              <a:avLst/>
            </a:prstGeom>
            <a:solidFill>
              <a:schemeClr val="bg1">
                <a:lumMod val="95000"/>
              </a:schemeClr>
            </a:solidFill>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err="1">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iss</a:t>
              </a: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 did:example:123</a:t>
              </a:r>
              <a:b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b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keys: "------BEGIN PUBLIC KEY --…"</a:t>
              </a:r>
            </a:p>
          </p:txBody>
        </p:sp>
      </p:grpSp>
      <p:grpSp>
        <p:nvGrpSpPr>
          <p:cNvPr id="129" name="Group 128">
            <a:extLst>
              <a:ext uri="{FF2B5EF4-FFF2-40B4-BE49-F238E27FC236}">
                <a16:creationId xmlns:a16="http://schemas.microsoft.com/office/drawing/2014/main" id="{C7DD02EC-A254-4486-D657-C822D47E18E3}"/>
              </a:ext>
              <a:ext uri="{C183D7F6-B498-43B3-948B-1728B52AA6E4}">
                <adec:decorative xmlns:adec="http://schemas.microsoft.com/office/drawing/2017/decorative" val="1"/>
              </a:ext>
            </a:extLst>
          </p:cNvPr>
          <p:cNvGrpSpPr/>
          <p:nvPr/>
        </p:nvGrpSpPr>
        <p:grpSpPr>
          <a:xfrm>
            <a:off x="9798658" y="5956924"/>
            <a:ext cx="274320" cy="274320"/>
            <a:chOff x="9894136" y="3591340"/>
            <a:chExt cx="208714" cy="215874"/>
          </a:xfrm>
        </p:grpSpPr>
        <p:sp>
          <p:nvSpPr>
            <p:cNvPr id="136" name="Oval 135">
              <a:extLst>
                <a:ext uri="{FF2B5EF4-FFF2-40B4-BE49-F238E27FC236}">
                  <a16:creationId xmlns:a16="http://schemas.microsoft.com/office/drawing/2014/main" id="{95414738-B57A-C3F7-9630-47CA8F18087C}"/>
                </a:ext>
              </a:extLst>
            </p:cNvPr>
            <p:cNvSpPr/>
            <p:nvPr/>
          </p:nvSpPr>
          <p:spPr bwMode="auto">
            <a:xfrm>
              <a:off x="9894136" y="3591340"/>
              <a:ext cx="208714" cy="215874"/>
            </a:xfrm>
            <a:prstGeom prst="ellipse">
              <a:avLst/>
            </a:prstGeom>
            <a:solidFill>
              <a:schemeClr val="accent3"/>
            </a:solidFill>
            <a:ln w="22225">
              <a:solidFill>
                <a:schemeClr val="bg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7" name="key" title="Icon of a key">
              <a:extLst>
                <a:ext uri="{FF2B5EF4-FFF2-40B4-BE49-F238E27FC236}">
                  <a16:creationId xmlns:a16="http://schemas.microsoft.com/office/drawing/2014/main" id="{E00DE273-67FD-7C1D-4C98-9448DFF43EA3}"/>
                </a:ext>
              </a:extLst>
            </p:cNvPr>
            <p:cNvSpPr>
              <a:spLocks noChangeAspect="1" noEditPoints="1"/>
            </p:cNvSpPr>
            <p:nvPr/>
          </p:nvSpPr>
          <p:spPr bwMode="auto">
            <a:xfrm>
              <a:off x="9939103" y="3636476"/>
              <a:ext cx="119692" cy="119078"/>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952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30" name="Group 129">
            <a:extLst>
              <a:ext uri="{FF2B5EF4-FFF2-40B4-BE49-F238E27FC236}">
                <a16:creationId xmlns:a16="http://schemas.microsoft.com/office/drawing/2014/main" id="{79C1319E-67A7-8411-2A61-B36675705118}"/>
              </a:ext>
              <a:ext uri="{C183D7F6-B498-43B3-948B-1728B52AA6E4}">
                <adec:decorative xmlns:adec="http://schemas.microsoft.com/office/drawing/2017/decorative" val="1"/>
              </a:ext>
            </a:extLst>
          </p:cNvPr>
          <p:cNvGrpSpPr/>
          <p:nvPr/>
        </p:nvGrpSpPr>
        <p:grpSpPr>
          <a:xfrm>
            <a:off x="10147494" y="5956924"/>
            <a:ext cx="274320" cy="274320"/>
            <a:chOff x="9894136" y="3591340"/>
            <a:chExt cx="208714" cy="215874"/>
          </a:xfrm>
        </p:grpSpPr>
        <p:sp>
          <p:nvSpPr>
            <p:cNvPr id="134" name="Oval 133">
              <a:extLst>
                <a:ext uri="{FF2B5EF4-FFF2-40B4-BE49-F238E27FC236}">
                  <a16:creationId xmlns:a16="http://schemas.microsoft.com/office/drawing/2014/main" id="{B0AFF0DB-6E2D-6936-E01B-A5C9BF68EBEC}"/>
                </a:ext>
              </a:extLst>
            </p:cNvPr>
            <p:cNvSpPr/>
            <p:nvPr/>
          </p:nvSpPr>
          <p:spPr bwMode="auto">
            <a:xfrm>
              <a:off x="9894136" y="3591340"/>
              <a:ext cx="208714" cy="215874"/>
            </a:xfrm>
            <a:prstGeom prst="ellipse">
              <a:avLst/>
            </a:prstGeom>
            <a:solidFill>
              <a:schemeClr val="accent6"/>
            </a:solidFill>
            <a:ln w="22225">
              <a:solidFill>
                <a:schemeClr val="bg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5" name="key" title="Icon of a key">
              <a:extLst>
                <a:ext uri="{FF2B5EF4-FFF2-40B4-BE49-F238E27FC236}">
                  <a16:creationId xmlns:a16="http://schemas.microsoft.com/office/drawing/2014/main" id="{002ECDE5-4D29-A2A0-53E8-86359B0B1BB2}"/>
                </a:ext>
              </a:extLst>
            </p:cNvPr>
            <p:cNvSpPr>
              <a:spLocks noChangeAspect="1" noEditPoints="1"/>
            </p:cNvSpPr>
            <p:nvPr/>
          </p:nvSpPr>
          <p:spPr bwMode="auto">
            <a:xfrm>
              <a:off x="9939103" y="3636476"/>
              <a:ext cx="119692" cy="119078"/>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952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31" name="Group 130">
            <a:extLst>
              <a:ext uri="{FF2B5EF4-FFF2-40B4-BE49-F238E27FC236}">
                <a16:creationId xmlns:a16="http://schemas.microsoft.com/office/drawing/2014/main" id="{647510EB-1B15-3E25-B277-A5EE6375F189}"/>
              </a:ext>
              <a:ext uri="{C183D7F6-B498-43B3-948B-1728B52AA6E4}">
                <adec:decorative xmlns:adec="http://schemas.microsoft.com/office/drawing/2017/decorative" val="1"/>
              </a:ext>
            </a:extLst>
          </p:cNvPr>
          <p:cNvGrpSpPr/>
          <p:nvPr/>
        </p:nvGrpSpPr>
        <p:grpSpPr>
          <a:xfrm>
            <a:off x="10496331" y="5956924"/>
            <a:ext cx="274320" cy="274320"/>
            <a:chOff x="9894136" y="3591340"/>
            <a:chExt cx="208714" cy="215874"/>
          </a:xfrm>
        </p:grpSpPr>
        <p:sp>
          <p:nvSpPr>
            <p:cNvPr id="132" name="Oval 131">
              <a:extLst>
                <a:ext uri="{FF2B5EF4-FFF2-40B4-BE49-F238E27FC236}">
                  <a16:creationId xmlns:a16="http://schemas.microsoft.com/office/drawing/2014/main" id="{8EF13CCB-3A9F-2702-9FCD-6A66983969FD}"/>
                </a:ext>
              </a:extLst>
            </p:cNvPr>
            <p:cNvSpPr/>
            <p:nvPr/>
          </p:nvSpPr>
          <p:spPr bwMode="auto">
            <a:xfrm>
              <a:off x="9894136" y="3591340"/>
              <a:ext cx="208714" cy="215874"/>
            </a:xfrm>
            <a:prstGeom prst="ellipse">
              <a:avLst/>
            </a:prstGeom>
            <a:solidFill>
              <a:schemeClr val="accent1"/>
            </a:solidFill>
            <a:ln w="222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3" name="key" title="Icon of a key">
              <a:extLst>
                <a:ext uri="{FF2B5EF4-FFF2-40B4-BE49-F238E27FC236}">
                  <a16:creationId xmlns:a16="http://schemas.microsoft.com/office/drawing/2014/main" id="{CC249946-144B-05CB-C1E5-48BBA94D39F8}"/>
                </a:ext>
              </a:extLst>
            </p:cNvPr>
            <p:cNvSpPr>
              <a:spLocks noChangeAspect="1" noEditPoints="1"/>
            </p:cNvSpPr>
            <p:nvPr/>
          </p:nvSpPr>
          <p:spPr bwMode="auto">
            <a:xfrm>
              <a:off x="9939103" y="3636476"/>
              <a:ext cx="119692" cy="119078"/>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952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19" name="Straight Arrow Connector 18">
            <a:extLst>
              <a:ext uri="{FF2B5EF4-FFF2-40B4-BE49-F238E27FC236}">
                <a16:creationId xmlns:a16="http://schemas.microsoft.com/office/drawing/2014/main" id="{CCE24329-A258-0029-0730-726FE8562DB4}"/>
              </a:ext>
              <a:ext uri="{C183D7F6-B498-43B3-948B-1728B52AA6E4}">
                <adec:decorative xmlns:adec="http://schemas.microsoft.com/office/drawing/2017/decorative" val="1"/>
              </a:ext>
            </a:extLst>
          </p:cNvPr>
          <p:cNvCxnSpPr/>
          <p:nvPr/>
        </p:nvCxnSpPr>
        <p:spPr>
          <a:xfrm flipH="1">
            <a:off x="7295874" y="1953528"/>
            <a:ext cx="2012232" cy="0"/>
          </a:xfrm>
          <a:prstGeom prst="straightConnector1">
            <a:avLst/>
          </a:prstGeom>
          <a:noFill/>
          <a:ln w="25400" cap="flat" cmpd="sng" algn="ctr">
            <a:solidFill>
              <a:schemeClr val="accent1"/>
            </a:solidFill>
            <a:prstDash val="solid"/>
            <a:headEnd type="none" w="med" len="med"/>
            <a:tailEnd type="arrow" w="lg" len="sm"/>
          </a:ln>
          <a:effectLst/>
        </p:spPr>
      </p:cxnSp>
      <p:grpSp>
        <p:nvGrpSpPr>
          <p:cNvPr id="86" name="Group 85">
            <a:extLst>
              <a:ext uri="{FF2B5EF4-FFF2-40B4-BE49-F238E27FC236}">
                <a16:creationId xmlns:a16="http://schemas.microsoft.com/office/drawing/2014/main" id="{B52A93BF-B141-5409-BF10-DFCDD401862A}"/>
              </a:ext>
              <a:ext uri="{C183D7F6-B498-43B3-948B-1728B52AA6E4}">
                <adec:decorative xmlns:adec="http://schemas.microsoft.com/office/drawing/2017/decorative" val="1"/>
              </a:ext>
            </a:extLst>
          </p:cNvPr>
          <p:cNvGrpSpPr/>
          <p:nvPr/>
        </p:nvGrpSpPr>
        <p:grpSpPr>
          <a:xfrm>
            <a:off x="7295069" y="1069381"/>
            <a:ext cx="2065212" cy="550443"/>
            <a:chOff x="7295069" y="1069381"/>
            <a:chExt cx="2065212" cy="550443"/>
          </a:xfrm>
        </p:grpSpPr>
        <p:cxnSp>
          <p:nvCxnSpPr>
            <p:cNvPr id="20" name="Straight Arrow Connector 19">
              <a:extLst>
                <a:ext uri="{FF2B5EF4-FFF2-40B4-BE49-F238E27FC236}">
                  <a16:creationId xmlns:a16="http://schemas.microsoft.com/office/drawing/2014/main" id="{37C6855E-5FBF-115C-F4FA-AA5B73AA5C6A}"/>
                </a:ext>
                <a:ext uri="{C183D7F6-B498-43B3-948B-1728B52AA6E4}">
                  <adec:decorative xmlns:adec="http://schemas.microsoft.com/office/drawing/2017/decorative" val="1"/>
                </a:ext>
              </a:extLst>
            </p:cNvPr>
            <p:cNvCxnSpPr>
              <a:cxnSpLocks/>
            </p:cNvCxnSpPr>
            <p:nvPr/>
          </p:nvCxnSpPr>
          <p:spPr>
            <a:xfrm>
              <a:off x="7348049" y="1619824"/>
              <a:ext cx="2012232" cy="0"/>
            </a:xfrm>
            <a:prstGeom prst="straightConnector1">
              <a:avLst/>
            </a:prstGeom>
            <a:noFill/>
            <a:ln w="25400" cap="flat" cmpd="sng" algn="ctr">
              <a:solidFill>
                <a:schemeClr val="accent1"/>
              </a:solidFill>
              <a:prstDash val="solid"/>
              <a:headEnd type="none" w="med" len="med"/>
              <a:tailEnd type="arrow" w="lg" len="sm"/>
            </a:ln>
            <a:effectLst/>
          </p:spPr>
        </p:cxnSp>
        <p:grpSp>
          <p:nvGrpSpPr>
            <p:cNvPr id="38" name="Group 37">
              <a:extLst>
                <a:ext uri="{FF2B5EF4-FFF2-40B4-BE49-F238E27FC236}">
                  <a16:creationId xmlns:a16="http://schemas.microsoft.com/office/drawing/2014/main" id="{FEABD552-510F-E359-4956-EEC43CBB7AEE}"/>
                </a:ext>
              </a:extLst>
            </p:cNvPr>
            <p:cNvGrpSpPr/>
            <p:nvPr/>
          </p:nvGrpSpPr>
          <p:grpSpPr>
            <a:xfrm>
              <a:off x="7295069" y="1069381"/>
              <a:ext cx="1817321" cy="457200"/>
              <a:chOff x="7295069" y="1069381"/>
              <a:chExt cx="1817321" cy="457200"/>
            </a:xfrm>
          </p:grpSpPr>
          <p:sp>
            <p:nvSpPr>
              <p:cNvPr id="65" name="Oval 64">
                <a:extLst>
                  <a:ext uri="{FF2B5EF4-FFF2-40B4-BE49-F238E27FC236}">
                    <a16:creationId xmlns:a16="http://schemas.microsoft.com/office/drawing/2014/main" id="{A0FB5808-B174-FBFC-73B6-AD528A1036F5}"/>
                  </a:ext>
                </a:extLst>
              </p:cNvPr>
              <p:cNvSpPr/>
              <p:nvPr/>
            </p:nvSpPr>
            <p:spPr bwMode="auto">
              <a:xfrm>
                <a:off x="7295069" y="1069381"/>
                <a:ext cx="457200" cy="457200"/>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rPr>
                  <a:t>3</a:t>
                </a:r>
              </a:p>
            </p:txBody>
          </p:sp>
          <p:sp>
            <p:nvSpPr>
              <p:cNvPr id="21" name="Text Placeholder 5">
                <a:extLst>
                  <a:ext uri="{FF2B5EF4-FFF2-40B4-BE49-F238E27FC236}">
                    <a16:creationId xmlns:a16="http://schemas.microsoft.com/office/drawing/2014/main" id="{9A8B4CC1-3A8E-1287-00A5-7336897F9E09}"/>
                  </a:ext>
                </a:extLst>
              </p:cNvPr>
              <p:cNvSpPr txBox="1">
                <a:spLocks/>
              </p:cNvSpPr>
              <p:nvPr/>
            </p:nvSpPr>
            <p:spPr>
              <a:xfrm>
                <a:off x="7740790" y="1153900"/>
                <a:ext cx="1371600" cy="28816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Request access</a:t>
                </a:r>
              </a:p>
            </p:txBody>
          </p:sp>
        </p:grpSp>
      </p:grpSp>
      <p:sp>
        <p:nvSpPr>
          <p:cNvPr id="22" name="Text Placeholder 5">
            <a:extLst>
              <a:ext uri="{FF2B5EF4-FFF2-40B4-BE49-F238E27FC236}">
                <a16:creationId xmlns:a16="http://schemas.microsoft.com/office/drawing/2014/main" id="{2FE72F3E-6057-5C31-A1FE-C4392EABC363}"/>
              </a:ext>
              <a:ext uri="{C183D7F6-B498-43B3-948B-1728B52AA6E4}">
                <adec:decorative xmlns:adec="http://schemas.microsoft.com/office/drawing/2017/decorative" val="1"/>
              </a:ext>
            </a:extLst>
          </p:cNvPr>
          <p:cNvSpPr txBox="1">
            <a:spLocks/>
          </p:cNvSpPr>
          <p:nvPr/>
        </p:nvSpPr>
        <p:spPr>
          <a:xfrm>
            <a:off x="7442204" y="1726388"/>
            <a:ext cx="1719572" cy="28816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Verifier initiates verification challenge</a:t>
            </a:r>
          </a:p>
        </p:txBody>
      </p:sp>
      <p:grpSp>
        <p:nvGrpSpPr>
          <p:cNvPr id="92" name="Group 91">
            <a:extLst>
              <a:ext uri="{FF2B5EF4-FFF2-40B4-BE49-F238E27FC236}">
                <a16:creationId xmlns:a16="http://schemas.microsoft.com/office/drawing/2014/main" id="{1682EF37-8729-7B2E-5C66-33F3AE551BB3}"/>
              </a:ext>
              <a:ext uri="{C183D7F6-B498-43B3-948B-1728B52AA6E4}">
                <adec:decorative xmlns:adec="http://schemas.microsoft.com/office/drawing/2017/decorative" val="1"/>
              </a:ext>
            </a:extLst>
          </p:cNvPr>
          <p:cNvGrpSpPr/>
          <p:nvPr/>
        </p:nvGrpSpPr>
        <p:grpSpPr>
          <a:xfrm>
            <a:off x="2899611" y="1038323"/>
            <a:ext cx="2084041" cy="550443"/>
            <a:chOff x="2883894" y="1069381"/>
            <a:chExt cx="2084041" cy="550443"/>
          </a:xfrm>
        </p:grpSpPr>
        <p:grpSp>
          <p:nvGrpSpPr>
            <p:cNvPr id="23" name="Group 22">
              <a:extLst>
                <a:ext uri="{FF2B5EF4-FFF2-40B4-BE49-F238E27FC236}">
                  <a16:creationId xmlns:a16="http://schemas.microsoft.com/office/drawing/2014/main" id="{A51E4AB7-C230-3C28-6043-1186F88BBCE4}"/>
                </a:ext>
                <a:ext uri="{C183D7F6-B498-43B3-948B-1728B52AA6E4}">
                  <adec:decorative xmlns:adec="http://schemas.microsoft.com/office/drawing/2017/decorative" val="1"/>
                </a:ext>
              </a:extLst>
            </p:cNvPr>
            <p:cNvGrpSpPr/>
            <p:nvPr/>
          </p:nvGrpSpPr>
          <p:grpSpPr>
            <a:xfrm>
              <a:off x="2883894" y="1069381"/>
              <a:ext cx="2012232" cy="550443"/>
              <a:chOff x="3538346" y="1694979"/>
              <a:chExt cx="2012232" cy="550443"/>
            </a:xfrm>
          </p:grpSpPr>
          <p:cxnSp>
            <p:nvCxnSpPr>
              <p:cNvPr id="16" name="Straight Arrow Connector 15">
                <a:extLst>
                  <a:ext uri="{FF2B5EF4-FFF2-40B4-BE49-F238E27FC236}">
                    <a16:creationId xmlns:a16="http://schemas.microsoft.com/office/drawing/2014/main" id="{7E1A06EF-20FB-DB41-62B7-B2D632155F6D}"/>
                  </a:ext>
                </a:extLst>
              </p:cNvPr>
              <p:cNvCxnSpPr/>
              <p:nvPr/>
            </p:nvCxnSpPr>
            <p:spPr>
              <a:xfrm flipH="1">
                <a:off x="3538346" y="2245422"/>
                <a:ext cx="2012232" cy="0"/>
              </a:xfrm>
              <a:prstGeom prst="straightConnector1">
                <a:avLst/>
              </a:prstGeom>
              <a:noFill/>
              <a:ln w="25400" cap="flat" cmpd="sng" algn="ctr">
                <a:solidFill>
                  <a:schemeClr val="accent1"/>
                </a:solidFill>
                <a:prstDash val="solid"/>
                <a:headEnd type="none" w="med" len="med"/>
                <a:tailEnd type="arrow" w="lg" len="sm"/>
              </a:ln>
              <a:effectLst/>
            </p:spPr>
          </p:cxnSp>
          <p:sp>
            <p:nvSpPr>
              <p:cNvPr id="17" name="Oval 16">
                <a:extLst>
                  <a:ext uri="{FF2B5EF4-FFF2-40B4-BE49-F238E27FC236}">
                    <a16:creationId xmlns:a16="http://schemas.microsoft.com/office/drawing/2014/main" id="{FCFBBB0E-D813-A65B-657D-ED92645E22C3}"/>
                  </a:ext>
                </a:extLst>
              </p:cNvPr>
              <p:cNvSpPr/>
              <p:nvPr/>
            </p:nvSpPr>
            <p:spPr bwMode="auto">
              <a:xfrm>
                <a:off x="3625389" y="1694979"/>
                <a:ext cx="457200" cy="457200"/>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1</a:t>
                </a:r>
              </a:p>
            </p:txBody>
          </p:sp>
        </p:grpSp>
        <p:sp>
          <p:nvSpPr>
            <p:cNvPr id="3" name="Text Placeholder 5">
              <a:extLst>
                <a:ext uri="{FF2B5EF4-FFF2-40B4-BE49-F238E27FC236}">
                  <a16:creationId xmlns:a16="http://schemas.microsoft.com/office/drawing/2014/main" id="{F5E798A5-832E-2FA0-D34E-78CD10A0A773}"/>
                </a:ext>
                <a:ext uri="{C183D7F6-B498-43B3-948B-1728B52AA6E4}">
                  <adec:decorative xmlns:adec="http://schemas.microsoft.com/office/drawing/2017/decorative" val="1"/>
                </a:ext>
              </a:extLst>
            </p:cNvPr>
            <p:cNvSpPr txBox="1">
              <a:spLocks/>
            </p:cNvSpPr>
            <p:nvPr/>
          </p:nvSpPr>
          <p:spPr>
            <a:xfrm>
              <a:off x="3413455" y="1153900"/>
              <a:ext cx="1554480" cy="28816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Request</a:t>
              </a:r>
              <a:r>
                <a:rPr kumimoji="0" lang="en-US" sz="1200" b="0" i="0" u="none" strike="noStrike" kern="1200" cap="none" spc="0" normalizeH="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 </a:t>
              </a: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Verified ID</a:t>
              </a:r>
            </a:p>
          </p:txBody>
        </p:sp>
      </p:grpSp>
      <p:pic>
        <p:nvPicPr>
          <p:cNvPr id="34" name="Picture 33">
            <a:extLst>
              <a:ext uri="{FF2B5EF4-FFF2-40B4-BE49-F238E27FC236}">
                <a16:creationId xmlns:a16="http://schemas.microsoft.com/office/drawing/2014/main" id="{BA45AE69-EC4A-4D68-D846-EDC21A37B98F}"/>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929" y="2557575"/>
            <a:ext cx="1154123" cy="636247"/>
          </a:xfrm>
          <a:prstGeom prst="rect">
            <a:avLst/>
          </a:prstGeom>
        </p:spPr>
      </p:pic>
      <p:sp>
        <p:nvSpPr>
          <p:cNvPr id="39" name="Rectangle: Top Corners Rounded 38">
            <a:extLst>
              <a:ext uri="{FF2B5EF4-FFF2-40B4-BE49-F238E27FC236}">
                <a16:creationId xmlns:a16="http://schemas.microsoft.com/office/drawing/2014/main" id="{B674B592-EDEF-5E58-3A2F-07BE5B70D1E3}"/>
              </a:ext>
              <a:ext uri="{C183D7F6-B498-43B3-948B-1728B52AA6E4}">
                <adec:decorative xmlns:adec="http://schemas.microsoft.com/office/drawing/2017/decorative" val="1"/>
              </a:ext>
            </a:extLst>
          </p:cNvPr>
          <p:cNvSpPr/>
          <p:nvPr/>
        </p:nvSpPr>
        <p:spPr>
          <a:xfrm>
            <a:off x="643339" y="4740895"/>
            <a:ext cx="640080" cy="274320"/>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a:ea typeface="+mn-ea"/>
                <a:cs typeface="Segoe UI Semilight" panose="020B0402040204020203" pitchFamily="34" charset="0"/>
              </a:rPr>
              <a:t>Identifiers</a:t>
            </a:r>
          </a:p>
        </p:txBody>
      </p:sp>
      <p:sp>
        <p:nvSpPr>
          <p:cNvPr id="44" name="Rectangle: Top Corners Rounded 43">
            <a:extLst>
              <a:ext uri="{FF2B5EF4-FFF2-40B4-BE49-F238E27FC236}">
                <a16:creationId xmlns:a16="http://schemas.microsoft.com/office/drawing/2014/main" id="{747E3AF8-6962-DD89-811C-3B4DBE1336D0}"/>
              </a:ext>
              <a:ext uri="{C183D7F6-B498-43B3-948B-1728B52AA6E4}">
                <adec:decorative xmlns:adec="http://schemas.microsoft.com/office/drawing/2017/decorative" val="1"/>
              </a:ext>
            </a:extLst>
          </p:cNvPr>
          <p:cNvSpPr/>
          <p:nvPr/>
        </p:nvSpPr>
        <p:spPr>
          <a:xfrm>
            <a:off x="1342201" y="4740895"/>
            <a:ext cx="640080" cy="274320"/>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Segoe UI"/>
                <a:ea typeface="+mn-ea"/>
                <a:cs typeface="Segoe UI Semilight" panose="020B0402040204020203" pitchFamily="34" charset="0"/>
              </a:rPr>
              <a:t>Documents</a:t>
            </a:r>
          </a:p>
        </p:txBody>
      </p:sp>
      <p:sp>
        <p:nvSpPr>
          <p:cNvPr id="47" name="Rectangle: Top Corners Rounded 46">
            <a:extLst>
              <a:ext uri="{FF2B5EF4-FFF2-40B4-BE49-F238E27FC236}">
                <a16:creationId xmlns:a16="http://schemas.microsoft.com/office/drawing/2014/main" id="{EDEEDE72-33EF-E25F-5D1F-EDEABF19DACB}"/>
              </a:ext>
              <a:ext uri="{C183D7F6-B498-43B3-948B-1728B52AA6E4}">
                <adec:decorative xmlns:adec="http://schemas.microsoft.com/office/drawing/2017/decorative" val="1"/>
              </a:ext>
            </a:extLst>
          </p:cNvPr>
          <p:cNvSpPr/>
          <p:nvPr/>
        </p:nvSpPr>
        <p:spPr>
          <a:xfrm>
            <a:off x="2041063" y="4740895"/>
            <a:ext cx="640080" cy="274320"/>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50" normalizeH="0" noProof="0">
                <a:ln>
                  <a:noFill/>
                </a:ln>
                <a:solidFill>
                  <a:schemeClr val="tx1"/>
                </a:solidFill>
                <a:effectLst/>
                <a:uLnTx/>
                <a:uFillTx/>
                <a:latin typeface="Segoe UI"/>
                <a:ea typeface="+mn-ea"/>
                <a:cs typeface="Segoe UI Semilight" panose="020B0402040204020203" pitchFamily="34" charset="0"/>
              </a:rPr>
              <a:t>Certifications</a:t>
            </a:r>
          </a:p>
        </p:txBody>
      </p:sp>
      <p:grpSp>
        <p:nvGrpSpPr>
          <p:cNvPr id="48" name="Group 47">
            <a:extLst>
              <a:ext uri="{FF2B5EF4-FFF2-40B4-BE49-F238E27FC236}">
                <a16:creationId xmlns:a16="http://schemas.microsoft.com/office/drawing/2014/main" id="{008CC81A-E581-FB06-5457-B71488310D04}"/>
              </a:ext>
              <a:ext uri="{C183D7F6-B498-43B3-948B-1728B52AA6E4}">
                <adec:decorative xmlns:adec="http://schemas.microsoft.com/office/drawing/2017/decorative" val="1"/>
              </a:ext>
            </a:extLst>
          </p:cNvPr>
          <p:cNvGrpSpPr/>
          <p:nvPr/>
        </p:nvGrpSpPr>
        <p:grpSpPr>
          <a:xfrm>
            <a:off x="2132503" y="4187856"/>
            <a:ext cx="457200" cy="457200"/>
            <a:chOff x="3732226" y="3889015"/>
            <a:chExt cx="541585" cy="541585"/>
          </a:xfrm>
        </p:grpSpPr>
        <p:sp>
          <p:nvSpPr>
            <p:cNvPr id="49" name="Oval 48">
              <a:extLst>
                <a:ext uri="{FF2B5EF4-FFF2-40B4-BE49-F238E27FC236}">
                  <a16:creationId xmlns:a16="http://schemas.microsoft.com/office/drawing/2014/main" id="{56B0239B-A40D-9A61-B476-9AE11025FF7F}"/>
                </a:ext>
                <a:ext uri="{C183D7F6-B498-43B3-948B-1728B52AA6E4}">
                  <adec:decorative xmlns:adec="http://schemas.microsoft.com/office/drawing/2017/decorative" val="1"/>
                </a:ext>
              </a:extLst>
            </p:cNvPr>
            <p:cNvSpPr/>
            <p:nvPr/>
          </p:nvSpPr>
          <p:spPr bwMode="auto">
            <a:xfrm>
              <a:off x="3732226" y="3889015"/>
              <a:ext cx="541585" cy="541585"/>
            </a:xfrm>
            <a:prstGeom prst="ellipse">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mn-ea"/>
                <a:cs typeface="Segoe UI" pitchFamily="34" charset="0"/>
              </a:endParaRPr>
            </a:p>
          </p:txBody>
        </p:sp>
        <p:sp>
          <p:nvSpPr>
            <p:cNvPr id="53" name="Ribbon_E9D1">
              <a:extLst>
                <a:ext uri="{FF2B5EF4-FFF2-40B4-BE49-F238E27FC236}">
                  <a16:creationId xmlns:a16="http://schemas.microsoft.com/office/drawing/2014/main" id="{9782AB18-07CB-242A-56AE-5A5D3E0D78CB}"/>
                </a:ext>
                <a:ext uri="{C183D7F6-B498-43B3-948B-1728B52AA6E4}">
                  <adec:decorative xmlns:adec="http://schemas.microsoft.com/office/drawing/2017/decorative" val="1"/>
                </a:ext>
              </a:extLst>
            </p:cNvPr>
            <p:cNvSpPr>
              <a:spLocks noChangeAspect="1" noEditPoints="1"/>
            </p:cNvSpPr>
            <p:nvPr/>
          </p:nvSpPr>
          <p:spPr bwMode="auto">
            <a:xfrm>
              <a:off x="3903437" y="3998771"/>
              <a:ext cx="199163" cy="322073"/>
            </a:xfrm>
            <a:custGeom>
              <a:avLst/>
              <a:gdLst>
                <a:gd name="T0" fmla="*/ 1130 w 2260"/>
                <a:gd name="T1" fmla="*/ 1758 h 3656"/>
                <a:gd name="T2" fmla="*/ 502 w 2260"/>
                <a:gd name="T3" fmla="*/ 1130 h 3656"/>
                <a:gd name="T4" fmla="*/ 1130 w 2260"/>
                <a:gd name="T5" fmla="*/ 502 h 3656"/>
                <a:gd name="T6" fmla="*/ 1758 w 2260"/>
                <a:gd name="T7" fmla="*/ 1130 h 3656"/>
                <a:gd name="T8" fmla="*/ 1130 w 2260"/>
                <a:gd name="T9" fmla="*/ 1758 h 3656"/>
                <a:gd name="T10" fmla="*/ 2260 w 2260"/>
                <a:gd name="T11" fmla="*/ 1130 h 3656"/>
                <a:gd name="T12" fmla="*/ 1130 w 2260"/>
                <a:gd name="T13" fmla="*/ 0 h 3656"/>
                <a:gd name="T14" fmla="*/ 0 w 2260"/>
                <a:gd name="T15" fmla="*/ 1130 h 3656"/>
                <a:gd name="T16" fmla="*/ 1130 w 2260"/>
                <a:gd name="T17" fmla="*/ 2260 h 3656"/>
                <a:gd name="T18" fmla="*/ 2260 w 2260"/>
                <a:gd name="T19" fmla="*/ 1130 h 3656"/>
                <a:gd name="T20" fmla="*/ 254 w 2260"/>
                <a:gd name="T21" fmla="*/ 1856 h 3656"/>
                <a:gd name="T22" fmla="*/ 254 w 2260"/>
                <a:gd name="T23" fmla="*/ 3656 h 3656"/>
                <a:gd name="T24" fmla="*/ 1126 w 2260"/>
                <a:gd name="T25" fmla="*/ 3252 h 3656"/>
                <a:gd name="T26" fmla="*/ 2006 w 2260"/>
                <a:gd name="T27" fmla="*/ 3656 h 3656"/>
                <a:gd name="T28" fmla="*/ 2006 w 2260"/>
                <a:gd name="T29" fmla="*/ 1856 h 3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60" h="3656">
                  <a:moveTo>
                    <a:pt x="1130" y="1758"/>
                  </a:moveTo>
                  <a:cubicBezTo>
                    <a:pt x="783" y="1758"/>
                    <a:pt x="502" y="1477"/>
                    <a:pt x="502" y="1130"/>
                  </a:cubicBezTo>
                  <a:cubicBezTo>
                    <a:pt x="502" y="784"/>
                    <a:pt x="783" y="502"/>
                    <a:pt x="1130" y="502"/>
                  </a:cubicBezTo>
                  <a:cubicBezTo>
                    <a:pt x="1477" y="502"/>
                    <a:pt x="1758" y="784"/>
                    <a:pt x="1758" y="1130"/>
                  </a:cubicBezTo>
                  <a:cubicBezTo>
                    <a:pt x="1758" y="1477"/>
                    <a:pt x="1477" y="1758"/>
                    <a:pt x="1130" y="1758"/>
                  </a:cubicBezTo>
                  <a:close/>
                  <a:moveTo>
                    <a:pt x="2260" y="1130"/>
                  </a:moveTo>
                  <a:cubicBezTo>
                    <a:pt x="2260" y="506"/>
                    <a:pt x="1754" y="0"/>
                    <a:pt x="1130" y="0"/>
                  </a:cubicBezTo>
                  <a:cubicBezTo>
                    <a:pt x="506" y="0"/>
                    <a:pt x="0" y="506"/>
                    <a:pt x="0" y="1130"/>
                  </a:cubicBezTo>
                  <a:cubicBezTo>
                    <a:pt x="0" y="1754"/>
                    <a:pt x="506" y="2260"/>
                    <a:pt x="1130" y="2260"/>
                  </a:cubicBezTo>
                  <a:cubicBezTo>
                    <a:pt x="1754" y="2260"/>
                    <a:pt x="2260" y="1754"/>
                    <a:pt x="2260" y="1130"/>
                  </a:cubicBezTo>
                  <a:close/>
                  <a:moveTo>
                    <a:pt x="254" y="1856"/>
                  </a:moveTo>
                  <a:cubicBezTo>
                    <a:pt x="254" y="3656"/>
                    <a:pt x="254" y="3656"/>
                    <a:pt x="254" y="3656"/>
                  </a:cubicBezTo>
                  <a:cubicBezTo>
                    <a:pt x="1126" y="3252"/>
                    <a:pt x="1126" y="3252"/>
                    <a:pt x="1126" y="3252"/>
                  </a:cubicBezTo>
                  <a:cubicBezTo>
                    <a:pt x="2006" y="3656"/>
                    <a:pt x="2006" y="3656"/>
                    <a:pt x="2006" y="3656"/>
                  </a:cubicBezTo>
                  <a:cubicBezTo>
                    <a:pt x="2006" y="1856"/>
                    <a:pt x="2006" y="1856"/>
                    <a:pt x="2006" y="1856"/>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a:ea typeface="+mn-ea"/>
                <a:cs typeface="+mn-cs"/>
              </a:endParaRPr>
            </a:p>
          </p:txBody>
        </p:sp>
      </p:grpSp>
      <p:grpSp>
        <p:nvGrpSpPr>
          <p:cNvPr id="60" name="Group 59">
            <a:extLst>
              <a:ext uri="{FF2B5EF4-FFF2-40B4-BE49-F238E27FC236}">
                <a16:creationId xmlns:a16="http://schemas.microsoft.com/office/drawing/2014/main" id="{A9F0208F-1E41-84B3-E3DF-222315F8158D}"/>
              </a:ext>
              <a:ext uri="{C183D7F6-B498-43B3-948B-1728B52AA6E4}">
                <adec:decorative xmlns:adec="http://schemas.microsoft.com/office/drawing/2017/decorative" val="1"/>
              </a:ext>
            </a:extLst>
          </p:cNvPr>
          <p:cNvGrpSpPr/>
          <p:nvPr/>
        </p:nvGrpSpPr>
        <p:grpSpPr>
          <a:xfrm>
            <a:off x="1433641" y="4187856"/>
            <a:ext cx="457200" cy="457200"/>
            <a:chOff x="4217418" y="3069299"/>
            <a:chExt cx="541585" cy="541585"/>
          </a:xfrm>
        </p:grpSpPr>
        <p:sp>
          <p:nvSpPr>
            <p:cNvPr id="61" name="Oval 60">
              <a:extLst>
                <a:ext uri="{FF2B5EF4-FFF2-40B4-BE49-F238E27FC236}">
                  <a16:creationId xmlns:a16="http://schemas.microsoft.com/office/drawing/2014/main" id="{B48DC253-FEF9-9454-11FF-E09519EC0040}"/>
                </a:ext>
                <a:ext uri="{C183D7F6-B498-43B3-948B-1728B52AA6E4}">
                  <adec:decorative xmlns:adec="http://schemas.microsoft.com/office/drawing/2017/decorative" val="1"/>
                </a:ext>
              </a:extLst>
            </p:cNvPr>
            <p:cNvSpPr/>
            <p:nvPr/>
          </p:nvSpPr>
          <p:spPr bwMode="auto">
            <a:xfrm>
              <a:off x="4217418" y="3069299"/>
              <a:ext cx="541585" cy="541585"/>
            </a:xfrm>
            <a:prstGeom prst="ellipse">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mn-ea"/>
                <a:cs typeface="Segoe UI" pitchFamily="34" charset="0"/>
              </a:endParaRPr>
            </a:p>
          </p:txBody>
        </p:sp>
        <p:sp>
          <p:nvSpPr>
            <p:cNvPr id="63" name="ContactCard_EEBD">
              <a:extLst>
                <a:ext uri="{FF2B5EF4-FFF2-40B4-BE49-F238E27FC236}">
                  <a16:creationId xmlns:a16="http://schemas.microsoft.com/office/drawing/2014/main" id="{4CC64EB3-F435-7232-C8BD-9A051C8CEFE7}"/>
                </a:ext>
                <a:ext uri="{C183D7F6-B498-43B3-948B-1728B52AA6E4}">
                  <adec:decorative xmlns:adec="http://schemas.microsoft.com/office/drawing/2017/decorative" val="1"/>
                </a:ext>
              </a:extLst>
            </p:cNvPr>
            <p:cNvSpPr>
              <a:spLocks noChangeAspect="1" noEditPoints="1"/>
            </p:cNvSpPr>
            <p:nvPr/>
          </p:nvSpPr>
          <p:spPr bwMode="auto">
            <a:xfrm>
              <a:off x="4342778" y="3233371"/>
              <a:ext cx="290864" cy="213441"/>
            </a:xfrm>
            <a:custGeom>
              <a:avLst/>
              <a:gdLst>
                <a:gd name="T0" fmla="*/ 2121 w 3742"/>
                <a:gd name="T1" fmla="*/ 998 h 2744"/>
                <a:gd name="T2" fmla="*/ 3368 w 3742"/>
                <a:gd name="T3" fmla="*/ 998 h 2744"/>
                <a:gd name="T4" fmla="*/ 2121 w 3742"/>
                <a:gd name="T5" fmla="*/ 1746 h 2744"/>
                <a:gd name="T6" fmla="*/ 2869 w 3742"/>
                <a:gd name="T7" fmla="*/ 1746 h 2744"/>
                <a:gd name="T8" fmla="*/ 3742 w 3742"/>
                <a:gd name="T9" fmla="*/ 0 h 2744"/>
                <a:gd name="T10" fmla="*/ 0 w 3742"/>
                <a:gd name="T11" fmla="*/ 0 h 2744"/>
                <a:gd name="T12" fmla="*/ 0 w 3742"/>
                <a:gd name="T13" fmla="*/ 2744 h 2744"/>
                <a:gd name="T14" fmla="*/ 3742 w 3742"/>
                <a:gd name="T15" fmla="*/ 2744 h 2744"/>
                <a:gd name="T16" fmla="*/ 3742 w 3742"/>
                <a:gd name="T17" fmla="*/ 0 h 2744"/>
                <a:gd name="T18" fmla="*/ 1123 w 3742"/>
                <a:gd name="T19" fmla="*/ 748 h 2744"/>
                <a:gd name="T20" fmla="*/ 748 w 3742"/>
                <a:gd name="T21" fmla="*/ 1123 h 2744"/>
                <a:gd name="T22" fmla="*/ 1123 w 3742"/>
                <a:gd name="T23" fmla="*/ 1497 h 2744"/>
                <a:gd name="T24" fmla="*/ 1497 w 3742"/>
                <a:gd name="T25" fmla="*/ 1123 h 2744"/>
                <a:gd name="T26" fmla="*/ 1123 w 3742"/>
                <a:gd name="T27" fmla="*/ 748 h 2744"/>
                <a:gd name="T28" fmla="*/ 1746 w 3742"/>
                <a:gd name="T29" fmla="*/ 2121 h 2744"/>
                <a:gd name="T30" fmla="*/ 1123 w 3742"/>
                <a:gd name="T31" fmla="*/ 1497 h 2744"/>
                <a:gd name="T32" fmla="*/ 499 w 3742"/>
                <a:gd name="T33" fmla="*/ 2121 h 2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42" h="2744">
                  <a:moveTo>
                    <a:pt x="2121" y="998"/>
                  </a:moveTo>
                  <a:cubicBezTo>
                    <a:pt x="3368" y="998"/>
                    <a:pt x="3368" y="998"/>
                    <a:pt x="3368" y="998"/>
                  </a:cubicBezTo>
                  <a:moveTo>
                    <a:pt x="2121" y="1746"/>
                  </a:moveTo>
                  <a:cubicBezTo>
                    <a:pt x="2869" y="1746"/>
                    <a:pt x="2869" y="1746"/>
                    <a:pt x="2869" y="1746"/>
                  </a:cubicBezTo>
                  <a:moveTo>
                    <a:pt x="3742" y="0"/>
                  </a:moveTo>
                  <a:cubicBezTo>
                    <a:pt x="0" y="0"/>
                    <a:pt x="0" y="0"/>
                    <a:pt x="0" y="0"/>
                  </a:cubicBezTo>
                  <a:cubicBezTo>
                    <a:pt x="0" y="2744"/>
                    <a:pt x="0" y="2744"/>
                    <a:pt x="0" y="2744"/>
                  </a:cubicBezTo>
                  <a:cubicBezTo>
                    <a:pt x="3742" y="2744"/>
                    <a:pt x="3742" y="2744"/>
                    <a:pt x="3742" y="2744"/>
                  </a:cubicBezTo>
                  <a:lnTo>
                    <a:pt x="3742" y="0"/>
                  </a:lnTo>
                  <a:close/>
                  <a:moveTo>
                    <a:pt x="1123" y="748"/>
                  </a:moveTo>
                  <a:cubicBezTo>
                    <a:pt x="916" y="748"/>
                    <a:pt x="748" y="916"/>
                    <a:pt x="748" y="1123"/>
                  </a:cubicBezTo>
                  <a:cubicBezTo>
                    <a:pt x="748" y="1329"/>
                    <a:pt x="916" y="1497"/>
                    <a:pt x="1123" y="1497"/>
                  </a:cubicBezTo>
                  <a:cubicBezTo>
                    <a:pt x="1329" y="1497"/>
                    <a:pt x="1497" y="1329"/>
                    <a:pt x="1497" y="1123"/>
                  </a:cubicBezTo>
                  <a:cubicBezTo>
                    <a:pt x="1497" y="916"/>
                    <a:pt x="1329" y="748"/>
                    <a:pt x="1123" y="748"/>
                  </a:cubicBezTo>
                  <a:close/>
                  <a:moveTo>
                    <a:pt x="1746" y="2121"/>
                  </a:moveTo>
                  <a:cubicBezTo>
                    <a:pt x="1746" y="1776"/>
                    <a:pt x="1467" y="1497"/>
                    <a:pt x="1123" y="1497"/>
                  </a:cubicBezTo>
                  <a:cubicBezTo>
                    <a:pt x="778" y="1497"/>
                    <a:pt x="499" y="1776"/>
                    <a:pt x="499" y="2121"/>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a:ea typeface="+mn-ea"/>
                <a:cs typeface="+mn-cs"/>
              </a:endParaRPr>
            </a:p>
          </p:txBody>
        </p:sp>
      </p:grpSp>
      <p:sp>
        <p:nvSpPr>
          <p:cNvPr id="68" name="TextBox 67">
            <a:extLst>
              <a:ext uri="{FF2B5EF4-FFF2-40B4-BE49-F238E27FC236}">
                <a16:creationId xmlns:a16="http://schemas.microsoft.com/office/drawing/2014/main" id="{E4AC7BEB-0621-96D4-8A1A-593186DDFE2E}"/>
              </a:ext>
              <a:ext uri="{C183D7F6-B498-43B3-948B-1728B52AA6E4}">
                <adec:decorative xmlns:adec="http://schemas.microsoft.com/office/drawing/2017/decorative" val="1"/>
              </a:ext>
            </a:extLst>
          </p:cNvPr>
          <p:cNvSpPr txBox="1"/>
          <p:nvPr/>
        </p:nvSpPr>
        <p:spPr>
          <a:xfrm>
            <a:off x="788967" y="3279478"/>
            <a:ext cx="1828800" cy="553998"/>
          </a:xfrm>
          <a:prstGeom prst="rect">
            <a:avLst/>
          </a:prstGeom>
          <a:noFill/>
        </p:spPr>
        <p:txBody>
          <a:bodyPr wrap="square" lIns="0" tIns="0" rIns="0" bIns="0">
            <a:noAutofit/>
          </a:bodyPr>
          <a:lstStyle/>
          <a:p>
            <a:pPr lvl="0" algn="ctr" defTabSz="888829" fontAlgn="base">
              <a:spcAft>
                <a:spcPts val="600"/>
              </a:spcAft>
              <a:defRPr/>
            </a:pPr>
            <a:r>
              <a:rPr lang="en-US" sz="1200" dirty="0">
                <a:latin typeface="+mj-lt"/>
              </a:rPr>
              <a:t>Before issuing a Verified ID, issuers </a:t>
            </a:r>
            <a:r>
              <a:rPr kumimoji="0" lang="en-US" sz="1200" b="0" i="0" u="none" strike="noStrike" kern="1200" cap="none" spc="0" normalizeH="0" baseline="0" noProof="0" dirty="0">
                <a:ln>
                  <a:noFill/>
                </a:ln>
                <a:effectLst/>
                <a:uLnTx/>
                <a:uFillTx/>
                <a:latin typeface="+mj-lt"/>
              </a:rPr>
              <a:t>attest to identity claims of any type</a:t>
            </a:r>
          </a:p>
        </p:txBody>
      </p:sp>
      <p:grpSp>
        <p:nvGrpSpPr>
          <p:cNvPr id="71" name="Group 70">
            <a:extLst>
              <a:ext uri="{FF2B5EF4-FFF2-40B4-BE49-F238E27FC236}">
                <a16:creationId xmlns:a16="http://schemas.microsoft.com/office/drawing/2014/main" id="{CBDC9E7D-1680-08E2-1B4F-D705885F7152}"/>
              </a:ext>
              <a:ext uri="{C183D7F6-B498-43B3-948B-1728B52AA6E4}">
                <adec:decorative xmlns:adec="http://schemas.microsoft.com/office/drawing/2017/decorative" val="1"/>
              </a:ext>
            </a:extLst>
          </p:cNvPr>
          <p:cNvGrpSpPr/>
          <p:nvPr/>
        </p:nvGrpSpPr>
        <p:grpSpPr>
          <a:xfrm>
            <a:off x="734779" y="4187856"/>
            <a:ext cx="457200" cy="457200"/>
            <a:chOff x="3123830" y="3048292"/>
            <a:chExt cx="541585" cy="541585"/>
          </a:xfrm>
        </p:grpSpPr>
        <p:sp>
          <p:nvSpPr>
            <p:cNvPr id="72" name="Oval 71">
              <a:extLst>
                <a:ext uri="{FF2B5EF4-FFF2-40B4-BE49-F238E27FC236}">
                  <a16:creationId xmlns:a16="http://schemas.microsoft.com/office/drawing/2014/main" id="{FADEB05D-27B9-7FCC-7F1D-225CA73044FF}"/>
                </a:ext>
              </a:extLst>
            </p:cNvPr>
            <p:cNvSpPr/>
            <p:nvPr/>
          </p:nvSpPr>
          <p:spPr bwMode="auto">
            <a:xfrm>
              <a:off x="3123830" y="3048292"/>
              <a:ext cx="541585" cy="541585"/>
            </a:xfrm>
            <a:prstGeom prst="ellipse">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mn-ea"/>
                <a:cs typeface="Segoe UI" pitchFamily="34" charset="0"/>
              </a:endParaRPr>
            </a:p>
          </p:txBody>
        </p:sp>
        <p:sp>
          <p:nvSpPr>
            <p:cNvPr id="73" name="people_12">
              <a:extLst>
                <a:ext uri="{FF2B5EF4-FFF2-40B4-BE49-F238E27FC236}">
                  <a16:creationId xmlns:a16="http://schemas.microsoft.com/office/drawing/2014/main" id="{B9562252-9608-9DB2-52BD-17019C66B81E}"/>
                </a:ext>
              </a:extLst>
            </p:cNvPr>
            <p:cNvSpPr>
              <a:spLocks noChangeAspect="1" noEditPoints="1"/>
            </p:cNvSpPr>
            <p:nvPr/>
          </p:nvSpPr>
          <p:spPr bwMode="auto">
            <a:xfrm>
              <a:off x="3257240" y="3201873"/>
              <a:ext cx="274765" cy="234423"/>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effectLst/>
                <a:uLnTx/>
                <a:uFillTx/>
              </a:endParaRPr>
            </a:p>
          </p:txBody>
        </p:sp>
      </p:grpSp>
      <p:sp>
        <p:nvSpPr>
          <p:cNvPr id="74" name="TextBox 73">
            <a:extLst>
              <a:ext uri="{FF2B5EF4-FFF2-40B4-BE49-F238E27FC236}">
                <a16:creationId xmlns:a16="http://schemas.microsoft.com/office/drawing/2014/main" id="{81592C36-91AB-F013-2303-0D049D981BFE}"/>
              </a:ext>
              <a:ext uri="{C183D7F6-B498-43B3-948B-1728B52AA6E4}">
                <adec:decorative xmlns:adec="http://schemas.microsoft.com/office/drawing/2017/decorative" val="1"/>
              </a:ext>
            </a:extLst>
          </p:cNvPr>
          <p:cNvSpPr txBox="1"/>
          <p:nvPr/>
        </p:nvSpPr>
        <p:spPr>
          <a:xfrm>
            <a:off x="9495363" y="4789153"/>
            <a:ext cx="640080" cy="230832"/>
          </a:xfrm>
          <a:prstGeom prst="rect">
            <a:avLst/>
          </a:prstGeom>
          <a:noFill/>
        </p:spPr>
        <p:txBody>
          <a:bodyPr wrap="square" lIns="0" rIns="0">
            <a:noAutofit/>
          </a:bodyPr>
          <a:lstStyle/>
          <a:p>
            <a:pPr marL="0" marR="0" lvl="0" indent="0" algn="ctr" defTabSz="888829" rtl="0" eaLnBrk="1" fontAlgn="base"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Segoe UI"/>
                <a:ea typeface="+mn-ea"/>
                <a:cs typeface="+mn-cs"/>
              </a:rPr>
              <a:t>Resources</a:t>
            </a:r>
          </a:p>
        </p:txBody>
      </p:sp>
      <p:sp>
        <p:nvSpPr>
          <p:cNvPr id="75" name="TextBox 74">
            <a:extLst>
              <a:ext uri="{FF2B5EF4-FFF2-40B4-BE49-F238E27FC236}">
                <a16:creationId xmlns:a16="http://schemas.microsoft.com/office/drawing/2014/main" id="{C2352AFF-DD38-8C09-12F8-24A63BA64248}"/>
              </a:ext>
              <a:ext uri="{C183D7F6-B498-43B3-948B-1728B52AA6E4}">
                <adec:decorative xmlns:adec="http://schemas.microsoft.com/office/drawing/2017/decorative" val="1"/>
              </a:ext>
            </a:extLst>
          </p:cNvPr>
          <p:cNvSpPr txBox="1"/>
          <p:nvPr/>
        </p:nvSpPr>
        <p:spPr>
          <a:xfrm>
            <a:off x="10893087" y="4789153"/>
            <a:ext cx="640080" cy="230832"/>
          </a:xfrm>
          <a:prstGeom prst="rect">
            <a:avLst/>
          </a:prstGeom>
          <a:noFill/>
        </p:spPr>
        <p:txBody>
          <a:bodyPr wrap="square" lIns="0" rIns="0">
            <a:noAutofit/>
          </a:bodyPr>
          <a:lstStyle/>
          <a:p>
            <a:pPr marL="0" marR="0" lvl="0" indent="0" algn="ctr" defTabSz="888829" rtl="0" eaLnBrk="1" fontAlgn="base"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Segoe UI"/>
                <a:ea typeface="+mn-ea"/>
                <a:cs typeface="+mn-cs"/>
              </a:rPr>
              <a:t>Actions</a:t>
            </a:r>
          </a:p>
        </p:txBody>
      </p:sp>
      <p:grpSp>
        <p:nvGrpSpPr>
          <p:cNvPr id="76" name="Group 75">
            <a:extLst>
              <a:ext uri="{FF2B5EF4-FFF2-40B4-BE49-F238E27FC236}">
                <a16:creationId xmlns:a16="http://schemas.microsoft.com/office/drawing/2014/main" id="{AF221BDE-5115-2475-311C-5BAC52D816D2}"/>
              </a:ext>
              <a:ext uri="{C183D7F6-B498-43B3-948B-1728B52AA6E4}">
                <adec:decorative xmlns:adec="http://schemas.microsoft.com/office/drawing/2017/decorative" val="1"/>
              </a:ext>
            </a:extLst>
          </p:cNvPr>
          <p:cNvGrpSpPr/>
          <p:nvPr/>
        </p:nvGrpSpPr>
        <p:grpSpPr>
          <a:xfrm>
            <a:off x="9586803" y="4236114"/>
            <a:ext cx="457200" cy="457200"/>
            <a:chOff x="6018417" y="3174525"/>
            <a:chExt cx="580568" cy="580568"/>
          </a:xfrm>
        </p:grpSpPr>
        <p:sp>
          <p:nvSpPr>
            <p:cNvPr id="77" name="Oval 76">
              <a:extLst>
                <a:ext uri="{FF2B5EF4-FFF2-40B4-BE49-F238E27FC236}">
                  <a16:creationId xmlns:a16="http://schemas.microsoft.com/office/drawing/2014/main" id="{AF2AD950-47AE-D2C1-1369-58A19FA42C52}"/>
                </a:ext>
                <a:ext uri="{C183D7F6-B498-43B3-948B-1728B52AA6E4}">
                  <adec:decorative xmlns:adec="http://schemas.microsoft.com/office/drawing/2017/decorative" val="1"/>
                </a:ext>
              </a:extLst>
            </p:cNvPr>
            <p:cNvSpPr/>
            <p:nvPr/>
          </p:nvSpPr>
          <p:spPr bwMode="auto">
            <a:xfrm>
              <a:off x="6018417" y="3174525"/>
              <a:ext cx="580568" cy="580568"/>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mn-ea"/>
                <a:cs typeface="Segoe UI" pitchFamily="34" charset="0"/>
              </a:endParaRPr>
            </a:p>
          </p:txBody>
        </p:sp>
        <p:sp>
          <p:nvSpPr>
            <p:cNvPr id="78" name="Copy_E8C8">
              <a:extLst>
                <a:ext uri="{FF2B5EF4-FFF2-40B4-BE49-F238E27FC236}">
                  <a16:creationId xmlns:a16="http://schemas.microsoft.com/office/drawing/2014/main" id="{3123BBF9-C3E3-3A0B-CDAC-8509E28804B3}"/>
                </a:ext>
                <a:ext uri="{C183D7F6-B498-43B3-948B-1728B52AA6E4}">
                  <adec:decorative xmlns:adec="http://schemas.microsoft.com/office/drawing/2017/decorative" val="1"/>
                </a:ext>
              </a:extLst>
            </p:cNvPr>
            <p:cNvSpPr>
              <a:spLocks noChangeAspect="1" noEditPoints="1"/>
            </p:cNvSpPr>
            <p:nvPr/>
          </p:nvSpPr>
          <p:spPr bwMode="auto">
            <a:xfrm>
              <a:off x="6173884" y="3309271"/>
              <a:ext cx="269635" cy="311076"/>
            </a:xfrm>
            <a:custGeom>
              <a:avLst/>
              <a:gdLst>
                <a:gd name="T0" fmla="*/ 3585 w 3585"/>
                <a:gd name="T1" fmla="*/ 1654 h 4136"/>
                <a:gd name="T2" fmla="*/ 2758 w 3585"/>
                <a:gd name="T3" fmla="*/ 1654 h 4136"/>
                <a:gd name="T4" fmla="*/ 2758 w 3585"/>
                <a:gd name="T5" fmla="*/ 827 h 4136"/>
                <a:gd name="T6" fmla="*/ 3585 w 3585"/>
                <a:gd name="T7" fmla="*/ 1654 h 4136"/>
                <a:gd name="T8" fmla="*/ 2758 w 3585"/>
                <a:gd name="T9" fmla="*/ 827 h 4136"/>
                <a:gd name="T10" fmla="*/ 1103 w 3585"/>
                <a:gd name="T11" fmla="*/ 827 h 4136"/>
                <a:gd name="T12" fmla="*/ 1103 w 3585"/>
                <a:gd name="T13" fmla="*/ 4136 h 4136"/>
                <a:gd name="T14" fmla="*/ 3585 w 3585"/>
                <a:gd name="T15" fmla="*/ 4136 h 4136"/>
                <a:gd name="T16" fmla="*/ 3585 w 3585"/>
                <a:gd name="T17" fmla="*/ 1654 h 4136"/>
                <a:gd name="T18" fmla="*/ 2483 w 3585"/>
                <a:gd name="T19" fmla="*/ 827 h 4136"/>
                <a:gd name="T20" fmla="*/ 1655 w 3585"/>
                <a:gd name="T21" fmla="*/ 0 h 4136"/>
                <a:gd name="T22" fmla="*/ 0 w 3585"/>
                <a:gd name="T23" fmla="*/ 0 h 4136"/>
                <a:gd name="T24" fmla="*/ 0 w 3585"/>
                <a:gd name="T25" fmla="*/ 3308 h 4136"/>
                <a:gd name="T26" fmla="*/ 1103 w 3585"/>
                <a:gd name="T27" fmla="*/ 3308 h 4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85" h="4136">
                  <a:moveTo>
                    <a:pt x="3585" y="1654"/>
                  </a:moveTo>
                  <a:lnTo>
                    <a:pt x="2758" y="1654"/>
                  </a:lnTo>
                  <a:lnTo>
                    <a:pt x="2758" y="827"/>
                  </a:lnTo>
                  <a:moveTo>
                    <a:pt x="3585" y="1654"/>
                  </a:moveTo>
                  <a:lnTo>
                    <a:pt x="2758" y="827"/>
                  </a:lnTo>
                  <a:lnTo>
                    <a:pt x="1103" y="827"/>
                  </a:lnTo>
                  <a:lnTo>
                    <a:pt x="1103" y="4136"/>
                  </a:lnTo>
                  <a:lnTo>
                    <a:pt x="3585" y="4136"/>
                  </a:lnTo>
                  <a:lnTo>
                    <a:pt x="3585" y="1654"/>
                  </a:lnTo>
                  <a:moveTo>
                    <a:pt x="2483" y="827"/>
                  </a:moveTo>
                  <a:lnTo>
                    <a:pt x="1655" y="0"/>
                  </a:lnTo>
                  <a:lnTo>
                    <a:pt x="0" y="0"/>
                  </a:lnTo>
                  <a:lnTo>
                    <a:pt x="0" y="3308"/>
                  </a:lnTo>
                  <a:lnTo>
                    <a:pt x="1103" y="3308"/>
                  </a:ln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a:ea typeface="+mn-ea"/>
                <a:cs typeface="+mn-cs"/>
              </a:endParaRPr>
            </a:p>
          </p:txBody>
        </p:sp>
      </p:grpSp>
      <p:grpSp>
        <p:nvGrpSpPr>
          <p:cNvPr id="79" name="Group 78">
            <a:extLst>
              <a:ext uri="{FF2B5EF4-FFF2-40B4-BE49-F238E27FC236}">
                <a16:creationId xmlns:a16="http://schemas.microsoft.com/office/drawing/2014/main" id="{EBC9D8B0-8A29-DB35-F745-6991F3D7F00C}"/>
              </a:ext>
              <a:ext uri="{C183D7F6-B498-43B3-948B-1728B52AA6E4}">
                <adec:decorative xmlns:adec="http://schemas.microsoft.com/office/drawing/2017/decorative" val="1"/>
              </a:ext>
            </a:extLst>
          </p:cNvPr>
          <p:cNvGrpSpPr/>
          <p:nvPr/>
        </p:nvGrpSpPr>
        <p:grpSpPr>
          <a:xfrm>
            <a:off x="10285665" y="4236114"/>
            <a:ext cx="457200" cy="457200"/>
            <a:chOff x="6852352" y="3167068"/>
            <a:chExt cx="580568" cy="580568"/>
          </a:xfrm>
        </p:grpSpPr>
        <p:sp>
          <p:nvSpPr>
            <p:cNvPr id="80" name="Oval 79">
              <a:extLst>
                <a:ext uri="{FF2B5EF4-FFF2-40B4-BE49-F238E27FC236}">
                  <a16:creationId xmlns:a16="http://schemas.microsoft.com/office/drawing/2014/main" id="{B6943288-9F8B-CBCB-A9A0-61226326516D}"/>
                </a:ext>
                <a:ext uri="{C183D7F6-B498-43B3-948B-1728B52AA6E4}">
                  <adec:decorative xmlns:adec="http://schemas.microsoft.com/office/drawing/2017/decorative" val="1"/>
                </a:ext>
              </a:extLst>
            </p:cNvPr>
            <p:cNvSpPr/>
            <p:nvPr/>
          </p:nvSpPr>
          <p:spPr bwMode="auto">
            <a:xfrm>
              <a:off x="6852352" y="3167068"/>
              <a:ext cx="580568" cy="580568"/>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mn-ea"/>
                <a:cs typeface="Segoe UI" pitchFamily="34" charset="0"/>
              </a:endParaRPr>
            </a:p>
          </p:txBody>
        </p:sp>
        <p:sp>
          <p:nvSpPr>
            <p:cNvPr id="81" name="create">
              <a:extLst>
                <a:ext uri="{FF2B5EF4-FFF2-40B4-BE49-F238E27FC236}">
                  <a16:creationId xmlns:a16="http://schemas.microsoft.com/office/drawing/2014/main" id="{5F5FD959-2ADA-17B9-D5DC-E9857272F444}"/>
                </a:ext>
                <a:ext uri="{C183D7F6-B498-43B3-948B-1728B52AA6E4}">
                  <adec:decorative xmlns:adec="http://schemas.microsoft.com/office/drawing/2017/decorative" val="1"/>
                </a:ext>
              </a:extLst>
            </p:cNvPr>
            <p:cNvSpPr>
              <a:spLocks noChangeAspect="1" noEditPoints="1"/>
            </p:cNvSpPr>
            <p:nvPr/>
          </p:nvSpPr>
          <p:spPr bwMode="auto">
            <a:xfrm>
              <a:off x="6974825" y="3292994"/>
              <a:ext cx="335622" cy="328717"/>
            </a:xfrm>
            <a:custGeom>
              <a:avLst/>
              <a:gdLst>
                <a:gd name="T0" fmla="*/ 0 w 354"/>
                <a:gd name="T1" fmla="*/ 174 h 348"/>
                <a:gd name="T2" fmla="*/ 177 w 354"/>
                <a:gd name="T3" fmla="*/ 0 h 348"/>
                <a:gd name="T4" fmla="*/ 354 w 354"/>
                <a:gd name="T5" fmla="*/ 174 h 348"/>
                <a:gd name="T6" fmla="*/ 177 w 354"/>
                <a:gd name="T7" fmla="*/ 348 h 348"/>
                <a:gd name="T8" fmla="*/ 18 w 354"/>
                <a:gd name="T9" fmla="*/ 252 h 348"/>
                <a:gd name="T10" fmla="*/ 60 w 354"/>
                <a:gd name="T11" fmla="*/ 265 h 348"/>
                <a:gd name="T12" fmla="*/ 18 w 354"/>
                <a:gd name="T13" fmla="*/ 252 h 348"/>
                <a:gd name="T14" fmla="*/ 6 w 354"/>
                <a:gd name="T15" fmla="*/ 294 h 348"/>
                <a:gd name="T16" fmla="*/ 263 w 354"/>
                <a:gd name="T17" fmla="*/ 22 h 348"/>
                <a:gd name="T18" fmla="*/ 161 w 354"/>
                <a:gd name="T19" fmla="*/ 121 h 348"/>
                <a:gd name="T20" fmla="*/ 120 w 354"/>
                <a:gd name="T21" fmla="*/ 234 h 348"/>
                <a:gd name="T22" fmla="*/ 237 w 354"/>
                <a:gd name="T23" fmla="*/ 194 h 348"/>
                <a:gd name="T24" fmla="*/ 336 w 354"/>
                <a:gd name="T25" fmla="*/ 97 h 348"/>
                <a:gd name="T26" fmla="*/ 161 w 354"/>
                <a:gd name="T27" fmla="*/ 121 h 348"/>
                <a:gd name="T28" fmla="*/ 217 w 354"/>
                <a:gd name="T29" fmla="*/ 140 h 348"/>
                <a:gd name="T30" fmla="*/ 304 w 354"/>
                <a:gd name="T31" fmla="*/ 52 h 348"/>
                <a:gd name="T32" fmla="*/ 236 w 354"/>
                <a:gd name="T33" fmla="*/ 194 h 348"/>
                <a:gd name="T34" fmla="*/ 217 w 354"/>
                <a:gd name="T35" fmla="*/ 140 h 348"/>
                <a:gd name="T36" fmla="*/ 138 w 354"/>
                <a:gd name="T37" fmla="*/ 184 h 348"/>
                <a:gd name="T38" fmla="*/ 171 w 354"/>
                <a:gd name="T39" fmla="*/ 217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4" h="348">
                  <a:moveTo>
                    <a:pt x="0" y="174"/>
                  </a:moveTo>
                  <a:cubicBezTo>
                    <a:pt x="0" y="78"/>
                    <a:pt x="79" y="0"/>
                    <a:pt x="177" y="0"/>
                  </a:cubicBezTo>
                  <a:cubicBezTo>
                    <a:pt x="275" y="0"/>
                    <a:pt x="354" y="78"/>
                    <a:pt x="354" y="174"/>
                  </a:cubicBezTo>
                  <a:cubicBezTo>
                    <a:pt x="354" y="271"/>
                    <a:pt x="275" y="348"/>
                    <a:pt x="177" y="348"/>
                  </a:cubicBezTo>
                  <a:cubicBezTo>
                    <a:pt x="108" y="348"/>
                    <a:pt x="47" y="309"/>
                    <a:pt x="18" y="252"/>
                  </a:cubicBezTo>
                  <a:moveTo>
                    <a:pt x="60" y="265"/>
                  </a:moveTo>
                  <a:cubicBezTo>
                    <a:pt x="18" y="252"/>
                    <a:pt x="18" y="252"/>
                    <a:pt x="18" y="252"/>
                  </a:cubicBezTo>
                  <a:cubicBezTo>
                    <a:pt x="6" y="294"/>
                    <a:pt x="6" y="294"/>
                    <a:pt x="6" y="294"/>
                  </a:cubicBezTo>
                  <a:moveTo>
                    <a:pt x="263" y="22"/>
                  </a:moveTo>
                  <a:cubicBezTo>
                    <a:pt x="161" y="121"/>
                    <a:pt x="161" y="121"/>
                    <a:pt x="161" y="121"/>
                  </a:cubicBezTo>
                  <a:cubicBezTo>
                    <a:pt x="120" y="234"/>
                    <a:pt x="120" y="234"/>
                    <a:pt x="120" y="234"/>
                  </a:cubicBezTo>
                  <a:cubicBezTo>
                    <a:pt x="237" y="194"/>
                    <a:pt x="237" y="194"/>
                    <a:pt x="237" y="194"/>
                  </a:cubicBezTo>
                  <a:cubicBezTo>
                    <a:pt x="336" y="97"/>
                    <a:pt x="336" y="97"/>
                    <a:pt x="336" y="97"/>
                  </a:cubicBezTo>
                  <a:moveTo>
                    <a:pt x="161" y="121"/>
                  </a:moveTo>
                  <a:cubicBezTo>
                    <a:pt x="217" y="140"/>
                    <a:pt x="217" y="140"/>
                    <a:pt x="217" y="140"/>
                  </a:cubicBezTo>
                  <a:cubicBezTo>
                    <a:pt x="304" y="52"/>
                    <a:pt x="304" y="52"/>
                    <a:pt x="304" y="52"/>
                  </a:cubicBezTo>
                  <a:moveTo>
                    <a:pt x="236" y="194"/>
                  </a:moveTo>
                  <a:cubicBezTo>
                    <a:pt x="217" y="140"/>
                    <a:pt x="217" y="140"/>
                    <a:pt x="217" y="140"/>
                  </a:cubicBezTo>
                  <a:moveTo>
                    <a:pt x="138" y="184"/>
                  </a:moveTo>
                  <a:cubicBezTo>
                    <a:pt x="171" y="217"/>
                    <a:pt x="171" y="217"/>
                    <a:pt x="171" y="217"/>
                  </a:cubicBez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a:ea typeface="+mn-ea"/>
                <a:cs typeface="+mn-cs"/>
              </a:endParaRPr>
            </a:p>
          </p:txBody>
        </p:sp>
      </p:grpSp>
      <p:grpSp>
        <p:nvGrpSpPr>
          <p:cNvPr id="82" name="Group 81">
            <a:extLst>
              <a:ext uri="{FF2B5EF4-FFF2-40B4-BE49-F238E27FC236}">
                <a16:creationId xmlns:a16="http://schemas.microsoft.com/office/drawing/2014/main" id="{84DF215B-20FC-C77B-D88C-2CAD91C6FD8F}"/>
              </a:ext>
              <a:ext uri="{C183D7F6-B498-43B3-948B-1728B52AA6E4}">
                <adec:decorative xmlns:adec="http://schemas.microsoft.com/office/drawing/2017/decorative" val="1"/>
              </a:ext>
            </a:extLst>
          </p:cNvPr>
          <p:cNvGrpSpPr/>
          <p:nvPr/>
        </p:nvGrpSpPr>
        <p:grpSpPr>
          <a:xfrm>
            <a:off x="10984527" y="4236114"/>
            <a:ext cx="457200" cy="457200"/>
            <a:chOff x="6440410" y="4041543"/>
            <a:chExt cx="580568" cy="580568"/>
          </a:xfrm>
        </p:grpSpPr>
        <p:sp>
          <p:nvSpPr>
            <p:cNvPr id="83" name="Oval 82">
              <a:extLst>
                <a:ext uri="{FF2B5EF4-FFF2-40B4-BE49-F238E27FC236}">
                  <a16:creationId xmlns:a16="http://schemas.microsoft.com/office/drawing/2014/main" id="{5643B258-7F37-417F-B42A-5F5A76556DE0}"/>
                </a:ext>
                <a:ext uri="{C183D7F6-B498-43B3-948B-1728B52AA6E4}">
                  <adec:decorative xmlns:adec="http://schemas.microsoft.com/office/drawing/2017/decorative" val="1"/>
                </a:ext>
              </a:extLst>
            </p:cNvPr>
            <p:cNvSpPr/>
            <p:nvPr/>
          </p:nvSpPr>
          <p:spPr bwMode="auto">
            <a:xfrm>
              <a:off x="6440410" y="4041543"/>
              <a:ext cx="580568" cy="580568"/>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mn-ea"/>
                <a:cs typeface="Segoe UI" pitchFamily="34" charset="0"/>
              </a:endParaRPr>
            </a:p>
          </p:txBody>
        </p:sp>
        <p:sp>
          <p:nvSpPr>
            <p:cNvPr id="84" name="arrow_24">
              <a:extLst>
                <a:ext uri="{FF2B5EF4-FFF2-40B4-BE49-F238E27FC236}">
                  <a16:creationId xmlns:a16="http://schemas.microsoft.com/office/drawing/2014/main" id="{D94BA9B6-5188-918C-D3AE-7F09EB933DFA}"/>
                </a:ext>
                <a:ext uri="{C183D7F6-B498-43B3-948B-1728B52AA6E4}">
                  <adec:decorative xmlns:adec="http://schemas.microsoft.com/office/drawing/2017/decorative" val="1"/>
                </a:ext>
              </a:extLst>
            </p:cNvPr>
            <p:cNvSpPr>
              <a:spLocks noChangeAspect="1" noEditPoints="1"/>
            </p:cNvSpPr>
            <p:nvPr/>
          </p:nvSpPr>
          <p:spPr bwMode="auto">
            <a:xfrm>
              <a:off x="6576077" y="4213744"/>
              <a:ext cx="309235" cy="236167"/>
            </a:xfrm>
            <a:custGeom>
              <a:avLst/>
              <a:gdLst>
                <a:gd name="T0" fmla="*/ 55 w 237"/>
                <a:gd name="T1" fmla="*/ 91 h 181"/>
                <a:gd name="T2" fmla="*/ 237 w 237"/>
                <a:gd name="T3" fmla="*/ 91 h 181"/>
                <a:gd name="T4" fmla="*/ 201 w 237"/>
                <a:gd name="T5" fmla="*/ 134 h 181"/>
                <a:gd name="T6" fmla="*/ 237 w 237"/>
                <a:gd name="T7" fmla="*/ 91 h 181"/>
                <a:gd name="T8" fmla="*/ 201 w 237"/>
                <a:gd name="T9" fmla="*/ 47 h 181"/>
                <a:gd name="T10" fmla="*/ 0 w 237"/>
                <a:gd name="T11" fmla="*/ 0 h 181"/>
                <a:gd name="T12" fmla="*/ 0 w 237"/>
                <a:gd name="T13" fmla="*/ 181 h 181"/>
                <a:gd name="T14" fmla="*/ 149 w 237"/>
                <a:gd name="T15" fmla="*/ 181 h 181"/>
                <a:gd name="T16" fmla="*/ 149 w 237"/>
                <a:gd name="T17" fmla="*/ 0 h 181"/>
                <a:gd name="T18" fmla="*/ 0 w 237"/>
                <a:gd name="T19" fmla="*/ 0 h 181"/>
                <a:gd name="T20" fmla="*/ 0 w 237"/>
                <a:gd name="T21"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181">
                  <a:moveTo>
                    <a:pt x="55" y="91"/>
                  </a:moveTo>
                  <a:lnTo>
                    <a:pt x="237" y="91"/>
                  </a:lnTo>
                  <a:moveTo>
                    <a:pt x="201" y="134"/>
                  </a:moveTo>
                  <a:lnTo>
                    <a:pt x="237" y="91"/>
                  </a:lnTo>
                  <a:lnTo>
                    <a:pt x="201" y="47"/>
                  </a:lnTo>
                  <a:moveTo>
                    <a:pt x="0" y="0"/>
                  </a:moveTo>
                  <a:lnTo>
                    <a:pt x="0" y="181"/>
                  </a:lnTo>
                  <a:lnTo>
                    <a:pt x="149" y="181"/>
                  </a:lnTo>
                  <a:lnTo>
                    <a:pt x="149" y="0"/>
                  </a:lnTo>
                  <a:lnTo>
                    <a:pt x="0" y="0"/>
                  </a:lnTo>
                  <a:lnTo>
                    <a:pt x="0" y="0"/>
                  </a:ln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a:ea typeface="+mn-ea"/>
                <a:cs typeface="+mn-cs"/>
              </a:endParaRPr>
            </a:p>
          </p:txBody>
        </p:sp>
      </p:grpSp>
      <p:sp>
        <p:nvSpPr>
          <p:cNvPr id="85" name="TextBox 84">
            <a:extLst>
              <a:ext uri="{FF2B5EF4-FFF2-40B4-BE49-F238E27FC236}">
                <a16:creationId xmlns:a16="http://schemas.microsoft.com/office/drawing/2014/main" id="{F8C9DB88-086F-81C7-918A-F643F21B9F85}"/>
              </a:ext>
              <a:ext uri="{C183D7F6-B498-43B3-948B-1728B52AA6E4}">
                <adec:decorative xmlns:adec="http://schemas.microsoft.com/office/drawing/2017/decorative" val="1"/>
              </a:ext>
            </a:extLst>
          </p:cNvPr>
          <p:cNvSpPr txBox="1"/>
          <p:nvPr/>
        </p:nvSpPr>
        <p:spPr>
          <a:xfrm>
            <a:off x="10194225" y="4789153"/>
            <a:ext cx="640080" cy="230832"/>
          </a:xfrm>
          <a:prstGeom prst="rect">
            <a:avLst/>
          </a:prstGeom>
          <a:noFill/>
        </p:spPr>
        <p:txBody>
          <a:bodyPr wrap="square" lIns="0" rIns="0">
            <a:noAutofit/>
          </a:bodyPr>
          <a:lstStyle/>
          <a:p>
            <a:pPr marL="0" marR="0" lvl="0" indent="0" algn="ctr" defTabSz="888829" rtl="0" eaLnBrk="1" fontAlgn="base"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Segoe UI"/>
                <a:ea typeface="+mn-ea"/>
                <a:cs typeface="+mn-cs"/>
              </a:rPr>
              <a:t>Workflows</a:t>
            </a:r>
          </a:p>
        </p:txBody>
      </p:sp>
      <p:sp>
        <p:nvSpPr>
          <p:cNvPr id="88" name="TextBox 87">
            <a:extLst>
              <a:ext uri="{FF2B5EF4-FFF2-40B4-BE49-F238E27FC236}">
                <a16:creationId xmlns:a16="http://schemas.microsoft.com/office/drawing/2014/main" id="{0277F7AB-4A78-5436-9C0E-7B7E61BCE989}"/>
              </a:ext>
              <a:ext uri="{C183D7F6-B498-43B3-948B-1728B52AA6E4}">
                <adec:decorative xmlns:adec="http://schemas.microsoft.com/office/drawing/2017/decorative" val="1"/>
              </a:ext>
            </a:extLst>
          </p:cNvPr>
          <p:cNvSpPr txBox="1"/>
          <p:nvPr/>
        </p:nvSpPr>
        <p:spPr>
          <a:xfrm>
            <a:off x="9612927" y="3279478"/>
            <a:ext cx="1828800" cy="738664"/>
          </a:xfrm>
          <a:prstGeom prst="rect">
            <a:avLst/>
          </a:prstGeom>
          <a:noFill/>
        </p:spPr>
        <p:txBody>
          <a:bodyPr wrap="square" lIns="0" tIns="0" rIns="0" bIns="0">
            <a:noAutofit/>
          </a:bodyPr>
          <a:lstStyle/>
          <a:p>
            <a:pPr lvl="0" algn="ctr" defTabSz="888829" fontAlgn="base">
              <a:spcAft>
                <a:spcPts val="600"/>
              </a:spcAft>
              <a:defRPr/>
            </a:pPr>
            <a:r>
              <a:rPr lang="en-US" sz="1200">
                <a:latin typeface="+mj-lt"/>
              </a:rPr>
              <a:t>After identity verification, verifiers approve user access to protected assets or operations</a:t>
            </a:r>
          </a:p>
        </p:txBody>
      </p:sp>
      <p:sp>
        <p:nvSpPr>
          <p:cNvPr id="90" name="TextBox 89">
            <a:extLst>
              <a:ext uri="{FF2B5EF4-FFF2-40B4-BE49-F238E27FC236}">
                <a16:creationId xmlns:a16="http://schemas.microsoft.com/office/drawing/2014/main" id="{C0A9E95A-1B75-FBBA-362C-5C192B4C1205}"/>
              </a:ext>
              <a:ext uri="{C183D7F6-B498-43B3-948B-1728B52AA6E4}">
                <adec:decorative xmlns:adec="http://schemas.microsoft.com/office/drawing/2017/decorative" val="1"/>
              </a:ext>
            </a:extLst>
          </p:cNvPr>
          <p:cNvSpPr txBox="1"/>
          <p:nvPr/>
        </p:nvSpPr>
        <p:spPr>
          <a:xfrm>
            <a:off x="5181600" y="2738084"/>
            <a:ext cx="1828800" cy="907941"/>
          </a:xfrm>
          <a:prstGeom prst="rect">
            <a:avLst/>
          </a:prstGeom>
          <a:noFill/>
        </p:spPr>
        <p:txBody>
          <a:bodyPr wrap="square" lIns="0" tIns="0" rIns="0" bIns="0">
            <a:noAutofit/>
          </a:bodyPr>
          <a:lstStyle/>
          <a:p>
            <a:pPr marL="0" marR="0" lvl="0" indent="0" algn="ctr" defTabSz="914400" rtl="0" eaLnBrk="1" fontAlgn="auto" latinLnBrk="0" hangingPunct="1">
              <a:lnSpc>
                <a:spcPct val="100000"/>
              </a:lnSpc>
              <a:spcAft>
                <a:spcPts val="600"/>
              </a:spcAft>
              <a:buClrTx/>
              <a:buSzTx/>
              <a:buFontTx/>
              <a:buNone/>
              <a:tabLst/>
              <a:defRPr/>
            </a:pPr>
            <a:r>
              <a:rPr kumimoji="0" lang="en-US" sz="1200" i="0" u="none" strike="noStrike" kern="1200" cap="none" spc="0" normalizeH="0" baseline="0" noProof="0">
                <a:ln>
                  <a:noFill/>
                </a:ln>
                <a:effectLst/>
                <a:uLnTx/>
                <a:uFillTx/>
                <a:latin typeface="+mj-lt"/>
                <a:ea typeface="+mn-ea"/>
                <a:cs typeface="+mn-cs"/>
              </a:rPr>
              <a:t>Owns and manages Verified IDs</a:t>
            </a:r>
            <a:endParaRPr lang="en-US" sz="1200">
              <a:latin typeface="+mj-lt"/>
            </a:endParaRPr>
          </a:p>
          <a:p>
            <a:pPr marL="0" marR="0" lvl="0" indent="0" algn="ctr" defTabSz="914400" rtl="0" eaLnBrk="1" fontAlgn="auto" latinLnBrk="0" hangingPunct="1">
              <a:lnSpc>
                <a:spcPct val="100000"/>
              </a:lnSpc>
              <a:spcAft>
                <a:spcPts val="600"/>
              </a:spcAft>
              <a:buClrTx/>
              <a:buSzTx/>
              <a:buFontTx/>
              <a:buNone/>
              <a:tabLst/>
              <a:defRPr/>
            </a:pPr>
            <a:r>
              <a:rPr kumimoji="0" lang="en-US" sz="1200" i="0" u="none" strike="noStrike" kern="1200" cap="none" spc="0" normalizeH="0" baseline="0" noProof="0">
                <a:ln>
                  <a:noFill/>
                </a:ln>
                <a:effectLst/>
                <a:uLnTx/>
                <a:uFillTx/>
                <a:latin typeface="+mj-lt"/>
                <a:ea typeface="+mn-ea"/>
                <a:cs typeface="+mn-cs"/>
              </a:rPr>
              <a:t>Can</a:t>
            </a:r>
            <a:r>
              <a:rPr kumimoji="0" lang="en-US" sz="1200" i="0" u="none" strike="noStrike" kern="1200" cap="none" spc="0" normalizeH="0" noProof="0">
                <a:ln>
                  <a:noFill/>
                </a:ln>
                <a:effectLst/>
                <a:uLnTx/>
                <a:uFillTx/>
                <a:latin typeface="+mj-lt"/>
                <a:ea typeface="+mn-ea"/>
                <a:cs typeface="+mn-cs"/>
              </a:rPr>
              <a:t> use one Verified ID for many verifications</a:t>
            </a:r>
            <a:endParaRPr kumimoji="0" lang="en-US" sz="1200" i="0" u="none" strike="noStrike" kern="1200" cap="none" spc="0" normalizeH="0" baseline="0" noProof="0">
              <a:ln>
                <a:noFill/>
              </a:ln>
              <a:effectLst/>
              <a:uLnTx/>
              <a:uFillTx/>
              <a:latin typeface="+mj-lt"/>
              <a:ea typeface="+mn-ea"/>
              <a:cs typeface="+mn-cs"/>
            </a:endParaRPr>
          </a:p>
        </p:txBody>
      </p:sp>
      <p:sp>
        <p:nvSpPr>
          <p:cNvPr id="7" name="Text Placeholder 5">
            <a:extLst>
              <a:ext uri="{FF2B5EF4-FFF2-40B4-BE49-F238E27FC236}">
                <a16:creationId xmlns:a16="http://schemas.microsoft.com/office/drawing/2014/main" id="{073EB8DD-697B-65CD-B615-126679D224A7}"/>
              </a:ext>
              <a:ext uri="{C183D7F6-B498-43B3-948B-1728B52AA6E4}">
                <adec:decorative xmlns:adec="http://schemas.microsoft.com/office/drawing/2017/decorative" val="1"/>
              </a:ext>
            </a:extLst>
          </p:cNvPr>
          <p:cNvSpPr txBox="1">
            <a:spLocks/>
          </p:cNvSpPr>
          <p:nvPr/>
        </p:nvSpPr>
        <p:spPr>
          <a:xfrm>
            <a:off x="1283419" y="1225776"/>
            <a:ext cx="801203" cy="37902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1" i="0" u="none" strike="noStrike" kern="1200" cap="none" spc="0" normalizeH="0" baseline="0" noProof="0">
                <a:ln>
                  <a:noFill/>
                </a:ln>
                <a:solidFill>
                  <a:schemeClr val="accent1"/>
                </a:solidFill>
                <a:effectLst/>
                <a:uLnTx/>
                <a:uFillTx/>
                <a:latin typeface="+mn-lt"/>
                <a:ea typeface="+mn-ea"/>
                <a:cs typeface="Segoe UI Semilight" panose="020B0402040204020203" pitchFamily="34" charset="0"/>
              </a:rPr>
              <a:t>Issuer</a:t>
            </a:r>
          </a:p>
        </p:txBody>
      </p:sp>
      <p:grpSp>
        <p:nvGrpSpPr>
          <p:cNvPr id="101" name="Group 100">
            <a:extLst>
              <a:ext uri="{FF2B5EF4-FFF2-40B4-BE49-F238E27FC236}">
                <a16:creationId xmlns:a16="http://schemas.microsoft.com/office/drawing/2014/main" id="{82956419-781F-F442-6204-CD84FD63FFDF}"/>
              </a:ext>
              <a:ext uri="{C183D7F6-B498-43B3-948B-1728B52AA6E4}">
                <adec:decorative xmlns:adec="http://schemas.microsoft.com/office/drawing/2017/decorative" val="1"/>
              </a:ext>
            </a:extLst>
          </p:cNvPr>
          <p:cNvGrpSpPr/>
          <p:nvPr/>
        </p:nvGrpSpPr>
        <p:grpSpPr>
          <a:xfrm>
            <a:off x="2861421" y="2217178"/>
            <a:ext cx="2057178" cy="2085620"/>
            <a:chOff x="3057572" y="2687446"/>
            <a:chExt cx="2057178" cy="2085620"/>
          </a:xfrm>
        </p:grpSpPr>
        <p:sp>
          <p:nvSpPr>
            <p:cNvPr id="55" name="Oval 54">
              <a:extLst>
                <a:ext uri="{FF2B5EF4-FFF2-40B4-BE49-F238E27FC236}">
                  <a16:creationId xmlns:a16="http://schemas.microsoft.com/office/drawing/2014/main" id="{5B321CF8-E34F-0C28-209C-A19B38D82528}"/>
                </a:ext>
              </a:extLst>
            </p:cNvPr>
            <p:cNvSpPr/>
            <p:nvPr/>
          </p:nvSpPr>
          <p:spPr bwMode="auto">
            <a:xfrm>
              <a:off x="3057572" y="2687446"/>
              <a:ext cx="457200" cy="457200"/>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2</a:t>
              </a:r>
            </a:p>
          </p:txBody>
        </p:sp>
        <p:sp>
          <p:nvSpPr>
            <p:cNvPr id="24" name="Text Placeholder 5">
              <a:extLst>
                <a:ext uri="{FF2B5EF4-FFF2-40B4-BE49-F238E27FC236}">
                  <a16:creationId xmlns:a16="http://schemas.microsoft.com/office/drawing/2014/main" id="{E0A9ED34-6B67-7C07-22C8-3715231A5C84}"/>
                </a:ext>
                <a:ext uri="{C183D7F6-B498-43B3-948B-1728B52AA6E4}">
                  <adec:decorative xmlns:adec="http://schemas.microsoft.com/office/drawing/2017/decorative" val="1"/>
                </a:ext>
              </a:extLst>
            </p:cNvPr>
            <p:cNvSpPr txBox="1">
              <a:spLocks/>
            </p:cNvSpPr>
            <p:nvPr/>
          </p:nvSpPr>
          <p:spPr>
            <a:xfrm>
              <a:off x="3231216" y="3697784"/>
              <a:ext cx="1754837" cy="1075282"/>
            </a:xfrm>
            <a:prstGeom prst="rect">
              <a:avLst/>
            </a:prstGeom>
            <a:solidFill>
              <a:schemeClr val="bg1">
                <a:lumMod val="95000"/>
              </a:schemeClr>
            </a:solidFill>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err="1">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iss</a:t>
              </a: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 </a:t>
              </a:r>
              <a:r>
                <a:rPr kumimoji="0" lang="en-US" sz="800" b="0" i="0" u="none" strike="noStrike" kern="1200" cap="none" spc="0" normalizeH="0" baseline="0" noProof="0" err="1">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did:example:woodgrove</a:t>
              </a:r>
              <a:b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br>
              <a:r>
                <a:rPr kumimoji="0" lang="en-US" sz="800" b="0" i="0" u="none" strike="noStrike" kern="1200" cap="none" spc="0" normalizeH="0" baseline="0" noProof="0">
                  <a:ln>
                    <a:noFill/>
                  </a:ln>
                  <a:gradFill>
                    <a:gsLst>
                      <a:gs pos="1250">
                        <a:srgbClr val="000000"/>
                      </a:gs>
                      <a:gs pos="100000">
                        <a:srgbClr val="000000"/>
                      </a:gs>
                    </a:gsLst>
                    <a:lin ang="5400000" scaled="0"/>
                  </a:gradFill>
                  <a:effectLst/>
                  <a:highlight>
                    <a:srgbClr val="FFFF00"/>
                  </a:highlight>
                  <a:uLnTx/>
                  <a:uFillTx/>
                  <a:latin typeface="Consolas" panose="020B0609020204030204" pitchFamily="49" charset="0"/>
                  <a:ea typeface="+mn-ea"/>
                  <a:cs typeface="Segoe UI Semilight" panose="020B0402040204020203" pitchFamily="34" charset="0"/>
                </a:rPr>
                <a:t>sub: </a:t>
              </a:r>
              <a:r>
                <a:rPr kumimoji="0" lang="en-US" sz="800" b="0" i="0" u="none" strike="noStrike" kern="1200" cap="none" spc="0" normalizeH="0" baseline="0" noProof="0" err="1">
                  <a:ln>
                    <a:noFill/>
                  </a:ln>
                  <a:gradFill>
                    <a:gsLst>
                      <a:gs pos="1250">
                        <a:srgbClr val="000000"/>
                      </a:gs>
                      <a:gs pos="100000">
                        <a:srgbClr val="000000"/>
                      </a:gs>
                    </a:gsLst>
                    <a:lin ang="5400000" scaled="0"/>
                  </a:gradFill>
                  <a:effectLst/>
                  <a:highlight>
                    <a:srgbClr val="FFFF00"/>
                  </a:highlight>
                  <a:uLnTx/>
                  <a:uFillTx/>
                  <a:latin typeface="Consolas" panose="020B0609020204030204" pitchFamily="49" charset="0"/>
                  <a:ea typeface="+mn-ea"/>
                  <a:cs typeface="Segoe UI Semilight" panose="020B0402040204020203" pitchFamily="34" charset="0"/>
                </a:rPr>
                <a:t>did:example:user</a:t>
              </a:r>
              <a:b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b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claims:</a:t>
              </a:r>
              <a:r>
                <a:rPr kumimoji="0" lang="en-US" sz="800" b="0" i="0" u="none" strike="noStrike" kern="1200" cap="none" spc="0" normalizeH="0" baseline="0" noProof="0">
                  <a:ln>
                    <a:noFill/>
                  </a:ln>
                  <a:gradFill>
                    <a:gsLst>
                      <a:gs pos="1250">
                        <a:srgbClr val="000000"/>
                      </a:gs>
                      <a:gs pos="100000">
                        <a:srgbClr val="000000"/>
                      </a:gs>
                    </a:gsLst>
                    <a:lin ang="5400000" scaled="0"/>
                  </a:gradFill>
                  <a:effectLst/>
                  <a:highlight>
                    <a:srgbClr val="FFFF00"/>
                  </a:highlight>
                  <a:uLnTx/>
                  <a:uFillTx/>
                  <a:latin typeface="Consolas" panose="020B0609020204030204" pitchFamily="49" charset="0"/>
                  <a:ea typeface="+mn-ea"/>
                  <a:cs typeface="Segoe UI Semilight" panose="020B0402040204020203" pitchFamily="34" charset="0"/>
                </a:rPr>
                <a:t> </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    title: program manager</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uLnTx/>
                  <a:uFillTx/>
                  <a:latin typeface="Consolas" panose="020B0609020204030204" pitchFamily="49" charset="0"/>
                  <a:ea typeface="+mn-ea"/>
                  <a:cs typeface="Segoe UI Semilight" panose="020B0402040204020203" pitchFamily="34" charset="0"/>
                </a:rPr>
                <a:t>    since: 2011</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800" b="0" i="0" u="none" strike="noStrike" kern="1200" cap="none" spc="0" normalizeH="0" baseline="0" noProof="0">
                  <a:ln>
                    <a:noFill/>
                  </a:ln>
                  <a:gradFill>
                    <a:gsLst>
                      <a:gs pos="1250">
                        <a:srgbClr val="000000"/>
                      </a:gs>
                      <a:gs pos="100000">
                        <a:srgbClr val="000000"/>
                      </a:gs>
                    </a:gsLst>
                    <a:lin ang="5400000" scaled="0"/>
                  </a:gradFill>
                  <a:effectLst/>
                  <a:highlight>
                    <a:srgbClr val="FFFF00"/>
                  </a:highlight>
                  <a:uLnTx/>
                  <a:uFillTx/>
                  <a:latin typeface="Consolas" panose="020B0609020204030204" pitchFamily="49" charset="0"/>
                  <a:ea typeface="+mn-ea"/>
                  <a:cs typeface="Segoe UI Semilight" panose="020B0402040204020203" pitchFamily="34" charset="0"/>
                </a:rPr>
                <a:t>+ issuer’s digital signature</a:t>
              </a:r>
            </a:p>
          </p:txBody>
        </p:sp>
        <p:cxnSp>
          <p:nvCxnSpPr>
            <p:cNvPr id="45" name="Straight Arrow Connector 44">
              <a:extLst>
                <a:ext uri="{FF2B5EF4-FFF2-40B4-BE49-F238E27FC236}">
                  <a16:creationId xmlns:a16="http://schemas.microsoft.com/office/drawing/2014/main" id="{CF67EFED-1160-22FB-3FEC-8ACE088C99D9}"/>
                </a:ext>
                <a:ext uri="{C183D7F6-B498-43B3-948B-1728B52AA6E4}">
                  <adec:decorative xmlns:adec="http://schemas.microsoft.com/office/drawing/2017/decorative" val="1"/>
                </a:ext>
              </a:extLst>
            </p:cNvPr>
            <p:cNvCxnSpPr>
              <a:cxnSpLocks/>
            </p:cNvCxnSpPr>
            <p:nvPr/>
          </p:nvCxnSpPr>
          <p:spPr>
            <a:xfrm>
              <a:off x="3102518" y="3334012"/>
              <a:ext cx="2012232" cy="0"/>
            </a:xfrm>
            <a:prstGeom prst="straightConnector1">
              <a:avLst/>
            </a:prstGeom>
            <a:noFill/>
            <a:ln w="25400" cap="flat" cmpd="sng" algn="ctr">
              <a:solidFill>
                <a:schemeClr val="accent1"/>
              </a:solidFill>
              <a:prstDash val="solid"/>
              <a:headEnd type="none" w="med" len="med"/>
              <a:tailEnd type="arrow" w="lg" len="sm"/>
            </a:ln>
            <a:effectLst/>
          </p:spPr>
        </p:cxnSp>
        <p:pic>
          <p:nvPicPr>
            <p:cNvPr id="8" name="Picture 7">
              <a:extLst>
                <a:ext uri="{FF2B5EF4-FFF2-40B4-BE49-F238E27FC236}">
                  <a16:creationId xmlns:a16="http://schemas.microsoft.com/office/drawing/2014/main" id="{8410ADA7-9790-BB6A-200D-2BEB7ACADBF7}"/>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3575848" y="3019192"/>
              <a:ext cx="1154123" cy="636247"/>
            </a:xfrm>
            <a:prstGeom prst="rect">
              <a:avLst/>
            </a:prstGeom>
          </p:spPr>
        </p:pic>
        <p:sp>
          <p:nvSpPr>
            <p:cNvPr id="93" name="Text Placeholder 5">
              <a:extLst>
                <a:ext uri="{FF2B5EF4-FFF2-40B4-BE49-F238E27FC236}">
                  <a16:creationId xmlns:a16="http://schemas.microsoft.com/office/drawing/2014/main" id="{E5D13D9F-E4FD-27B9-3041-03D20D8F2006}"/>
                </a:ext>
              </a:extLst>
            </p:cNvPr>
            <p:cNvSpPr txBox="1">
              <a:spLocks/>
            </p:cNvSpPr>
            <p:nvPr/>
          </p:nvSpPr>
          <p:spPr>
            <a:xfrm>
              <a:off x="3509843" y="2738458"/>
              <a:ext cx="1230531" cy="57632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Issue credential</a:t>
              </a:r>
            </a:p>
          </p:txBody>
        </p:sp>
      </p:grpSp>
      <p:sp>
        <p:nvSpPr>
          <p:cNvPr id="70" name="Text Placeholder 5">
            <a:extLst>
              <a:ext uri="{FF2B5EF4-FFF2-40B4-BE49-F238E27FC236}">
                <a16:creationId xmlns:a16="http://schemas.microsoft.com/office/drawing/2014/main" id="{3E483F3A-A5F5-B087-C83E-2EC80548A381}"/>
              </a:ext>
              <a:ext uri="{C183D7F6-B498-43B3-948B-1728B52AA6E4}">
                <adec:decorative xmlns:adec="http://schemas.microsoft.com/office/drawing/2017/decorative" val="1"/>
              </a:ext>
            </a:extLst>
          </p:cNvPr>
          <p:cNvSpPr txBox="1">
            <a:spLocks/>
          </p:cNvSpPr>
          <p:nvPr/>
        </p:nvSpPr>
        <p:spPr>
          <a:xfrm>
            <a:off x="10022966" y="1225776"/>
            <a:ext cx="970029" cy="379025"/>
          </a:xfrm>
          <a:prstGeom prst="rect">
            <a:avLst/>
          </a:prstGeom>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1" i="0" u="none" strike="noStrike" kern="1200" cap="none" spc="0" normalizeH="0" baseline="0" noProof="0">
                <a:ln>
                  <a:noFill/>
                </a:ln>
                <a:solidFill>
                  <a:schemeClr val="accent2">
                    <a:lumMod val="50000"/>
                  </a:schemeClr>
                </a:solidFill>
                <a:effectLst/>
                <a:uLnTx/>
                <a:uFillTx/>
                <a:latin typeface="+mn-lt"/>
                <a:ea typeface="+mn-ea"/>
                <a:cs typeface="Segoe UI Semilight" panose="020B0402040204020203" pitchFamily="34" charset="0"/>
              </a:rPr>
              <a:t>Verifier</a:t>
            </a:r>
          </a:p>
        </p:txBody>
      </p:sp>
      <p:grpSp>
        <p:nvGrpSpPr>
          <p:cNvPr id="87" name="Group 86">
            <a:extLst>
              <a:ext uri="{FF2B5EF4-FFF2-40B4-BE49-F238E27FC236}">
                <a16:creationId xmlns:a16="http://schemas.microsoft.com/office/drawing/2014/main" id="{7B4993C4-688F-0EBC-CC49-FD934FAB3D7C}"/>
              </a:ext>
              <a:ext uri="{C183D7F6-B498-43B3-948B-1728B52AA6E4}">
                <adec:decorative xmlns:adec="http://schemas.microsoft.com/office/drawing/2017/decorative" val="1"/>
              </a:ext>
            </a:extLst>
          </p:cNvPr>
          <p:cNvGrpSpPr/>
          <p:nvPr/>
        </p:nvGrpSpPr>
        <p:grpSpPr>
          <a:xfrm>
            <a:off x="7295874" y="4630081"/>
            <a:ext cx="2012232" cy="493515"/>
            <a:chOff x="7295874" y="4630081"/>
            <a:chExt cx="2012232" cy="493515"/>
          </a:xfrm>
        </p:grpSpPr>
        <p:cxnSp>
          <p:nvCxnSpPr>
            <p:cNvPr id="96" name="Straight Arrow Connector 95">
              <a:extLst>
                <a:ext uri="{FF2B5EF4-FFF2-40B4-BE49-F238E27FC236}">
                  <a16:creationId xmlns:a16="http://schemas.microsoft.com/office/drawing/2014/main" id="{71B28656-8355-2498-A7CA-F79AC628EE70}"/>
                </a:ext>
              </a:extLst>
            </p:cNvPr>
            <p:cNvCxnSpPr/>
            <p:nvPr/>
          </p:nvCxnSpPr>
          <p:spPr>
            <a:xfrm flipH="1">
              <a:off x="7295874" y="4630081"/>
              <a:ext cx="2012232" cy="0"/>
            </a:xfrm>
            <a:prstGeom prst="straightConnector1">
              <a:avLst/>
            </a:prstGeom>
            <a:noFill/>
            <a:ln w="25400" cap="flat" cmpd="sng" algn="ctr">
              <a:solidFill>
                <a:schemeClr val="accent1"/>
              </a:solidFill>
              <a:prstDash val="solid"/>
              <a:headEnd type="none" w="med" len="med"/>
              <a:tailEnd type="arrow" w="lg" len="sm"/>
            </a:ln>
            <a:effectLst/>
          </p:spPr>
        </p:cxnSp>
        <p:grpSp>
          <p:nvGrpSpPr>
            <p:cNvPr id="32" name="Group 31">
              <a:extLst>
                <a:ext uri="{FF2B5EF4-FFF2-40B4-BE49-F238E27FC236}">
                  <a16:creationId xmlns:a16="http://schemas.microsoft.com/office/drawing/2014/main" id="{0F97E5F1-C457-2A6A-450D-6B9626FFAA7E}"/>
                </a:ext>
              </a:extLst>
            </p:cNvPr>
            <p:cNvGrpSpPr/>
            <p:nvPr/>
          </p:nvGrpSpPr>
          <p:grpSpPr>
            <a:xfrm>
              <a:off x="7366365" y="4666396"/>
              <a:ext cx="1871250" cy="457200"/>
              <a:chOff x="7504583" y="4666396"/>
              <a:chExt cx="1871250" cy="457200"/>
            </a:xfrm>
          </p:grpSpPr>
          <p:sp>
            <p:nvSpPr>
              <p:cNvPr id="66" name="Oval 65">
                <a:extLst>
                  <a:ext uri="{FF2B5EF4-FFF2-40B4-BE49-F238E27FC236}">
                    <a16:creationId xmlns:a16="http://schemas.microsoft.com/office/drawing/2014/main" id="{8E4F94CB-B61C-1090-5551-04423D1CD0EF}"/>
                  </a:ext>
                  <a:ext uri="{C183D7F6-B498-43B3-948B-1728B52AA6E4}">
                    <adec:decorative xmlns:adec="http://schemas.microsoft.com/office/drawing/2017/decorative" val="1"/>
                  </a:ext>
                </a:extLst>
              </p:cNvPr>
              <p:cNvSpPr/>
              <p:nvPr/>
            </p:nvSpPr>
            <p:spPr bwMode="auto">
              <a:xfrm>
                <a:off x="7504583" y="4666396"/>
                <a:ext cx="457200" cy="457200"/>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2000" b="1">
                    <a:solidFill>
                      <a:srgbClr val="FFFFFF"/>
                    </a:solidFill>
                    <a:latin typeface="Segoe UI"/>
                    <a:cs typeface="Segoe UI"/>
                  </a:rPr>
                  <a:t>5</a:t>
                </a:r>
                <a:endParaRPr lang="en-US" sz="2000" b="1" i="0" u="none" strike="noStrike" kern="1200" cap="none" spc="0" normalizeH="0" baseline="0" noProof="0">
                  <a:ln>
                    <a:noFill/>
                  </a:ln>
                  <a:solidFill>
                    <a:srgbClr val="FFFFFF"/>
                  </a:solidFill>
                  <a:effectLst/>
                  <a:uLnTx/>
                  <a:uFillTx/>
                  <a:latin typeface="Segoe UI"/>
                  <a:cs typeface="Segoe UI"/>
                </a:endParaRPr>
              </a:p>
            </p:txBody>
          </p:sp>
          <p:sp>
            <p:nvSpPr>
              <p:cNvPr id="100" name="TextBox 99">
                <a:extLst>
                  <a:ext uri="{FF2B5EF4-FFF2-40B4-BE49-F238E27FC236}">
                    <a16:creationId xmlns:a16="http://schemas.microsoft.com/office/drawing/2014/main" id="{1B487EDB-96BA-0EF4-5ED8-08C7CAE6842A}"/>
                  </a:ext>
                </a:extLst>
              </p:cNvPr>
              <p:cNvSpPr txBox="1"/>
              <p:nvPr/>
            </p:nvSpPr>
            <p:spPr>
              <a:xfrm>
                <a:off x="7866895" y="4756497"/>
                <a:ext cx="1508938" cy="276999"/>
              </a:xfrm>
              <a:prstGeom prst="rect">
                <a:avLst/>
              </a:prstGeom>
              <a:noFill/>
            </p:spPr>
            <p:txBody>
              <a:bodyPr wrap="square">
                <a:spAutoFit/>
              </a:body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1250">
                          <a:srgbClr val="000000"/>
                        </a:gs>
                        <a:gs pos="100000">
                          <a:srgbClr val="000000"/>
                        </a:gs>
                      </a:gsLst>
                      <a:lin ang="5400000" scaled="0"/>
                    </a:gradFill>
                    <a:effectLst/>
                    <a:uLnTx/>
                    <a:uFillTx/>
                    <a:latin typeface="Segoe UI"/>
                    <a:ea typeface="+mn-ea"/>
                    <a:cs typeface="Segoe UI Semilight" panose="020B0402040204020203" pitchFamily="34" charset="0"/>
                  </a:rPr>
                  <a:t>Grant user access</a:t>
                </a:r>
              </a:p>
            </p:txBody>
          </p:sp>
        </p:grpSp>
      </p:grpSp>
      <p:sp>
        <p:nvSpPr>
          <p:cNvPr id="51" name="CellPhone_E8EA">
            <a:extLst>
              <a:ext uri="{FF2B5EF4-FFF2-40B4-BE49-F238E27FC236}">
                <a16:creationId xmlns:a16="http://schemas.microsoft.com/office/drawing/2014/main" id="{68809052-889B-9DCB-7F03-4956091776EC}"/>
              </a:ext>
              <a:ext uri="{C183D7F6-B498-43B3-948B-1728B52AA6E4}">
                <adec:decorative xmlns:adec="http://schemas.microsoft.com/office/drawing/2017/decorative" val="1"/>
              </a:ext>
            </a:extLst>
          </p:cNvPr>
          <p:cNvSpPr>
            <a:spLocks noChangeAspect="1" noEditPoints="1"/>
          </p:cNvSpPr>
          <p:nvPr/>
        </p:nvSpPr>
        <p:spPr bwMode="auto">
          <a:xfrm>
            <a:off x="5732715" y="3825288"/>
            <a:ext cx="509503" cy="849033"/>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solidFill>
            <a:schemeClr val="bg1"/>
          </a:solid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pic>
        <p:nvPicPr>
          <p:cNvPr id="35" name="Picture 34">
            <a:extLst>
              <a:ext uri="{FF2B5EF4-FFF2-40B4-BE49-F238E27FC236}">
                <a16:creationId xmlns:a16="http://schemas.microsoft.com/office/drawing/2014/main" id="{CB8EACF2-66F3-E725-C67A-16BD3E517D2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5943745" y="3932454"/>
            <a:ext cx="806081" cy="444378"/>
          </a:xfrm>
          <a:prstGeom prst="rect">
            <a:avLst/>
          </a:prstGeom>
        </p:spPr>
      </p:pic>
      <p:grpSp>
        <p:nvGrpSpPr>
          <p:cNvPr id="54" name="Group 53">
            <a:extLst>
              <a:ext uri="{FF2B5EF4-FFF2-40B4-BE49-F238E27FC236}">
                <a16:creationId xmlns:a16="http://schemas.microsoft.com/office/drawing/2014/main" id="{317528CA-15D1-8595-BAF8-714E956E64D5}"/>
              </a:ext>
              <a:ext uri="{C183D7F6-B498-43B3-948B-1728B52AA6E4}">
                <adec:decorative xmlns:adec="http://schemas.microsoft.com/office/drawing/2017/decorative" val="1"/>
              </a:ext>
            </a:extLst>
          </p:cNvPr>
          <p:cNvGrpSpPr/>
          <p:nvPr/>
        </p:nvGrpSpPr>
        <p:grpSpPr>
          <a:xfrm>
            <a:off x="5442175" y="3667473"/>
            <a:ext cx="484632" cy="484632"/>
            <a:chOff x="9821610" y="3365350"/>
            <a:chExt cx="368728" cy="381378"/>
          </a:xfrm>
        </p:grpSpPr>
        <p:sp>
          <p:nvSpPr>
            <p:cNvPr id="56" name="Oval 55">
              <a:extLst>
                <a:ext uri="{FF2B5EF4-FFF2-40B4-BE49-F238E27FC236}">
                  <a16:creationId xmlns:a16="http://schemas.microsoft.com/office/drawing/2014/main" id="{DAD0C4A6-0B94-4B02-DF6B-A2F00CFF7F9A}"/>
                </a:ext>
              </a:extLst>
            </p:cNvPr>
            <p:cNvSpPr/>
            <p:nvPr/>
          </p:nvSpPr>
          <p:spPr bwMode="auto">
            <a:xfrm>
              <a:off x="9821610" y="3365350"/>
              <a:ext cx="368728" cy="381378"/>
            </a:xfrm>
            <a:prstGeom prst="ellipse">
              <a:avLst/>
            </a:prstGeom>
            <a:solidFill>
              <a:schemeClr val="accent6"/>
            </a:solidFill>
            <a:ln w="22225">
              <a:solidFill>
                <a:schemeClr val="bg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7" name="key" title="Icon of a key">
              <a:extLst>
                <a:ext uri="{FF2B5EF4-FFF2-40B4-BE49-F238E27FC236}">
                  <a16:creationId xmlns:a16="http://schemas.microsoft.com/office/drawing/2014/main" id="{F125DC50-314A-E130-C6BD-6155FDDEEA7B}"/>
                </a:ext>
              </a:extLst>
            </p:cNvPr>
            <p:cNvSpPr>
              <a:spLocks noChangeAspect="1" noEditPoints="1"/>
            </p:cNvSpPr>
            <p:nvPr/>
          </p:nvSpPr>
          <p:spPr bwMode="auto">
            <a:xfrm>
              <a:off x="9912618" y="3463163"/>
              <a:ext cx="186704" cy="185747"/>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952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2175749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500"/>
                                        <p:tgtEl>
                                          <p:spTgt spid="4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8"/>
                                        </p:tgtEl>
                                        <p:attrNameLst>
                                          <p:attrName>style.visibility</p:attrName>
                                        </p:attrNameLst>
                                      </p:cBhvr>
                                      <p:to>
                                        <p:strVal val="visible"/>
                                      </p:to>
                                    </p:set>
                                    <p:animEffect transition="in" filter="fade">
                                      <p:cBhvr>
                                        <p:cTn id="21" dur="500"/>
                                        <p:tgtEl>
                                          <p:spTgt spid="68"/>
                                        </p:tgtEl>
                                      </p:cBhvr>
                                    </p:animEffect>
                                  </p:childTnLst>
                                </p:cTn>
                              </p:par>
                              <p:par>
                                <p:cTn id="22" presetID="10" presetClass="entr" presetSubtype="0"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par>
                                <p:cTn id="31" presetID="10" presetClass="entr" presetSubtype="0" fill="hold" nodeType="withEffect">
                                  <p:stCondLst>
                                    <p:cond delay="0"/>
                                  </p:stCondLst>
                                  <p:childTnLst>
                                    <p:set>
                                      <p:cBhvr>
                                        <p:cTn id="32" dur="1" fill="hold">
                                          <p:stCondLst>
                                            <p:cond delay="0"/>
                                          </p:stCondLst>
                                        </p:cTn>
                                        <p:tgtEl>
                                          <p:spTgt spid="71"/>
                                        </p:tgtEl>
                                        <p:attrNameLst>
                                          <p:attrName>style.visibility</p:attrName>
                                        </p:attrNameLst>
                                      </p:cBhvr>
                                      <p:to>
                                        <p:strVal val="visible"/>
                                      </p:to>
                                    </p:set>
                                    <p:animEffect transition="in" filter="fade">
                                      <p:cBhvr>
                                        <p:cTn id="33" dur="500"/>
                                        <p:tgtEl>
                                          <p:spTgt spid="7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1"/>
                                        </p:tgtEl>
                                        <p:attrNameLst>
                                          <p:attrName>style.visibility</p:attrName>
                                        </p:attrNameLst>
                                      </p:cBhvr>
                                      <p:to>
                                        <p:strVal val="visible"/>
                                      </p:to>
                                    </p:set>
                                    <p:animEffect transition="in" filter="fade">
                                      <p:cBhvr>
                                        <p:cTn id="43" dur="500"/>
                                        <p:tgtEl>
                                          <p:spTgt spid="10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fade">
                                      <p:cBhvr>
                                        <p:cTn id="48" dur="500"/>
                                        <p:tgtEl>
                                          <p:spTgt spid="8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0"/>
                                        </p:tgtEl>
                                        <p:attrNameLst>
                                          <p:attrName>style.visibility</p:attrName>
                                        </p:attrNameLst>
                                      </p:cBhvr>
                                      <p:to>
                                        <p:strVal val="visible"/>
                                      </p:to>
                                    </p:set>
                                    <p:animEffect transition="in" filter="fade">
                                      <p:cBhvr>
                                        <p:cTn id="51" dur="500"/>
                                        <p:tgtEl>
                                          <p:spTgt spid="90"/>
                                        </p:tgtEl>
                                      </p:cBhvr>
                                    </p:animEffect>
                                  </p:childTnLst>
                                </p:cTn>
                              </p:par>
                              <p:par>
                                <p:cTn id="52" presetID="10" presetClass="entr" presetSubtype="0" fill="hold"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6"/>
                                        </p:tgtEl>
                                        <p:attrNameLst>
                                          <p:attrName>style.visibility</p:attrName>
                                        </p:attrNameLst>
                                      </p:cBhvr>
                                      <p:to>
                                        <p:strVal val="visible"/>
                                      </p:to>
                                    </p:set>
                                    <p:animEffect transition="in" filter="fade">
                                      <p:cBhvr>
                                        <p:cTn id="59" dur="500"/>
                                        <p:tgtEl>
                                          <p:spTgt spid="8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88"/>
                                        </p:tgtEl>
                                        <p:attrNameLst>
                                          <p:attrName>style.visibility</p:attrName>
                                        </p:attrNameLst>
                                      </p:cBhvr>
                                      <p:to>
                                        <p:strVal val="visible"/>
                                      </p:to>
                                    </p:set>
                                    <p:animEffect transition="in" filter="fade">
                                      <p:cBhvr>
                                        <p:cTn id="64" dur="500"/>
                                        <p:tgtEl>
                                          <p:spTgt spid="8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nodeType="withEffect">
                                  <p:stCondLst>
                                    <p:cond delay="0"/>
                                  </p:stCondLst>
                                  <p:childTnLst>
                                    <p:set>
                                      <p:cBhvr>
                                        <p:cTn id="69" dur="1" fill="hold">
                                          <p:stCondLst>
                                            <p:cond delay="0"/>
                                          </p:stCondLst>
                                        </p:cTn>
                                        <p:tgtEl>
                                          <p:spTgt spid="82"/>
                                        </p:tgtEl>
                                        <p:attrNameLst>
                                          <p:attrName>style.visibility</p:attrName>
                                        </p:attrNameLst>
                                      </p:cBhvr>
                                      <p:to>
                                        <p:strVal val="visible"/>
                                      </p:to>
                                    </p:set>
                                    <p:animEffect transition="in" filter="fade">
                                      <p:cBhvr>
                                        <p:cTn id="70" dur="500"/>
                                        <p:tgtEl>
                                          <p:spTgt spid="8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5"/>
                                        </p:tgtEl>
                                        <p:attrNameLst>
                                          <p:attrName>style.visibility</p:attrName>
                                        </p:attrNameLst>
                                      </p:cBhvr>
                                      <p:to>
                                        <p:strVal val="visible"/>
                                      </p:to>
                                    </p:set>
                                    <p:animEffect transition="in" filter="fade">
                                      <p:cBhvr>
                                        <p:cTn id="73" dur="500"/>
                                        <p:tgtEl>
                                          <p:spTgt spid="7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5"/>
                                        </p:tgtEl>
                                        <p:attrNameLst>
                                          <p:attrName>style.visibility</p:attrName>
                                        </p:attrNameLst>
                                      </p:cBhvr>
                                      <p:to>
                                        <p:strVal val="visible"/>
                                      </p:to>
                                    </p:set>
                                    <p:animEffect transition="in" filter="fade">
                                      <p:cBhvr>
                                        <p:cTn id="76" dur="500"/>
                                        <p:tgtEl>
                                          <p:spTgt spid="85"/>
                                        </p:tgtEl>
                                      </p:cBhvr>
                                    </p:animEffect>
                                  </p:childTnLst>
                                </p:cTn>
                              </p:par>
                              <p:par>
                                <p:cTn id="77" presetID="10" presetClass="entr" presetSubtype="0" fill="hold" nodeType="withEffect">
                                  <p:stCondLst>
                                    <p:cond delay="0"/>
                                  </p:stCondLst>
                                  <p:childTnLst>
                                    <p:set>
                                      <p:cBhvr>
                                        <p:cTn id="78" dur="1" fill="hold">
                                          <p:stCondLst>
                                            <p:cond delay="0"/>
                                          </p:stCondLst>
                                        </p:cTn>
                                        <p:tgtEl>
                                          <p:spTgt spid="79"/>
                                        </p:tgtEl>
                                        <p:attrNameLst>
                                          <p:attrName>style.visibility</p:attrName>
                                        </p:attrNameLst>
                                      </p:cBhvr>
                                      <p:to>
                                        <p:strVal val="visible"/>
                                      </p:to>
                                    </p:set>
                                    <p:animEffect transition="in" filter="fade">
                                      <p:cBhvr>
                                        <p:cTn id="79" dur="500"/>
                                        <p:tgtEl>
                                          <p:spTgt spid="79"/>
                                        </p:tgtEl>
                                      </p:cBhvr>
                                    </p:animEffect>
                                  </p:childTnLst>
                                </p:cTn>
                              </p:par>
                              <p:par>
                                <p:cTn id="80" presetID="10" presetClass="entr" presetSubtype="0" fill="hold" nodeType="withEffect">
                                  <p:stCondLst>
                                    <p:cond delay="0"/>
                                  </p:stCondLst>
                                  <p:childTnLst>
                                    <p:set>
                                      <p:cBhvr>
                                        <p:cTn id="81" dur="1" fill="hold">
                                          <p:stCondLst>
                                            <p:cond delay="0"/>
                                          </p:stCondLst>
                                        </p:cTn>
                                        <p:tgtEl>
                                          <p:spTgt spid="76"/>
                                        </p:tgtEl>
                                        <p:attrNameLst>
                                          <p:attrName>style.visibility</p:attrName>
                                        </p:attrNameLst>
                                      </p:cBhvr>
                                      <p:to>
                                        <p:strVal val="visible"/>
                                      </p:to>
                                    </p:set>
                                    <p:animEffect transition="in" filter="fade">
                                      <p:cBhvr>
                                        <p:cTn id="82" dur="500"/>
                                        <p:tgtEl>
                                          <p:spTgt spid="7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4"/>
                                        </p:tgtEl>
                                        <p:attrNameLst>
                                          <p:attrName>style.visibility</p:attrName>
                                        </p:attrNameLst>
                                      </p:cBhvr>
                                      <p:to>
                                        <p:strVal val="visible"/>
                                      </p:to>
                                    </p:set>
                                    <p:animEffect transition="in" filter="fade">
                                      <p:cBhvr>
                                        <p:cTn id="85" dur="500"/>
                                        <p:tgtEl>
                                          <p:spTgt spid="7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500"/>
                                        <p:tgtEl>
                                          <p:spTgt spid="1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500"/>
                                        <p:tgtEl>
                                          <p:spTgt spid="4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87"/>
                                        </p:tgtEl>
                                        <p:attrNameLst>
                                          <p:attrName>style.visibility</p:attrName>
                                        </p:attrNameLst>
                                      </p:cBhvr>
                                      <p:to>
                                        <p:strVal val="visible"/>
                                      </p:to>
                                    </p:set>
                                    <p:animEffect transition="in" filter="fade">
                                      <p:cBhvr>
                                        <p:cTn id="114"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8" grpId="0" animBg="1"/>
      <p:bldP spid="89" grpId="0" animBg="1"/>
      <p:bldP spid="41" grpId="0"/>
      <p:bldP spid="22" grpId="0"/>
      <p:bldP spid="39" grpId="0"/>
      <p:bldP spid="44" grpId="0"/>
      <p:bldP spid="47" grpId="0"/>
      <p:bldP spid="68" grpId="0"/>
      <p:bldP spid="74" grpId="0"/>
      <p:bldP spid="75" grpId="0"/>
      <p:bldP spid="85" grpId="0"/>
      <p:bldP spid="88" grpId="0"/>
      <p:bldP spid="90"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4C872FF-E970-4FDF-AB74-DCF707DCA917}"/>
              </a:ext>
            </a:extLst>
          </p:cNvPr>
          <p:cNvSpPr>
            <a:spLocks noGrp="1"/>
          </p:cNvSpPr>
          <p:nvPr>
            <p:ph type="title"/>
          </p:nvPr>
        </p:nvSpPr>
        <p:spPr>
          <a:xfrm>
            <a:off x="588263" y="457200"/>
            <a:ext cx="11018520" cy="553998"/>
          </a:xfrm>
        </p:spPr>
        <p:txBody>
          <a:bodyPr>
            <a:normAutofit/>
          </a:bodyPr>
          <a:lstStyle/>
          <a:p>
            <a:r>
              <a:rPr lang="en-US" sz="3200"/>
              <a:t>Based on open standards </a:t>
            </a:r>
            <a:r>
              <a:rPr lang="en-US" sz="2000"/>
              <a:t>(details: </a:t>
            </a:r>
            <a:r>
              <a:rPr lang="en-US" sz="2000">
                <a:hlinkClick r:id="rId3"/>
              </a:rPr>
              <a:t>http://aka.ms/vcinterop</a:t>
            </a:r>
            <a:r>
              <a:rPr lang="en-US" sz="2000"/>
              <a:t> ) </a:t>
            </a:r>
            <a:endParaRPr lang="en-US"/>
          </a:p>
        </p:txBody>
      </p:sp>
      <p:sp>
        <p:nvSpPr>
          <p:cNvPr id="8" name="Oval 7">
            <a:extLst>
              <a:ext uri="{FF2B5EF4-FFF2-40B4-BE49-F238E27FC236}">
                <a16:creationId xmlns:a16="http://schemas.microsoft.com/office/drawing/2014/main" id="{CD92CB54-EA18-8A6D-040A-4EB7785CBA0F}"/>
              </a:ext>
              <a:ext uri="{C183D7F6-B498-43B3-948B-1728B52AA6E4}">
                <adec:decorative xmlns:adec="http://schemas.microsoft.com/office/drawing/2017/decorative" val="1"/>
              </a:ext>
            </a:extLst>
          </p:cNvPr>
          <p:cNvSpPr/>
          <p:nvPr/>
        </p:nvSpPr>
        <p:spPr bwMode="auto">
          <a:xfrm>
            <a:off x="2730113" y="1272088"/>
            <a:ext cx="2689274" cy="2689274"/>
          </a:xfrm>
          <a:prstGeom prst="ellipse">
            <a:avLst/>
          </a:prstGeom>
          <a:solidFill>
            <a:schemeClr val="tx2"/>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Arc 9">
            <a:extLst>
              <a:ext uri="{FF2B5EF4-FFF2-40B4-BE49-F238E27FC236}">
                <a16:creationId xmlns:a16="http://schemas.microsoft.com/office/drawing/2014/main" id="{A6ECB0DA-0448-C131-4A3C-345191896046}"/>
              </a:ext>
              <a:ext uri="{C183D7F6-B498-43B3-948B-1728B52AA6E4}">
                <adec:decorative xmlns:adec="http://schemas.microsoft.com/office/drawing/2017/decorative" val="1"/>
              </a:ext>
            </a:extLst>
          </p:cNvPr>
          <p:cNvSpPr/>
          <p:nvPr/>
        </p:nvSpPr>
        <p:spPr>
          <a:xfrm rot="20698566">
            <a:off x="4912719" y="1221474"/>
            <a:ext cx="5826761" cy="2757809"/>
          </a:xfrm>
          <a:prstGeom prst="arc">
            <a:avLst>
              <a:gd name="adj1" fmla="val 12246511"/>
              <a:gd name="adj2" fmla="val 19716246"/>
            </a:avLst>
          </a:prstGeom>
          <a:ln w="22225" cap="rnd">
            <a:solidFill>
              <a:schemeClr val="accent4"/>
            </a:solidFill>
            <a:prstDash val="solid"/>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cxnSp>
        <p:nvCxnSpPr>
          <p:cNvPr id="13" name="Straight Arrow Connector 12">
            <a:extLst>
              <a:ext uri="{FF2B5EF4-FFF2-40B4-BE49-F238E27FC236}">
                <a16:creationId xmlns:a16="http://schemas.microsoft.com/office/drawing/2014/main" id="{FC77DF0E-45F6-A6BD-0AE2-03DDDF48ED3D}"/>
              </a:ext>
              <a:ext uri="{C183D7F6-B498-43B3-948B-1728B52AA6E4}">
                <adec:decorative xmlns:adec="http://schemas.microsoft.com/office/drawing/2017/decorative" val="1"/>
              </a:ext>
            </a:extLst>
          </p:cNvPr>
          <p:cNvCxnSpPr>
            <a:cxnSpLocks/>
          </p:cNvCxnSpPr>
          <p:nvPr/>
        </p:nvCxnSpPr>
        <p:spPr>
          <a:xfrm>
            <a:off x="381291" y="4764834"/>
            <a:ext cx="11429416" cy="0"/>
          </a:xfrm>
          <a:prstGeom prst="straightConnector1">
            <a:avLst/>
          </a:prstGeom>
          <a:ln w="1905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BF55A1A1-607F-3F07-8AE5-2144E0329769}"/>
              </a:ext>
              <a:ext uri="{C183D7F6-B498-43B3-948B-1728B52AA6E4}">
                <adec:decorative xmlns:adec="http://schemas.microsoft.com/office/drawing/2017/decorative" val="1"/>
              </a:ext>
            </a:extLst>
          </p:cNvPr>
          <p:cNvSpPr/>
          <p:nvPr/>
        </p:nvSpPr>
        <p:spPr bwMode="auto">
          <a:xfrm>
            <a:off x="3280356" y="4722460"/>
            <a:ext cx="149714" cy="190905"/>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useBgFill="1">
        <p:nvSpPr>
          <p:cNvPr id="16" name="Rectangle 15">
            <a:extLst>
              <a:ext uri="{FF2B5EF4-FFF2-40B4-BE49-F238E27FC236}">
                <a16:creationId xmlns:a16="http://schemas.microsoft.com/office/drawing/2014/main" id="{E64FE9B4-641E-357C-0B07-CCA1285D9965}"/>
              </a:ext>
              <a:ext uri="{C183D7F6-B498-43B3-948B-1728B52AA6E4}">
                <adec:decorative xmlns:adec="http://schemas.microsoft.com/office/drawing/2017/decorative" val="1"/>
              </a:ext>
            </a:extLst>
          </p:cNvPr>
          <p:cNvSpPr/>
          <p:nvPr/>
        </p:nvSpPr>
        <p:spPr bwMode="auto">
          <a:xfrm>
            <a:off x="5345038" y="4722460"/>
            <a:ext cx="149714" cy="190905"/>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17" name="Straight Arrow Connector 16">
            <a:extLst>
              <a:ext uri="{FF2B5EF4-FFF2-40B4-BE49-F238E27FC236}">
                <a16:creationId xmlns:a16="http://schemas.microsoft.com/office/drawing/2014/main" id="{88664CBF-E4CF-89AD-78CC-B0EB1DB3FBD5}"/>
              </a:ext>
              <a:ext uri="{C183D7F6-B498-43B3-948B-1728B52AA6E4}">
                <adec:decorative xmlns:adec="http://schemas.microsoft.com/office/drawing/2017/decorative" val="1"/>
              </a:ext>
            </a:extLst>
          </p:cNvPr>
          <p:cNvCxnSpPr>
            <a:cxnSpLocks/>
          </p:cNvCxnSpPr>
          <p:nvPr/>
        </p:nvCxnSpPr>
        <p:spPr>
          <a:xfrm>
            <a:off x="381291" y="5662309"/>
            <a:ext cx="11429416" cy="0"/>
          </a:xfrm>
          <a:prstGeom prst="straightConnector1">
            <a:avLst/>
          </a:prstGeom>
          <a:ln w="1905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173B5EB5-D887-BE89-7B24-47A6983ECB30}"/>
              </a:ext>
              <a:ext uri="{C183D7F6-B498-43B3-948B-1728B52AA6E4}">
                <adec:decorative xmlns:adec="http://schemas.microsoft.com/office/drawing/2017/decorative" val="1"/>
              </a:ext>
            </a:extLst>
          </p:cNvPr>
          <p:cNvGrpSpPr/>
          <p:nvPr/>
        </p:nvGrpSpPr>
        <p:grpSpPr>
          <a:xfrm>
            <a:off x="3689195" y="2047225"/>
            <a:ext cx="771110" cy="1116087"/>
            <a:chOff x="7437982" y="1539512"/>
            <a:chExt cx="786572" cy="1138467"/>
          </a:xfrm>
        </p:grpSpPr>
        <p:sp>
          <p:nvSpPr>
            <p:cNvPr id="21" name="Rectangle 20">
              <a:extLst>
                <a:ext uri="{FF2B5EF4-FFF2-40B4-BE49-F238E27FC236}">
                  <a16:creationId xmlns:a16="http://schemas.microsoft.com/office/drawing/2014/main" id="{173B0BCC-81F5-49F7-25E0-8754A8008835}"/>
                </a:ext>
              </a:extLst>
            </p:cNvPr>
            <p:cNvSpPr/>
            <p:nvPr/>
          </p:nvSpPr>
          <p:spPr>
            <a:xfrm>
              <a:off x="7437982" y="2301241"/>
              <a:ext cx="786572" cy="376738"/>
            </a:xfrm>
            <a:prstGeom prst="rect">
              <a:avLst/>
            </a:prstGeom>
          </p:spPr>
          <p:txBody>
            <a:bodyPr wrap="none">
              <a:spAutoFit/>
            </a:bodyPr>
            <a:lstStyle/>
            <a:p>
              <a:pPr marL="0" marR="0" lvl="0" indent="0" algn="ctr" defTabSz="914314" rtl="0" eaLnBrk="1" fontAlgn="auto" latinLnBrk="0" hangingPunct="1">
                <a:lnSpc>
                  <a:spcPct val="100000"/>
                </a:lnSpc>
                <a:spcBef>
                  <a:spcPts val="0"/>
                </a:spcBef>
                <a:spcAft>
                  <a:spcPts val="0"/>
                </a:spcAft>
                <a:buClrTx/>
                <a:buSzTx/>
                <a:buFontTx/>
                <a:buNone/>
                <a:tabLst/>
                <a:defRPr/>
              </a:pPr>
              <a:r>
                <a:rPr kumimoji="0" lang="en-US" b="1" i="0" u="none" strike="noStrike" kern="1200" cap="none" normalizeH="0" noProof="0">
                  <a:ln>
                    <a:noFill/>
                  </a:ln>
                  <a:solidFill>
                    <a:schemeClr val="bg1"/>
                  </a:solidFill>
                  <a:effectLst/>
                  <a:uLnTx/>
                  <a:uFillTx/>
                  <a:latin typeface="Segoe UI"/>
                  <a:ea typeface="+mn-ea"/>
                  <a:cs typeface="+mn-cs"/>
                </a:rPr>
                <a:t>Users</a:t>
              </a:r>
              <a:endParaRPr kumimoji="0" lang="en-US" sz="1800" b="1" i="0" u="none" strike="noStrike" kern="1200" cap="none" normalizeH="0" noProof="0">
                <a:ln>
                  <a:noFill/>
                </a:ln>
                <a:solidFill>
                  <a:schemeClr val="bg1"/>
                </a:solidFill>
                <a:effectLst/>
                <a:uLnTx/>
                <a:uFillTx/>
                <a:latin typeface="Segoe UI"/>
                <a:ea typeface="+mn-ea"/>
                <a:cs typeface="+mn-cs"/>
              </a:endParaRPr>
            </a:p>
          </p:txBody>
        </p:sp>
        <p:sp>
          <p:nvSpPr>
            <p:cNvPr id="23" name="people_4" title="Icon of a person">
              <a:extLst>
                <a:ext uri="{FF2B5EF4-FFF2-40B4-BE49-F238E27FC236}">
                  <a16:creationId xmlns:a16="http://schemas.microsoft.com/office/drawing/2014/main" id="{21F948D5-02D2-94E3-AD53-AFAF859163D2}"/>
                </a:ext>
              </a:extLst>
            </p:cNvPr>
            <p:cNvSpPr>
              <a:spLocks noChangeAspect="1" noEditPoints="1"/>
            </p:cNvSpPr>
            <p:nvPr/>
          </p:nvSpPr>
          <p:spPr bwMode="auto">
            <a:xfrm>
              <a:off x="7517157" y="1539512"/>
              <a:ext cx="628221" cy="702340"/>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2222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cxnSp>
        <p:nvCxnSpPr>
          <p:cNvPr id="24" name="Straight Arrow Connector 23">
            <a:extLst>
              <a:ext uri="{FF2B5EF4-FFF2-40B4-BE49-F238E27FC236}">
                <a16:creationId xmlns:a16="http://schemas.microsoft.com/office/drawing/2014/main" id="{983A2316-4FF5-108C-E101-F79A59AA0E6D}"/>
              </a:ext>
              <a:ext uri="{C183D7F6-B498-43B3-948B-1728B52AA6E4}">
                <adec:decorative xmlns:adec="http://schemas.microsoft.com/office/drawing/2017/decorative" val="1"/>
              </a:ext>
            </a:extLst>
          </p:cNvPr>
          <p:cNvCxnSpPr>
            <a:cxnSpLocks/>
            <a:endCxn id="14" idx="2"/>
          </p:cNvCxnSpPr>
          <p:nvPr/>
        </p:nvCxnSpPr>
        <p:spPr>
          <a:xfrm>
            <a:off x="3355213" y="4235181"/>
            <a:ext cx="0" cy="678184"/>
          </a:xfrm>
          <a:prstGeom prst="straightConnector1">
            <a:avLst/>
          </a:prstGeom>
          <a:ln w="22225" cap="rnd">
            <a:solidFill>
              <a:schemeClr val="accent4"/>
            </a:solidFill>
            <a:prstDash val="solid"/>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526E87F-ED68-6C7C-E66F-92C83E00D08F}"/>
              </a:ext>
              <a:ext uri="{C183D7F6-B498-43B3-948B-1728B52AA6E4}">
                <adec:decorative xmlns:adec="http://schemas.microsoft.com/office/drawing/2017/decorative" val="1"/>
              </a:ext>
            </a:extLst>
          </p:cNvPr>
          <p:cNvCxnSpPr>
            <a:cxnSpLocks/>
            <a:endCxn id="16" idx="2"/>
          </p:cNvCxnSpPr>
          <p:nvPr/>
        </p:nvCxnSpPr>
        <p:spPr>
          <a:xfrm>
            <a:off x="5419895" y="3182417"/>
            <a:ext cx="0" cy="1730947"/>
          </a:xfrm>
          <a:prstGeom prst="straightConnector1">
            <a:avLst/>
          </a:prstGeom>
          <a:ln w="22225" cap="rnd">
            <a:solidFill>
              <a:schemeClr val="accent4"/>
            </a:solidFill>
            <a:prstDash val="solid"/>
            <a:headEnd type="arrow"/>
            <a:tailEnd type="arrow"/>
          </a:ln>
        </p:spPr>
        <p:style>
          <a:lnRef idx="1">
            <a:schemeClr val="accent1"/>
          </a:lnRef>
          <a:fillRef idx="0">
            <a:schemeClr val="accent1"/>
          </a:fillRef>
          <a:effectRef idx="0">
            <a:schemeClr val="accent1"/>
          </a:effectRef>
          <a:fontRef idx="minor">
            <a:schemeClr val="tx1"/>
          </a:fontRef>
        </p:style>
      </p:cxnSp>
      <p:sp useBgFill="1">
        <p:nvSpPr>
          <p:cNvPr id="28" name="Oval 27">
            <a:extLst>
              <a:ext uri="{FF2B5EF4-FFF2-40B4-BE49-F238E27FC236}">
                <a16:creationId xmlns:a16="http://schemas.microsoft.com/office/drawing/2014/main" id="{2AC7531F-48E9-46B5-0D42-148F02743E60}"/>
              </a:ext>
              <a:ext uri="{C183D7F6-B498-43B3-948B-1728B52AA6E4}">
                <adec:decorative xmlns:adec="http://schemas.microsoft.com/office/drawing/2017/decorative" val="1"/>
              </a:ext>
            </a:extLst>
          </p:cNvPr>
          <p:cNvSpPr/>
          <p:nvPr/>
        </p:nvSpPr>
        <p:spPr bwMode="auto">
          <a:xfrm>
            <a:off x="5140297" y="3743264"/>
            <a:ext cx="559520" cy="559520"/>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9" name="Group 28">
            <a:extLst>
              <a:ext uri="{FF2B5EF4-FFF2-40B4-BE49-F238E27FC236}">
                <a16:creationId xmlns:a16="http://schemas.microsoft.com/office/drawing/2014/main" id="{CEE37EA7-2F2C-C359-5E9E-2C182005A048}"/>
              </a:ext>
              <a:ext uri="{C183D7F6-B498-43B3-948B-1728B52AA6E4}">
                <adec:decorative xmlns:adec="http://schemas.microsoft.com/office/drawing/2017/decorative" val="1"/>
              </a:ext>
            </a:extLst>
          </p:cNvPr>
          <p:cNvGrpSpPr>
            <a:grpSpLocks noChangeAspect="1"/>
          </p:cNvGrpSpPr>
          <p:nvPr/>
        </p:nvGrpSpPr>
        <p:grpSpPr>
          <a:xfrm>
            <a:off x="5152001" y="3829206"/>
            <a:ext cx="537855" cy="376498"/>
            <a:chOff x="5255310" y="4115954"/>
            <a:chExt cx="548640" cy="384048"/>
          </a:xfrm>
        </p:grpSpPr>
        <p:sp>
          <p:nvSpPr>
            <p:cNvPr id="30" name="Rectangle 29">
              <a:extLst>
                <a:ext uri="{FF2B5EF4-FFF2-40B4-BE49-F238E27FC236}">
                  <a16:creationId xmlns:a16="http://schemas.microsoft.com/office/drawing/2014/main" id="{5C7557D1-3D9E-050C-5332-F1DD2F8B2DBD}"/>
                </a:ext>
              </a:extLst>
            </p:cNvPr>
            <p:cNvSpPr>
              <a:spLocks noChangeAspect="1"/>
            </p:cNvSpPr>
            <p:nvPr/>
          </p:nvSpPr>
          <p:spPr bwMode="auto">
            <a:xfrm>
              <a:off x="5255310" y="4115954"/>
              <a:ext cx="548640" cy="384048"/>
            </a:xfrm>
            <a:prstGeom prst="rect">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1" name="people_4" title="Icon of a person">
              <a:extLst>
                <a:ext uri="{FF2B5EF4-FFF2-40B4-BE49-F238E27FC236}">
                  <a16:creationId xmlns:a16="http://schemas.microsoft.com/office/drawing/2014/main" id="{96840A6F-4B54-8EDB-AB56-81573036DFDF}"/>
                </a:ext>
              </a:extLst>
            </p:cNvPr>
            <p:cNvSpPr>
              <a:spLocks noChangeAspect="1" noEditPoints="1"/>
            </p:cNvSpPr>
            <p:nvPr/>
          </p:nvSpPr>
          <p:spPr bwMode="auto">
            <a:xfrm>
              <a:off x="5337395" y="4218670"/>
              <a:ext cx="161268" cy="18029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587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cxnSp>
          <p:nvCxnSpPr>
            <p:cNvPr id="224" name="Straight Connector 223">
              <a:extLst>
                <a:ext uri="{FF2B5EF4-FFF2-40B4-BE49-F238E27FC236}">
                  <a16:creationId xmlns:a16="http://schemas.microsoft.com/office/drawing/2014/main" id="{CCEFA037-58F9-FFD5-5B44-2DF0F8374679}"/>
                </a:ext>
              </a:extLst>
            </p:cNvPr>
            <p:cNvCxnSpPr>
              <a:cxnSpLocks/>
            </p:cNvCxnSpPr>
            <p:nvPr/>
          </p:nvCxnSpPr>
          <p:spPr>
            <a:xfrm>
              <a:off x="5563180" y="4232282"/>
              <a:ext cx="162933" cy="0"/>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2AAFE1B6-7CB7-13FF-DFFC-EB7816EBAC50}"/>
                </a:ext>
              </a:extLst>
            </p:cNvPr>
            <p:cNvCxnSpPr>
              <a:cxnSpLocks/>
            </p:cNvCxnSpPr>
            <p:nvPr/>
          </p:nvCxnSpPr>
          <p:spPr>
            <a:xfrm>
              <a:off x="5563180" y="4354519"/>
              <a:ext cx="97845" cy="0"/>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DBB99B61-1F2A-9FE9-392A-F09E730F75B6}"/>
                </a:ext>
              </a:extLst>
            </p:cNvPr>
            <p:cNvCxnSpPr>
              <a:cxnSpLocks/>
            </p:cNvCxnSpPr>
            <p:nvPr/>
          </p:nvCxnSpPr>
          <p:spPr>
            <a:xfrm>
              <a:off x="5563180" y="4293401"/>
              <a:ext cx="162933" cy="0"/>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27" name="Group 226">
            <a:extLst>
              <a:ext uri="{FF2B5EF4-FFF2-40B4-BE49-F238E27FC236}">
                <a16:creationId xmlns:a16="http://schemas.microsoft.com/office/drawing/2014/main" id="{ED4B343E-56B1-200F-2F1C-DE5BED2025AF}"/>
              </a:ext>
              <a:ext uri="{C183D7F6-B498-43B3-948B-1728B52AA6E4}">
                <adec:decorative xmlns:adec="http://schemas.microsoft.com/office/drawing/2017/decorative" val="1"/>
              </a:ext>
            </a:extLst>
          </p:cNvPr>
          <p:cNvGrpSpPr/>
          <p:nvPr/>
        </p:nvGrpSpPr>
        <p:grpSpPr>
          <a:xfrm>
            <a:off x="7058513" y="995567"/>
            <a:ext cx="544990" cy="554846"/>
            <a:chOff x="6883556" y="1042459"/>
            <a:chExt cx="555918" cy="565972"/>
          </a:xfrm>
        </p:grpSpPr>
        <p:sp useBgFill="1">
          <p:nvSpPr>
            <p:cNvPr id="228" name="Oval 227">
              <a:extLst>
                <a:ext uri="{FF2B5EF4-FFF2-40B4-BE49-F238E27FC236}">
                  <a16:creationId xmlns:a16="http://schemas.microsoft.com/office/drawing/2014/main" id="{14781EC0-9103-DFB6-69CD-8787F6C2E594}"/>
                </a:ext>
              </a:extLst>
            </p:cNvPr>
            <p:cNvSpPr/>
            <p:nvPr/>
          </p:nvSpPr>
          <p:spPr bwMode="auto">
            <a:xfrm>
              <a:off x="6883556" y="1052513"/>
              <a:ext cx="555918" cy="555918"/>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9" name="Group 228">
              <a:extLst>
                <a:ext uri="{FF2B5EF4-FFF2-40B4-BE49-F238E27FC236}">
                  <a16:creationId xmlns:a16="http://schemas.microsoft.com/office/drawing/2014/main" id="{A417CD86-824F-0B41-2B61-355AD5E2FE2E}"/>
                </a:ext>
              </a:extLst>
            </p:cNvPr>
            <p:cNvGrpSpPr/>
            <p:nvPr/>
          </p:nvGrpSpPr>
          <p:grpSpPr>
            <a:xfrm>
              <a:off x="6997955" y="1042459"/>
              <a:ext cx="327121" cy="457200"/>
              <a:chOff x="5647740" y="868476"/>
              <a:chExt cx="327121" cy="457200"/>
            </a:xfrm>
          </p:grpSpPr>
          <p:sp>
            <p:nvSpPr>
              <p:cNvPr id="230" name="binary" title="Icon of binary code, ones and zeros">
                <a:extLst>
                  <a:ext uri="{FF2B5EF4-FFF2-40B4-BE49-F238E27FC236}">
                    <a16:creationId xmlns:a16="http://schemas.microsoft.com/office/drawing/2014/main" id="{056C37D4-E911-5823-A624-632DC6F51783}"/>
                  </a:ext>
                </a:extLst>
              </p:cNvPr>
              <p:cNvSpPr>
                <a:spLocks noChangeAspect="1" noEditPoints="1"/>
              </p:cNvSpPr>
              <p:nvPr/>
            </p:nvSpPr>
            <p:spPr bwMode="auto">
              <a:xfrm>
                <a:off x="5719860" y="1123299"/>
                <a:ext cx="182880" cy="157916"/>
              </a:xfrm>
              <a:custGeom>
                <a:avLst/>
                <a:gdLst>
                  <a:gd name="T0" fmla="*/ 0 w 245"/>
                  <a:gd name="T1" fmla="*/ 48 h 212"/>
                  <a:gd name="T2" fmla="*/ 92 w 245"/>
                  <a:gd name="T3" fmla="*/ 48 h 212"/>
                  <a:gd name="T4" fmla="*/ 183 w 245"/>
                  <a:gd name="T5" fmla="*/ 48 h 212"/>
                  <a:gd name="T6" fmla="*/ 62 w 245"/>
                  <a:gd name="T7" fmla="*/ 15 h 212"/>
                  <a:gd name="T8" fmla="*/ 46 w 245"/>
                  <a:gd name="T9" fmla="*/ 0 h 212"/>
                  <a:gd name="T10" fmla="*/ 30 w 245"/>
                  <a:gd name="T11" fmla="*/ 33 h 212"/>
                  <a:gd name="T12" fmla="*/ 46 w 245"/>
                  <a:gd name="T13" fmla="*/ 49 h 212"/>
                  <a:gd name="T14" fmla="*/ 153 w 245"/>
                  <a:gd name="T15" fmla="*/ 33 h 212"/>
                  <a:gd name="T16" fmla="*/ 137 w 245"/>
                  <a:gd name="T17" fmla="*/ 0 h 212"/>
                  <a:gd name="T18" fmla="*/ 122 w 245"/>
                  <a:gd name="T19" fmla="*/ 15 h 212"/>
                  <a:gd name="T20" fmla="*/ 137 w 245"/>
                  <a:gd name="T21" fmla="*/ 49 h 212"/>
                  <a:gd name="T22" fmla="*/ 153 w 245"/>
                  <a:gd name="T23" fmla="*/ 33 h 212"/>
                  <a:gd name="T24" fmla="*/ 245 w 245"/>
                  <a:gd name="T25" fmla="*/ 15 h 212"/>
                  <a:gd name="T26" fmla="*/ 229 w 245"/>
                  <a:gd name="T27" fmla="*/ 0 h 212"/>
                  <a:gd name="T28" fmla="*/ 213 w 245"/>
                  <a:gd name="T29" fmla="*/ 33 h 212"/>
                  <a:gd name="T30" fmla="*/ 229 w 245"/>
                  <a:gd name="T31" fmla="*/ 49 h 212"/>
                  <a:gd name="T32" fmla="*/ 0 w 245"/>
                  <a:gd name="T33" fmla="*/ 163 h 212"/>
                  <a:gd name="T34" fmla="*/ 92 w 245"/>
                  <a:gd name="T35" fmla="*/ 163 h 212"/>
                  <a:gd name="T36" fmla="*/ 183 w 245"/>
                  <a:gd name="T37" fmla="*/ 163 h 212"/>
                  <a:gd name="T38" fmla="*/ 62 w 245"/>
                  <a:gd name="T39" fmla="*/ 196 h 212"/>
                  <a:gd name="T40" fmla="*/ 46 w 245"/>
                  <a:gd name="T41" fmla="*/ 163 h 212"/>
                  <a:gd name="T42" fmla="*/ 30 w 245"/>
                  <a:gd name="T43" fmla="*/ 179 h 212"/>
                  <a:gd name="T44" fmla="*/ 46 w 245"/>
                  <a:gd name="T45" fmla="*/ 212 h 212"/>
                  <a:gd name="T46" fmla="*/ 62 w 245"/>
                  <a:gd name="T47" fmla="*/ 196 h 212"/>
                  <a:gd name="T48" fmla="*/ 153 w 245"/>
                  <a:gd name="T49" fmla="*/ 179 h 212"/>
                  <a:gd name="T50" fmla="*/ 137 w 245"/>
                  <a:gd name="T51" fmla="*/ 163 h 212"/>
                  <a:gd name="T52" fmla="*/ 122 w 245"/>
                  <a:gd name="T53" fmla="*/ 196 h 212"/>
                  <a:gd name="T54" fmla="*/ 137 w 245"/>
                  <a:gd name="T55" fmla="*/ 212 h 212"/>
                  <a:gd name="T56" fmla="*/ 245 w 245"/>
                  <a:gd name="T57" fmla="*/ 196 h 212"/>
                  <a:gd name="T58" fmla="*/ 229 w 245"/>
                  <a:gd name="T59" fmla="*/ 163 h 212"/>
                  <a:gd name="T60" fmla="*/ 213 w 245"/>
                  <a:gd name="T61" fmla="*/ 179 h 212"/>
                  <a:gd name="T62" fmla="*/ 229 w 245"/>
                  <a:gd name="T63" fmla="*/ 212 h 212"/>
                  <a:gd name="T64" fmla="*/ 245 w 245"/>
                  <a:gd name="T65" fmla="*/ 196 h 212"/>
                  <a:gd name="T66" fmla="*/ 62 w 245"/>
                  <a:gd name="T67" fmla="*/ 131 h 212"/>
                  <a:gd name="T68" fmla="*/ 153 w 245"/>
                  <a:gd name="T69" fmla="*/ 131 h 212"/>
                  <a:gd name="T70" fmla="*/ 32 w 245"/>
                  <a:gd name="T71" fmla="*/ 98 h 212"/>
                  <a:gd name="T72" fmla="*/ 16 w 245"/>
                  <a:gd name="T73" fmla="*/ 83 h 212"/>
                  <a:gd name="T74" fmla="*/ 0 w 245"/>
                  <a:gd name="T75" fmla="*/ 116 h 212"/>
                  <a:gd name="T76" fmla="*/ 16 w 245"/>
                  <a:gd name="T77" fmla="*/ 132 h 212"/>
                  <a:gd name="T78" fmla="*/ 123 w 245"/>
                  <a:gd name="T79" fmla="*/ 116 h 212"/>
                  <a:gd name="T80" fmla="*/ 107 w 245"/>
                  <a:gd name="T81" fmla="*/ 83 h 212"/>
                  <a:gd name="T82" fmla="*/ 92 w 245"/>
                  <a:gd name="T83" fmla="*/ 98 h 212"/>
                  <a:gd name="T84" fmla="*/ 107 w 245"/>
                  <a:gd name="T85" fmla="*/ 132 h 212"/>
                  <a:gd name="T86" fmla="*/ 123 w 245"/>
                  <a:gd name="T87" fmla="*/ 116 h 212"/>
                  <a:gd name="T88" fmla="*/ 215 w 245"/>
                  <a:gd name="T89" fmla="*/ 98 h 212"/>
                  <a:gd name="T90" fmla="*/ 199 w 245"/>
                  <a:gd name="T91" fmla="*/ 83 h 212"/>
                  <a:gd name="T92" fmla="*/ 183 w 245"/>
                  <a:gd name="T93" fmla="*/ 116 h 212"/>
                  <a:gd name="T94" fmla="*/ 199 w 245"/>
                  <a:gd name="T95" fmla="*/ 132 h 212"/>
                  <a:gd name="T96" fmla="*/ 245 w 245"/>
                  <a:gd name="T97" fmla="*/ 83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5" h="212">
                    <a:moveTo>
                      <a:pt x="0" y="0"/>
                    </a:moveTo>
                    <a:cubicBezTo>
                      <a:pt x="0" y="48"/>
                      <a:pt x="0" y="48"/>
                      <a:pt x="0" y="48"/>
                    </a:cubicBezTo>
                    <a:moveTo>
                      <a:pt x="92" y="0"/>
                    </a:moveTo>
                    <a:cubicBezTo>
                      <a:pt x="92" y="48"/>
                      <a:pt x="92" y="48"/>
                      <a:pt x="92" y="48"/>
                    </a:cubicBezTo>
                    <a:moveTo>
                      <a:pt x="183" y="0"/>
                    </a:moveTo>
                    <a:cubicBezTo>
                      <a:pt x="183" y="48"/>
                      <a:pt x="183" y="48"/>
                      <a:pt x="183" y="48"/>
                    </a:cubicBezTo>
                    <a:moveTo>
                      <a:pt x="62" y="33"/>
                    </a:moveTo>
                    <a:cubicBezTo>
                      <a:pt x="62" y="15"/>
                      <a:pt x="62" y="15"/>
                      <a:pt x="62" y="15"/>
                    </a:cubicBezTo>
                    <a:cubicBezTo>
                      <a:pt x="62" y="7"/>
                      <a:pt x="55" y="0"/>
                      <a:pt x="46" y="0"/>
                    </a:cubicBezTo>
                    <a:cubicBezTo>
                      <a:pt x="46" y="0"/>
                      <a:pt x="46" y="0"/>
                      <a:pt x="46" y="0"/>
                    </a:cubicBezTo>
                    <a:cubicBezTo>
                      <a:pt x="37" y="0"/>
                      <a:pt x="30" y="7"/>
                      <a:pt x="30" y="15"/>
                    </a:cubicBezTo>
                    <a:cubicBezTo>
                      <a:pt x="30" y="33"/>
                      <a:pt x="30" y="33"/>
                      <a:pt x="30" y="33"/>
                    </a:cubicBezTo>
                    <a:cubicBezTo>
                      <a:pt x="30" y="41"/>
                      <a:pt x="37" y="49"/>
                      <a:pt x="46" y="49"/>
                    </a:cubicBezTo>
                    <a:cubicBezTo>
                      <a:pt x="46" y="49"/>
                      <a:pt x="46" y="49"/>
                      <a:pt x="46" y="49"/>
                    </a:cubicBezTo>
                    <a:cubicBezTo>
                      <a:pt x="55" y="49"/>
                      <a:pt x="62" y="41"/>
                      <a:pt x="62" y="33"/>
                    </a:cubicBezTo>
                    <a:close/>
                    <a:moveTo>
                      <a:pt x="153" y="33"/>
                    </a:moveTo>
                    <a:cubicBezTo>
                      <a:pt x="153" y="15"/>
                      <a:pt x="153" y="15"/>
                      <a:pt x="153" y="15"/>
                    </a:cubicBezTo>
                    <a:cubicBezTo>
                      <a:pt x="153" y="7"/>
                      <a:pt x="146" y="0"/>
                      <a:pt x="137" y="0"/>
                    </a:cubicBezTo>
                    <a:cubicBezTo>
                      <a:pt x="137" y="0"/>
                      <a:pt x="137" y="0"/>
                      <a:pt x="137" y="0"/>
                    </a:cubicBezTo>
                    <a:cubicBezTo>
                      <a:pt x="129" y="0"/>
                      <a:pt x="122" y="7"/>
                      <a:pt x="122" y="15"/>
                    </a:cubicBezTo>
                    <a:cubicBezTo>
                      <a:pt x="122" y="33"/>
                      <a:pt x="122" y="33"/>
                      <a:pt x="122" y="33"/>
                    </a:cubicBezTo>
                    <a:cubicBezTo>
                      <a:pt x="122" y="41"/>
                      <a:pt x="129" y="49"/>
                      <a:pt x="137" y="49"/>
                    </a:cubicBezTo>
                    <a:cubicBezTo>
                      <a:pt x="137" y="49"/>
                      <a:pt x="137" y="49"/>
                      <a:pt x="137" y="49"/>
                    </a:cubicBezTo>
                    <a:cubicBezTo>
                      <a:pt x="146" y="49"/>
                      <a:pt x="153" y="41"/>
                      <a:pt x="153" y="33"/>
                    </a:cubicBezTo>
                    <a:close/>
                    <a:moveTo>
                      <a:pt x="245" y="33"/>
                    </a:moveTo>
                    <a:cubicBezTo>
                      <a:pt x="245" y="15"/>
                      <a:pt x="245" y="15"/>
                      <a:pt x="245" y="15"/>
                    </a:cubicBezTo>
                    <a:cubicBezTo>
                      <a:pt x="245" y="7"/>
                      <a:pt x="237" y="0"/>
                      <a:pt x="229" y="0"/>
                    </a:cubicBezTo>
                    <a:cubicBezTo>
                      <a:pt x="229" y="0"/>
                      <a:pt x="229" y="0"/>
                      <a:pt x="229" y="0"/>
                    </a:cubicBezTo>
                    <a:cubicBezTo>
                      <a:pt x="220" y="0"/>
                      <a:pt x="213" y="7"/>
                      <a:pt x="213" y="15"/>
                    </a:cubicBezTo>
                    <a:cubicBezTo>
                      <a:pt x="213" y="33"/>
                      <a:pt x="213" y="33"/>
                      <a:pt x="213" y="33"/>
                    </a:cubicBezTo>
                    <a:cubicBezTo>
                      <a:pt x="213" y="41"/>
                      <a:pt x="220" y="49"/>
                      <a:pt x="229" y="49"/>
                    </a:cubicBezTo>
                    <a:cubicBezTo>
                      <a:pt x="229" y="49"/>
                      <a:pt x="229" y="49"/>
                      <a:pt x="229" y="49"/>
                    </a:cubicBezTo>
                    <a:cubicBezTo>
                      <a:pt x="237" y="49"/>
                      <a:pt x="245" y="41"/>
                      <a:pt x="245" y="33"/>
                    </a:cubicBezTo>
                    <a:close/>
                    <a:moveTo>
                      <a:pt x="0" y="163"/>
                    </a:moveTo>
                    <a:cubicBezTo>
                      <a:pt x="0" y="212"/>
                      <a:pt x="0" y="212"/>
                      <a:pt x="0" y="212"/>
                    </a:cubicBezTo>
                    <a:moveTo>
                      <a:pt x="92" y="163"/>
                    </a:moveTo>
                    <a:cubicBezTo>
                      <a:pt x="92" y="212"/>
                      <a:pt x="92" y="212"/>
                      <a:pt x="92" y="212"/>
                    </a:cubicBezTo>
                    <a:moveTo>
                      <a:pt x="183" y="163"/>
                    </a:moveTo>
                    <a:cubicBezTo>
                      <a:pt x="183" y="212"/>
                      <a:pt x="183" y="212"/>
                      <a:pt x="183" y="212"/>
                    </a:cubicBezTo>
                    <a:moveTo>
                      <a:pt x="62" y="196"/>
                    </a:moveTo>
                    <a:cubicBezTo>
                      <a:pt x="62" y="179"/>
                      <a:pt x="62" y="179"/>
                      <a:pt x="62" y="179"/>
                    </a:cubicBezTo>
                    <a:cubicBezTo>
                      <a:pt x="62" y="170"/>
                      <a:pt x="55" y="163"/>
                      <a:pt x="46" y="163"/>
                    </a:cubicBezTo>
                    <a:cubicBezTo>
                      <a:pt x="46" y="163"/>
                      <a:pt x="46" y="163"/>
                      <a:pt x="46" y="163"/>
                    </a:cubicBezTo>
                    <a:cubicBezTo>
                      <a:pt x="37" y="163"/>
                      <a:pt x="30" y="170"/>
                      <a:pt x="30" y="179"/>
                    </a:cubicBezTo>
                    <a:cubicBezTo>
                      <a:pt x="30" y="196"/>
                      <a:pt x="30" y="196"/>
                      <a:pt x="30" y="196"/>
                    </a:cubicBezTo>
                    <a:cubicBezTo>
                      <a:pt x="30" y="205"/>
                      <a:pt x="37" y="212"/>
                      <a:pt x="46" y="212"/>
                    </a:cubicBezTo>
                    <a:cubicBezTo>
                      <a:pt x="46" y="212"/>
                      <a:pt x="46" y="212"/>
                      <a:pt x="46" y="212"/>
                    </a:cubicBezTo>
                    <a:cubicBezTo>
                      <a:pt x="55" y="212"/>
                      <a:pt x="62" y="205"/>
                      <a:pt x="62" y="196"/>
                    </a:cubicBezTo>
                    <a:close/>
                    <a:moveTo>
                      <a:pt x="153" y="196"/>
                    </a:moveTo>
                    <a:cubicBezTo>
                      <a:pt x="153" y="179"/>
                      <a:pt x="153" y="179"/>
                      <a:pt x="153" y="179"/>
                    </a:cubicBezTo>
                    <a:cubicBezTo>
                      <a:pt x="153" y="170"/>
                      <a:pt x="146" y="163"/>
                      <a:pt x="137" y="163"/>
                    </a:cubicBezTo>
                    <a:cubicBezTo>
                      <a:pt x="137" y="163"/>
                      <a:pt x="137" y="163"/>
                      <a:pt x="137" y="163"/>
                    </a:cubicBezTo>
                    <a:cubicBezTo>
                      <a:pt x="129" y="163"/>
                      <a:pt x="122" y="170"/>
                      <a:pt x="122" y="179"/>
                    </a:cubicBezTo>
                    <a:cubicBezTo>
                      <a:pt x="122" y="196"/>
                      <a:pt x="122" y="196"/>
                      <a:pt x="122" y="196"/>
                    </a:cubicBezTo>
                    <a:cubicBezTo>
                      <a:pt x="122" y="205"/>
                      <a:pt x="129" y="212"/>
                      <a:pt x="137" y="212"/>
                    </a:cubicBezTo>
                    <a:cubicBezTo>
                      <a:pt x="137" y="212"/>
                      <a:pt x="137" y="212"/>
                      <a:pt x="137" y="212"/>
                    </a:cubicBezTo>
                    <a:cubicBezTo>
                      <a:pt x="146" y="212"/>
                      <a:pt x="153" y="205"/>
                      <a:pt x="153" y="196"/>
                    </a:cubicBezTo>
                    <a:close/>
                    <a:moveTo>
                      <a:pt x="245" y="196"/>
                    </a:moveTo>
                    <a:cubicBezTo>
                      <a:pt x="245" y="179"/>
                      <a:pt x="245" y="179"/>
                      <a:pt x="245" y="179"/>
                    </a:cubicBezTo>
                    <a:cubicBezTo>
                      <a:pt x="245" y="170"/>
                      <a:pt x="237" y="163"/>
                      <a:pt x="229" y="163"/>
                    </a:cubicBezTo>
                    <a:cubicBezTo>
                      <a:pt x="229" y="163"/>
                      <a:pt x="229" y="163"/>
                      <a:pt x="229" y="163"/>
                    </a:cubicBezTo>
                    <a:cubicBezTo>
                      <a:pt x="220" y="163"/>
                      <a:pt x="213" y="170"/>
                      <a:pt x="213" y="179"/>
                    </a:cubicBezTo>
                    <a:cubicBezTo>
                      <a:pt x="213" y="196"/>
                      <a:pt x="213" y="196"/>
                      <a:pt x="213" y="196"/>
                    </a:cubicBezTo>
                    <a:cubicBezTo>
                      <a:pt x="213" y="205"/>
                      <a:pt x="220" y="212"/>
                      <a:pt x="229" y="212"/>
                    </a:cubicBezTo>
                    <a:cubicBezTo>
                      <a:pt x="229" y="212"/>
                      <a:pt x="229" y="212"/>
                      <a:pt x="229" y="212"/>
                    </a:cubicBezTo>
                    <a:cubicBezTo>
                      <a:pt x="237" y="212"/>
                      <a:pt x="245" y="205"/>
                      <a:pt x="245" y="196"/>
                    </a:cubicBezTo>
                    <a:close/>
                    <a:moveTo>
                      <a:pt x="62" y="83"/>
                    </a:moveTo>
                    <a:cubicBezTo>
                      <a:pt x="62" y="131"/>
                      <a:pt x="62" y="131"/>
                      <a:pt x="62" y="131"/>
                    </a:cubicBezTo>
                    <a:moveTo>
                      <a:pt x="153" y="83"/>
                    </a:moveTo>
                    <a:cubicBezTo>
                      <a:pt x="153" y="131"/>
                      <a:pt x="153" y="131"/>
                      <a:pt x="153" y="131"/>
                    </a:cubicBezTo>
                    <a:moveTo>
                      <a:pt x="32" y="116"/>
                    </a:moveTo>
                    <a:cubicBezTo>
                      <a:pt x="32" y="98"/>
                      <a:pt x="32" y="98"/>
                      <a:pt x="32" y="98"/>
                    </a:cubicBezTo>
                    <a:cubicBezTo>
                      <a:pt x="32" y="90"/>
                      <a:pt x="25" y="83"/>
                      <a:pt x="16" y="83"/>
                    </a:cubicBezTo>
                    <a:cubicBezTo>
                      <a:pt x="16" y="83"/>
                      <a:pt x="16" y="83"/>
                      <a:pt x="16" y="83"/>
                    </a:cubicBezTo>
                    <a:cubicBezTo>
                      <a:pt x="7" y="83"/>
                      <a:pt x="0" y="90"/>
                      <a:pt x="0" y="98"/>
                    </a:cubicBezTo>
                    <a:cubicBezTo>
                      <a:pt x="0" y="116"/>
                      <a:pt x="0" y="116"/>
                      <a:pt x="0" y="116"/>
                    </a:cubicBezTo>
                    <a:cubicBezTo>
                      <a:pt x="0" y="124"/>
                      <a:pt x="7" y="132"/>
                      <a:pt x="16" y="132"/>
                    </a:cubicBezTo>
                    <a:cubicBezTo>
                      <a:pt x="16" y="132"/>
                      <a:pt x="16" y="132"/>
                      <a:pt x="16" y="132"/>
                    </a:cubicBezTo>
                    <a:cubicBezTo>
                      <a:pt x="25" y="132"/>
                      <a:pt x="32" y="124"/>
                      <a:pt x="32" y="116"/>
                    </a:cubicBezTo>
                    <a:close/>
                    <a:moveTo>
                      <a:pt x="123" y="116"/>
                    </a:moveTo>
                    <a:cubicBezTo>
                      <a:pt x="123" y="98"/>
                      <a:pt x="123" y="98"/>
                      <a:pt x="123" y="98"/>
                    </a:cubicBezTo>
                    <a:cubicBezTo>
                      <a:pt x="123" y="90"/>
                      <a:pt x="116" y="83"/>
                      <a:pt x="107" y="83"/>
                    </a:cubicBezTo>
                    <a:cubicBezTo>
                      <a:pt x="107" y="83"/>
                      <a:pt x="107" y="83"/>
                      <a:pt x="107" y="83"/>
                    </a:cubicBezTo>
                    <a:cubicBezTo>
                      <a:pt x="99" y="83"/>
                      <a:pt x="92" y="90"/>
                      <a:pt x="92" y="98"/>
                    </a:cubicBezTo>
                    <a:cubicBezTo>
                      <a:pt x="92" y="116"/>
                      <a:pt x="92" y="116"/>
                      <a:pt x="92" y="116"/>
                    </a:cubicBezTo>
                    <a:cubicBezTo>
                      <a:pt x="92" y="124"/>
                      <a:pt x="99" y="132"/>
                      <a:pt x="107" y="132"/>
                    </a:cubicBezTo>
                    <a:cubicBezTo>
                      <a:pt x="107" y="132"/>
                      <a:pt x="107" y="132"/>
                      <a:pt x="107" y="132"/>
                    </a:cubicBezTo>
                    <a:cubicBezTo>
                      <a:pt x="116" y="132"/>
                      <a:pt x="123" y="124"/>
                      <a:pt x="123" y="116"/>
                    </a:cubicBezTo>
                    <a:close/>
                    <a:moveTo>
                      <a:pt x="215" y="116"/>
                    </a:moveTo>
                    <a:cubicBezTo>
                      <a:pt x="215" y="98"/>
                      <a:pt x="215" y="98"/>
                      <a:pt x="215" y="98"/>
                    </a:cubicBezTo>
                    <a:cubicBezTo>
                      <a:pt x="215" y="90"/>
                      <a:pt x="207" y="83"/>
                      <a:pt x="199" y="83"/>
                    </a:cubicBezTo>
                    <a:cubicBezTo>
                      <a:pt x="199" y="83"/>
                      <a:pt x="199" y="83"/>
                      <a:pt x="199" y="83"/>
                    </a:cubicBezTo>
                    <a:cubicBezTo>
                      <a:pt x="190" y="83"/>
                      <a:pt x="183" y="90"/>
                      <a:pt x="183" y="98"/>
                    </a:cubicBezTo>
                    <a:cubicBezTo>
                      <a:pt x="183" y="116"/>
                      <a:pt x="183" y="116"/>
                      <a:pt x="183" y="116"/>
                    </a:cubicBezTo>
                    <a:cubicBezTo>
                      <a:pt x="183" y="124"/>
                      <a:pt x="190" y="132"/>
                      <a:pt x="199" y="132"/>
                    </a:cubicBezTo>
                    <a:cubicBezTo>
                      <a:pt x="199" y="132"/>
                      <a:pt x="199" y="132"/>
                      <a:pt x="199" y="132"/>
                    </a:cubicBezTo>
                    <a:cubicBezTo>
                      <a:pt x="207" y="132"/>
                      <a:pt x="215" y="124"/>
                      <a:pt x="215" y="116"/>
                    </a:cubicBezTo>
                    <a:close/>
                    <a:moveTo>
                      <a:pt x="245" y="83"/>
                    </a:moveTo>
                    <a:cubicBezTo>
                      <a:pt x="245" y="131"/>
                      <a:pt x="245" y="131"/>
                      <a:pt x="245" y="131"/>
                    </a:cubicBezTo>
                  </a:path>
                </a:pathLst>
              </a:custGeom>
              <a:noFill/>
              <a:ln w="952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sp>
            <p:nvSpPr>
              <p:cNvPr id="231" name="Lock_2" title="Icon of an unlocked padlock">
                <a:extLst>
                  <a:ext uri="{FF2B5EF4-FFF2-40B4-BE49-F238E27FC236}">
                    <a16:creationId xmlns:a16="http://schemas.microsoft.com/office/drawing/2014/main" id="{EE8942BA-D565-9224-9278-DC0953BC726A}"/>
                  </a:ext>
                </a:extLst>
              </p:cNvPr>
              <p:cNvSpPr>
                <a:spLocks noChangeAspect="1" noEditPoints="1"/>
              </p:cNvSpPr>
              <p:nvPr/>
            </p:nvSpPr>
            <p:spPr bwMode="auto">
              <a:xfrm>
                <a:off x="5647740" y="868476"/>
                <a:ext cx="327121" cy="457200"/>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sp>
        <p:nvSpPr>
          <p:cNvPr id="232" name="Oval 231">
            <a:extLst>
              <a:ext uri="{FF2B5EF4-FFF2-40B4-BE49-F238E27FC236}">
                <a16:creationId xmlns:a16="http://schemas.microsoft.com/office/drawing/2014/main" id="{9FB3C91C-3BEB-DDAC-985F-AEFCFF05DB08}"/>
              </a:ext>
              <a:ext uri="{C183D7F6-B498-43B3-948B-1728B52AA6E4}">
                <adec:decorative xmlns:adec="http://schemas.microsoft.com/office/drawing/2017/decorative" val="1"/>
              </a:ext>
            </a:extLst>
          </p:cNvPr>
          <p:cNvSpPr/>
          <p:nvPr/>
        </p:nvSpPr>
        <p:spPr bwMode="auto">
          <a:xfrm>
            <a:off x="9313214" y="135044"/>
            <a:ext cx="1912181" cy="1912181"/>
          </a:xfrm>
          <a:prstGeom prst="ellipse">
            <a:avLst/>
          </a:prstGeom>
          <a:no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a:ln>
                  <a:noFill/>
                </a:ln>
                <a:solidFill>
                  <a:srgbClr val="282828"/>
                </a:solidFill>
                <a:effectLst/>
                <a:uLnTx/>
                <a:uFillTx/>
                <a:latin typeface="Segoe UI Semibold"/>
                <a:ea typeface="+mn-ea"/>
                <a:cs typeface="+mn-cs"/>
              </a:rPr>
              <a:t>People, Apps, and Devices</a:t>
            </a:r>
          </a:p>
        </p:txBody>
      </p:sp>
      <p:sp>
        <p:nvSpPr>
          <p:cNvPr id="233" name="Rectangle 232">
            <a:extLst>
              <a:ext uri="{FF2B5EF4-FFF2-40B4-BE49-F238E27FC236}">
                <a16:creationId xmlns:a16="http://schemas.microsoft.com/office/drawing/2014/main" id="{29A10872-6222-E771-EB82-3B8A7E3611D5}"/>
              </a:ext>
              <a:ext uri="{C183D7F6-B498-43B3-948B-1728B52AA6E4}">
                <adec:decorative xmlns:adec="http://schemas.microsoft.com/office/drawing/2017/decorative" val="1"/>
              </a:ext>
            </a:extLst>
          </p:cNvPr>
          <p:cNvSpPr/>
          <p:nvPr/>
        </p:nvSpPr>
        <p:spPr bwMode="auto">
          <a:xfrm>
            <a:off x="865" y="5921723"/>
            <a:ext cx="12190271" cy="935791"/>
          </a:xfrm>
          <a:prstGeom prst="rect">
            <a:avLst/>
          </a:prstGeom>
          <a:solidFill>
            <a:schemeClr val="bg2">
              <a:lumMod val="90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a:ln>
                <a:noFill/>
              </a:ln>
              <a:solidFill>
                <a:srgbClr val="282828"/>
              </a:solidFill>
              <a:effectLst/>
              <a:uLnTx/>
              <a:uFillTx/>
              <a:latin typeface="Segoe UI"/>
              <a:ea typeface="Segoe UI" pitchFamily="34" charset="0"/>
              <a:cs typeface="Segoe UI" pitchFamily="34" charset="0"/>
            </a:endParaRPr>
          </a:p>
        </p:txBody>
      </p:sp>
      <p:pic>
        <p:nvPicPr>
          <p:cNvPr id="234" name="Picture 233">
            <a:extLst>
              <a:ext uri="{FF2B5EF4-FFF2-40B4-BE49-F238E27FC236}">
                <a16:creationId xmlns:a16="http://schemas.microsoft.com/office/drawing/2014/main" id="{EF89C0EC-3C46-46E8-BDC2-47A385FA767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138" y="6095594"/>
            <a:ext cx="1523905" cy="588048"/>
          </a:xfrm>
          <a:prstGeom prst="rect">
            <a:avLst/>
          </a:prstGeom>
        </p:spPr>
      </p:pic>
      <p:sp>
        <p:nvSpPr>
          <p:cNvPr id="235" name="Rectangle 234">
            <a:extLst>
              <a:ext uri="{FF2B5EF4-FFF2-40B4-BE49-F238E27FC236}">
                <a16:creationId xmlns:a16="http://schemas.microsoft.com/office/drawing/2014/main" id="{535D93CE-CC2D-A837-1CF0-1249A4957C8D}"/>
              </a:ext>
              <a:ext uri="{C183D7F6-B498-43B3-948B-1728B52AA6E4}">
                <adec:decorative xmlns:adec="http://schemas.microsoft.com/office/drawing/2017/decorative" val="1"/>
              </a:ext>
            </a:extLst>
          </p:cNvPr>
          <p:cNvSpPr/>
          <p:nvPr/>
        </p:nvSpPr>
        <p:spPr>
          <a:xfrm>
            <a:off x="3053153" y="6055918"/>
            <a:ext cx="6082576" cy="667401"/>
          </a:xfrm>
          <a:prstGeom prst="rect">
            <a:avLst/>
          </a:prstGeom>
        </p:spPr>
        <p:txBody>
          <a:bodyPr wrap="square" lIns="91427" tIns="91427" rIns="91427" bIns="91427">
            <a:spAutoFit/>
          </a:bodyPr>
          <a:lstStyle/>
          <a:p>
            <a:pPr marL="0" marR="0" lvl="0" indent="0" algn="ctr" defTabSz="233058" rtl="0" eaLnBrk="1" fontAlgn="auto" latinLnBrk="0" hangingPunct="1">
              <a:lnSpc>
                <a:spcPct val="100000"/>
              </a:lnSpc>
              <a:spcBef>
                <a:spcPct val="20000"/>
              </a:spcBef>
              <a:spcAft>
                <a:spcPts val="0"/>
              </a:spcAft>
              <a:buClr>
                <a:srgbClr val="0078D4"/>
              </a:buClr>
              <a:buSzTx/>
              <a:buFontTx/>
              <a:buNone/>
              <a:tabLst/>
              <a:defRPr/>
            </a:pPr>
            <a:r>
              <a:rPr kumimoji="0" lang="en-US" sz="3137" b="0" i="0" u="none" strike="noStrike" kern="1200" cap="none" spc="0" normalizeH="0" baseline="0" noProof="0">
                <a:ln>
                  <a:noFill/>
                </a:ln>
                <a:solidFill>
                  <a:srgbClr val="282828"/>
                </a:solidFill>
                <a:effectLst/>
                <a:uLnTx/>
                <a:uFillTx/>
                <a:latin typeface="Segoe UI"/>
                <a:ea typeface="+mn-ea"/>
                <a:cs typeface="AvenirNext LT Pro Regular"/>
              </a:rPr>
              <a:t>Join, Collaborate, Contribute</a:t>
            </a:r>
          </a:p>
        </p:txBody>
      </p:sp>
      <p:grpSp>
        <p:nvGrpSpPr>
          <p:cNvPr id="236" name="Group 235">
            <a:extLst>
              <a:ext uri="{FF2B5EF4-FFF2-40B4-BE49-F238E27FC236}">
                <a16:creationId xmlns:a16="http://schemas.microsoft.com/office/drawing/2014/main" id="{C34A4B49-E871-547C-C9A1-9DE05C7596C1}"/>
              </a:ext>
              <a:ext uri="{C183D7F6-B498-43B3-948B-1728B52AA6E4}">
                <adec:decorative xmlns:adec="http://schemas.microsoft.com/office/drawing/2017/decorative" val="1"/>
              </a:ext>
            </a:extLst>
          </p:cNvPr>
          <p:cNvGrpSpPr/>
          <p:nvPr/>
        </p:nvGrpSpPr>
        <p:grpSpPr>
          <a:xfrm>
            <a:off x="10439246" y="6055918"/>
            <a:ext cx="926898" cy="701613"/>
            <a:chOff x="10648574" y="6285359"/>
            <a:chExt cx="945484" cy="715681"/>
          </a:xfrm>
        </p:grpSpPr>
        <p:pic>
          <p:nvPicPr>
            <p:cNvPr id="240" name="Picture 239" descr="A close up of a sign&#10;&#10;Description generated with very high confidence">
              <a:extLst>
                <a:ext uri="{FF2B5EF4-FFF2-40B4-BE49-F238E27FC236}">
                  <a16:creationId xmlns:a16="http://schemas.microsoft.com/office/drawing/2014/main" id="{945928DA-7800-C8FC-8C24-A5DDED233B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48574" y="6285359"/>
              <a:ext cx="945484" cy="398922"/>
            </a:xfrm>
            <a:prstGeom prst="rect">
              <a:avLst/>
            </a:prstGeom>
          </p:spPr>
        </p:pic>
        <p:sp>
          <p:nvSpPr>
            <p:cNvPr id="241" name="TextBox 240">
              <a:extLst>
                <a:ext uri="{FF2B5EF4-FFF2-40B4-BE49-F238E27FC236}">
                  <a16:creationId xmlns:a16="http://schemas.microsoft.com/office/drawing/2014/main" id="{8437EE8C-531C-45FD-730B-5A1267528265}"/>
                </a:ext>
              </a:extLst>
            </p:cNvPr>
            <p:cNvSpPr txBox="1"/>
            <p:nvPr/>
          </p:nvSpPr>
          <p:spPr>
            <a:xfrm>
              <a:off x="10720494" y="6687092"/>
              <a:ext cx="801644" cy="313948"/>
            </a:xfrm>
            <a:prstGeom prst="rect">
              <a:avLst/>
            </a:prstGeom>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0" marR="0" lvl="0" indent="0" algn="ctr" defTabSz="228510" rtl="0" eaLnBrk="1" fontAlgn="auto" latinLnBrk="0" hangingPunct="1">
                <a:lnSpc>
                  <a:spcPct val="100000"/>
                </a:lnSpc>
                <a:spcBef>
                  <a:spcPts val="200"/>
                </a:spcBef>
                <a:spcAft>
                  <a:spcPts val="0"/>
                </a:spcAft>
                <a:buClr>
                  <a:srgbClr val="0078D4"/>
                </a:buClr>
                <a:buSzTx/>
                <a:buFontTx/>
                <a:buNone/>
                <a:tabLst/>
                <a:defRPr/>
              </a:pPr>
              <a:r>
                <a:rPr kumimoji="0" lang="en-US" sz="2000" b="1" i="0" u="none" strike="noStrike" kern="1200" cap="none" spc="0" normalizeH="0" baseline="0" noProof="0">
                  <a:ln>
                    <a:noFill/>
                  </a:ln>
                  <a:solidFill>
                    <a:srgbClr val="282828"/>
                  </a:solidFill>
                  <a:effectLst/>
                  <a:uLnTx/>
                  <a:uFillTx/>
                  <a:latin typeface="Segoe UI Semibold"/>
                  <a:ea typeface="+mn-ea"/>
                </a:rPr>
                <a:t>CCG</a:t>
              </a:r>
            </a:p>
          </p:txBody>
        </p:sp>
      </p:grpSp>
      <p:grpSp>
        <p:nvGrpSpPr>
          <p:cNvPr id="242" name="Group 241">
            <a:extLst>
              <a:ext uri="{FF2B5EF4-FFF2-40B4-BE49-F238E27FC236}">
                <a16:creationId xmlns:a16="http://schemas.microsoft.com/office/drawing/2014/main" id="{7378B0F3-5ECD-092C-745B-0717BD5F326E}"/>
              </a:ext>
              <a:ext uri="{C183D7F6-B498-43B3-948B-1728B52AA6E4}">
                <adec:decorative xmlns:adec="http://schemas.microsoft.com/office/drawing/2017/decorative" val="1"/>
              </a:ext>
            </a:extLst>
          </p:cNvPr>
          <p:cNvGrpSpPr/>
          <p:nvPr/>
        </p:nvGrpSpPr>
        <p:grpSpPr>
          <a:xfrm>
            <a:off x="4913736" y="2212517"/>
            <a:ext cx="1954175" cy="976188"/>
            <a:chOff x="5012266" y="2896465"/>
            <a:chExt cx="1993360" cy="995763"/>
          </a:xfrm>
        </p:grpSpPr>
        <p:grpSp>
          <p:nvGrpSpPr>
            <p:cNvPr id="243" name="Group 242">
              <a:extLst>
                <a:ext uri="{FF2B5EF4-FFF2-40B4-BE49-F238E27FC236}">
                  <a16:creationId xmlns:a16="http://schemas.microsoft.com/office/drawing/2014/main" id="{3301A669-1631-B9E1-E79E-EAA38868109A}"/>
                </a:ext>
              </a:extLst>
            </p:cNvPr>
            <p:cNvGrpSpPr/>
            <p:nvPr/>
          </p:nvGrpSpPr>
          <p:grpSpPr>
            <a:xfrm>
              <a:off x="5012266" y="2896465"/>
              <a:ext cx="1993360" cy="995763"/>
              <a:chOff x="5012266" y="2896465"/>
              <a:chExt cx="1993360" cy="995763"/>
            </a:xfrm>
          </p:grpSpPr>
          <p:sp useBgFill="1">
            <p:nvSpPr>
              <p:cNvPr id="245" name="Oval 244">
                <a:extLst>
                  <a:ext uri="{FF2B5EF4-FFF2-40B4-BE49-F238E27FC236}">
                    <a16:creationId xmlns:a16="http://schemas.microsoft.com/office/drawing/2014/main" id="{47650AF1-A1AD-78E4-5693-21A7DB8C021E}"/>
                  </a:ext>
                </a:extLst>
              </p:cNvPr>
              <p:cNvSpPr/>
              <p:nvPr/>
            </p:nvSpPr>
            <p:spPr bwMode="auto">
              <a:xfrm>
                <a:off x="5012266" y="2896788"/>
                <a:ext cx="995440" cy="995440"/>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46" name="CellPhone_E8EA" title="Icon of a cellphone">
                <a:extLst>
                  <a:ext uri="{FF2B5EF4-FFF2-40B4-BE49-F238E27FC236}">
                    <a16:creationId xmlns:a16="http://schemas.microsoft.com/office/drawing/2014/main" id="{9D60F1B4-78F9-DD00-4AB2-2D0C56932C07}"/>
                  </a:ext>
                </a:extLst>
              </p:cNvPr>
              <p:cNvSpPr>
                <a:spLocks noChangeAspect="1" noEditPoints="1"/>
              </p:cNvSpPr>
              <p:nvPr/>
            </p:nvSpPr>
            <p:spPr bwMode="auto">
              <a:xfrm>
                <a:off x="5299581" y="3017358"/>
                <a:ext cx="452654" cy="754300"/>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247" name="Rectangle 246">
                <a:extLst>
                  <a:ext uri="{FF2B5EF4-FFF2-40B4-BE49-F238E27FC236}">
                    <a16:creationId xmlns:a16="http://schemas.microsoft.com/office/drawing/2014/main" id="{9A0B04B0-1F41-6748-D9F1-AF683EBDF849}"/>
                  </a:ext>
                </a:extLst>
              </p:cNvPr>
              <p:cNvSpPr/>
              <p:nvPr/>
            </p:nvSpPr>
            <p:spPr>
              <a:xfrm>
                <a:off x="5779008" y="2896465"/>
                <a:ext cx="1226618" cy="369332"/>
              </a:xfrm>
              <a:prstGeom prst="rect">
                <a:avLst/>
              </a:prstGeom>
            </p:spPr>
            <p:txBody>
              <a:bodyPr wrap="none">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98" normalizeH="0" baseline="0" noProof="0">
                    <a:ln>
                      <a:noFill/>
                    </a:ln>
                    <a:solidFill>
                      <a:srgbClr val="0078D4"/>
                    </a:solidFill>
                    <a:effectLst/>
                    <a:uLnTx/>
                    <a:uFillTx/>
                    <a:latin typeface="Segoe UI Semibold"/>
                    <a:ea typeface="+mn-ea"/>
                    <a:cs typeface="+mn-cs"/>
                  </a:rPr>
                  <a:t>User Agent</a:t>
                </a:r>
              </a:p>
            </p:txBody>
          </p:sp>
        </p:grpSp>
        <p:sp>
          <p:nvSpPr>
            <p:cNvPr id="244" name="key" title="Icon of a key">
              <a:extLst>
                <a:ext uri="{FF2B5EF4-FFF2-40B4-BE49-F238E27FC236}">
                  <a16:creationId xmlns:a16="http://schemas.microsoft.com/office/drawing/2014/main" id="{5EE2134F-11B3-1DC3-6549-9E08202B6A30}"/>
                </a:ext>
              </a:extLst>
            </p:cNvPr>
            <p:cNvSpPr>
              <a:spLocks noChangeAspect="1" noEditPoints="1"/>
            </p:cNvSpPr>
            <p:nvPr/>
          </p:nvSpPr>
          <p:spPr bwMode="auto">
            <a:xfrm>
              <a:off x="5384276" y="3253603"/>
              <a:ext cx="283264" cy="281810"/>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5875"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78D4"/>
                </a:solidFill>
                <a:effectLst/>
                <a:uLnTx/>
                <a:uFillTx/>
                <a:latin typeface="Segoe UI"/>
                <a:ea typeface="+mn-ea"/>
                <a:cs typeface="+mn-cs"/>
              </a:endParaRPr>
            </a:p>
          </p:txBody>
        </p:sp>
      </p:grpSp>
      <p:sp>
        <p:nvSpPr>
          <p:cNvPr id="248" name="TextBox 247">
            <a:extLst>
              <a:ext uri="{FF2B5EF4-FFF2-40B4-BE49-F238E27FC236}">
                <a16:creationId xmlns:a16="http://schemas.microsoft.com/office/drawing/2014/main" id="{7D8C1991-C524-6814-C4FA-31970C0B85C5}"/>
              </a:ext>
            </a:extLst>
          </p:cNvPr>
          <p:cNvSpPr txBox="1"/>
          <p:nvPr/>
        </p:nvSpPr>
        <p:spPr>
          <a:xfrm>
            <a:off x="7170058" y="1513441"/>
            <a:ext cx="2143156" cy="241381"/>
          </a:xfrm>
          <a:prstGeom prst="rect">
            <a:avLst/>
          </a:prstGeom>
          <a:noFill/>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1568" b="0" i="0" u="none" strike="noStrike" kern="1200" cap="none" spc="0" normalizeH="0" baseline="0" noProof="0">
                <a:ln>
                  <a:noFill/>
                </a:ln>
                <a:solidFill>
                  <a:srgbClr val="0078D4"/>
                </a:solidFill>
                <a:effectLst/>
                <a:uLnTx/>
                <a:uFillTx/>
                <a:latin typeface="Segoe UI"/>
                <a:ea typeface="+mn-ea"/>
              </a:rPr>
              <a:t>Open ID Connect SIOP</a:t>
            </a:r>
            <a:endParaRPr kumimoji="0" lang="en-US" sz="1176" b="0" i="0" u="none" strike="noStrike" kern="1200" cap="none" spc="0" normalizeH="0" baseline="0" noProof="0">
              <a:ln>
                <a:noFill/>
              </a:ln>
              <a:solidFill>
                <a:srgbClr val="282828">
                  <a:lumMod val="50000"/>
                  <a:lumOff val="50000"/>
                </a:srgbClr>
              </a:solidFill>
              <a:effectLst/>
              <a:uLnTx/>
              <a:uFillTx/>
              <a:latin typeface="Segoe UI"/>
              <a:ea typeface="+mn-ea"/>
            </a:endParaRPr>
          </a:p>
        </p:txBody>
      </p:sp>
      <p:sp>
        <p:nvSpPr>
          <p:cNvPr id="249" name="TextBox 248">
            <a:extLst>
              <a:ext uri="{FF2B5EF4-FFF2-40B4-BE49-F238E27FC236}">
                <a16:creationId xmlns:a16="http://schemas.microsoft.com/office/drawing/2014/main" id="{337CC048-3A39-F8F5-DADE-D813AAA9CFC6}"/>
              </a:ext>
            </a:extLst>
          </p:cNvPr>
          <p:cNvSpPr txBox="1"/>
          <p:nvPr/>
        </p:nvSpPr>
        <p:spPr>
          <a:xfrm>
            <a:off x="7175038" y="1791029"/>
            <a:ext cx="2051497" cy="180947"/>
          </a:xfrm>
          <a:prstGeom prst="rect">
            <a:avLst/>
          </a:prstGeom>
          <a:noFill/>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457200" marR="0" lvl="0" indent="-457200" algn="l" defTabSz="228510" rtl="0" eaLnBrk="1" fontAlgn="auto" latinLnBrk="0" hangingPunct="1">
              <a:lnSpc>
                <a:spcPct val="100000"/>
              </a:lnSpc>
              <a:spcBef>
                <a:spcPct val="20000"/>
              </a:spcBef>
              <a:spcAft>
                <a:spcPts val="0"/>
              </a:spcAft>
              <a:buClr>
                <a:srgbClr val="0078D4"/>
              </a:buClr>
              <a:buSzTx/>
              <a:buFontTx/>
              <a:buNone/>
              <a:tabLst/>
              <a:defRPr/>
            </a:pPr>
            <a:r>
              <a:rPr kumimoji="0" lang="en-US" sz="1176" b="0" i="0" u="none" strike="noStrike" kern="1200" cap="none" spc="-49" normalizeH="0" baseline="0" noProof="0">
                <a:ln>
                  <a:noFill/>
                </a:ln>
                <a:solidFill>
                  <a:schemeClr val="accent4"/>
                </a:solidFill>
                <a:effectLst/>
                <a:uLnTx/>
                <a:uFillTx/>
                <a:latin typeface="Segoe UI Semibold"/>
                <a:ea typeface="+mn-ea"/>
              </a:rPr>
              <a:t>Open ID Foundation</a:t>
            </a:r>
          </a:p>
        </p:txBody>
      </p:sp>
      <p:sp>
        <p:nvSpPr>
          <p:cNvPr id="250" name="Rectangle 249">
            <a:extLst>
              <a:ext uri="{FF2B5EF4-FFF2-40B4-BE49-F238E27FC236}">
                <a16:creationId xmlns:a16="http://schemas.microsoft.com/office/drawing/2014/main" id="{B06F0073-6B44-49BC-6885-6BBD4109FC13}"/>
              </a:ext>
            </a:extLst>
          </p:cNvPr>
          <p:cNvSpPr/>
          <p:nvPr/>
        </p:nvSpPr>
        <p:spPr>
          <a:xfrm>
            <a:off x="5670386" y="2505842"/>
            <a:ext cx="2237803" cy="271554"/>
          </a:xfrm>
          <a:prstGeom prst="rect">
            <a:avLst/>
          </a:prstGeom>
        </p:spPr>
        <p:txBody>
          <a:bodyPr wrap="none">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kumimoji="0" lang="en-US" sz="1176" b="0" i="0" u="none" strike="noStrike" kern="1200" cap="none" spc="-49" normalizeH="0" baseline="0" noProof="0">
                <a:ln>
                  <a:noFill/>
                </a:ln>
                <a:solidFill>
                  <a:schemeClr val="accent4"/>
                </a:solidFill>
                <a:effectLst/>
                <a:uLnTx/>
                <a:uFillTx/>
                <a:latin typeface="Segoe UI Semibold"/>
                <a:ea typeface="+mn-ea"/>
                <a:cs typeface="+mn-cs"/>
              </a:rPr>
              <a:t>Stage: Working Implementations</a:t>
            </a:r>
          </a:p>
        </p:txBody>
      </p:sp>
      <p:sp>
        <p:nvSpPr>
          <p:cNvPr id="251" name="TextBox 250">
            <a:extLst>
              <a:ext uri="{FF2B5EF4-FFF2-40B4-BE49-F238E27FC236}">
                <a16:creationId xmlns:a16="http://schemas.microsoft.com/office/drawing/2014/main" id="{05E436BF-16E7-0A5B-05F4-A11716B688E3}"/>
              </a:ext>
            </a:extLst>
          </p:cNvPr>
          <p:cNvSpPr txBox="1"/>
          <p:nvPr/>
        </p:nvSpPr>
        <p:spPr>
          <a:xfrm>
            <a:off x="5782880" y="3794328"/>
            <a:ext cx="5335969" cy="241285"/>
          </a:xfrm>
          <a:prstGeom prst="rect">
            <a:avLst/>
          </a:prstGeom>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1568" b="0" i="0" u="none" strike="noStrike" kern="1200" cap="none" spc="0" normalizeH="0" baseline="0" noProof="0">
                <a:ln>
                  <a:noFill/>
                </a:ln>
                <a:solidFill>
                  <a:srgbClr val="0078D4"/>
                </a:solidFill>
                <a:effectLst/>
                <a:uLnTx/>
                <a:uFillTx/>
                <a:latin typeface="Segoe UI"/>
                <a:ea typeface="+mn-ea"/>
              </a:rPr>
              <a:t>W3C Verifiable Credentials</a:t>
            </a:r>
          </a:p>
        </p:txBody>
      </p:sp>
      <p:sp>
        <p:nvSpPr>
          <p:cNvPr id="252" name="TextBox 251">
            <a:extLst>
              <a:ext uri="{FF2B5EF4-FFF2-40B4-BE49-F238E27FC236}">
                <a16:creationId xmlns:a16="http://schemas.microsoft.com/office/drawing/2014/main" id="{3B143E81-95EA-3D66-31CE-289769E69821}"/>
              </a:ext>
            </a:extLst>
          </p:cNvPr>
          <p:cNvSpPr txBox="1"/>
          <p:nvPr/>
        </p:nvSpPr>
        <p:spPr>
          <a:xfrm>
            <a:off x="5787860" y="4057979"/>
            <a:ext cx="2913381" cy="181036"/>
          </a:xfrm>
          <a:prstGeom prst="rect">
            <a:avLst/>
          </a:prstGeom>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1176" b="0" i="0" u="none" strike="noStrike" kern="1200" cap="none" spc="-49" normalizeH="0" baseline="0" noProof="0">
                <a:ln>
                  <a:noFill/>
                </a:ln>
                <a:solidFill>
                  <a:schemeClr val="accent4"/>
                </a:solidFill>
                <a:effectLst/>
                <a:uLnTx/>
                <a:uFillTx/>
                <a:latin typeface="Segoe UI Semibold"/>
                <a:ea typeface="+mn-ea"/>
              </a:rPr>
              <a:t>Stage: Published Standard</a:t>
            </a:r>
          </a:p>
        </p:txBody>
      </p:sp>
      <p:sp>
        <p:nvSpPr>
          <p:cNvPr id="253" name="Rectangle 252">
            <a:extLst>
              <a:ext uri="{FF2B5EF4-FFF2-40B4-BE49-F238E27FC236}">
                <a16:creationId xmlns:a16="http://schemas.microsoft.com/office/drawing/2014/main" id="{8BF2DCD4-C095-E0DA-519B-6653156438DC}"/>
              </a:ext>
            </a:extLst>
          </p:cNvPr>
          <p:cNvSpPr/>
          <p:nvPr/>
        </p:nvSpPr>
        <p:spPr>
          <a:xfrm>
            <a:off x="2423731" y="4956194"/>
            <a:ext cx="3302039" cy="514756"/>
          </a:xfrm>
          <a:prstGeom prst="rect">
            <a:avLst/>
          </a:prstGeom>
        </p:spPr>
        <p:txBody>
          <a:bodyPr wrap="square">
            <a:spAutoFit/>
          </a:bodyPr>
          <a:lstStyle/>
          <a:p>
            <a:pPr marL="0" marR="0" lvl="0" indent="0" algn="l" defTabSz="914314" rtl="0" eaLnBrk="1" fontAlgn="auto" latinLnBrk="0" hangingPunct="1">
              <a:lnSpc>
                <a:spcPct val="100000"/>
              </a:lnSpc>
              <a:spcBef>
                <a:spcPts val="0"/>
              </a:spcBef>
              <a:spcAft>
                <a:spcPts val="0"/>
              </a:spcAft>
              <a:buClrTx/>
              <a:buSzTx/>
              <a:buFontTx/>
              <a:buNone/>
              <a:tabLst/>
              <a:defRPr/>
            </a:pPr>
            <a:r>
              <a:rPr kumimoji="0" lang="en-US" sz="2745" b="0" i="0" u="none" strike="noStrike" kern="1200" cap="none" spc="-147" normalizeH="0" baseline="0" noProof="0" dirty="0">
                <a:ln>
                  <a:noFill/>
                </a:ln>
                <a:solidFill>
                  <a:srgbClr val="282828"/>
                </a:solidFill>
                <a:effectLst/>
                <a:uLnTx/>
                <a:uFillTx/>
                <a:latin typeface="Segoe UI"/>
                <a:ea typeface="+mn-ea"/>
                <a:cs typeface="+mn-cs"/>
              </a:rPr>
              <a:t>Trusted Systems</a:t>
            </a:r>
          </a:p>
        </p:txBody>
      </p:sp>
      <p:sp>
        <p:nvSpPr>
          <p:cNvPr id="254" name="Rectangle 253">
            <a:extLst>
              <a:ext uri="{FF2B5EF4-FFF2-40B4-BE49-F238E27FC236}">
                <a16:creationId xmlns:a16="http://schemas.microsoft.com/office/drawing/2014/main" id="{BBD4ED59-E9A2-1046-E60A-D1040E20571F}"/>
              </a:ext>
            </a:extLst>
          </p:cNvPr>
          <p:cNvSpPr/>
          <p:nvPr/>
        </p:nvSpPr>
        <p:spPr>
          <a:xfrm>
            <a:off x="7855060" y="4935753"/>
            <a:ext cx="3191899" cy="369332"/>
          </a:xfrm>
          <a:prstGeom prst="rect">
            <a:avLst/>
          </a:prstGeom>
        </p:spPr>
        <p:txBody>
          <a:bodyPr wrap="none">
            <a:spAutoFit/>
          </a:bodyPr>
          <a:lstStyle/>
          <a:p>
            <a:pPr marL="0" marR="0" lvl="0" indent="0" algn="l" defTabSz="228510" rtl="0" eaLnBrk="1" fontAlgn="auto" latinLnBrk="0" hangingPunct="1">
              <a:lnSpc>
                <a:spcPct val="100000"/>
              </a:lnSpc>
              <a:spcBef>
                <a:spcPts val="0"/>
              </a:spcBef>
              <a:spcAft>
                <a:spcPts val="0"/>
              </a:spcAft>
              <a:buClr>
                <a:srgbClr val="0078D4"/>
              </a:buClr>
              <a:buSzTx/>
              <a:buFontTx/>
              <a:buNone/>
              <a:tabLst/>
              <a:defRPr/>
            </a:pPr>
            <a:r>
              <a:rPr kumimoji="0" lang="en-US" sz="1800" b="0" i="0" u="none" strike="noStrike" kern="1200" cap="none" spc="0" normalizeH="0" baseline="0" noProof="0">
                <a:ln>
                  <a:noFill/>
                </a:ln>
                <a:solidFill>
                  <a:srgbClr val="0078D4"/>
                </a:solidFill>
                <a:effectLst/>
                <a:uLnTx/>
                <a:uFillTx/>
                <a:latin typeface="Segoe UI"/>
                <a:ea typeface="+mn-ea"/>
                <a:cs typeface="+mn-cs"/>
              </a:rPr>
              <a:t>W3C Decentralized Identifiers</a:t>
            </a:r>
          </a:p>
        </p:txBody>
      </p:sp>
      <p:grpSp>
        <p:nvGrpSpPr>
          <p:cNvPr id="255" name="Group 254">
            <a:extLst>
              <a:ext uri="{FF2B5EF4-FFF2-40B4-BE49-F238E27FC236}">
                <a16:creationId xmlns:a16="http://schemas.microsoft.com/office/drawing/2014/main" id="{AE54899B-1D30-ABCB-6217-8425B1306D3E}"/>
              </a:ext>
              <a:ext uri="{C183D7F6-B498-43B3-948B-1728B52AA6E4}">
                <adec:decorative xmlns:adec="http://schemas.microsoft.com/office/drawing/2017/decorative" val="1"/>
              </a:ext>
            </a:extLst>
          </p:cNvPr>
          <p:cNvGrpSpPr/>
          <p:nvPr/>
        </p:nvGrpSpPr>
        <p:grpSpPr>
          <a:xfrm>
            <a:off x="6940383" y="5024743"/>
            <a:ext cx="803442" cy="377657"/>
            <a:chOff x="6940383" y="5042487"/>
            <a:chExt cx="803442" cy="377657"/>
          </a:xfrm>
        </p:grpSpPr>
        <p:sp>
          <p:nvSpPr>
            <p:cNvPr id="256" name="Rectangle 255">
              <a:extLst>
                <a:ext uri="{FF2B5EF4-FFF2-40B4-BE49-F238E27FC236}">
                  <a16:creationId xmlns:a16="http://schemas.microsoft.com/office/drawing/2014/main" id="{1975690F-19E5-2C66-759B-2BD048DC3505}"/>
                </a:ext>
              </a:extLst>
            </p:cNvPr>
            <p:cNvSpPr/>
            <p:nvPr/>
          </p:nvSpPr>
          <p:spPr bwMode="auto">
            <a:xfrm>
              <a:off x="6940383" y="5042487"/>
              <a:ext cx="803441" cy="37765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57" name="TextBox 256">
              <a:extLst>
                <a:ext uri="{FF2B5EF4-FFF2-40B4-BE49-F238E27FC236}">
                  <a16:creationId xmlns:a16="http://schemas.microsoft.com/office/drawing/2014/main" id="{9C90FAA9-B73F-02B1-2B3D-5C6177C2A607}"/>
                </a:ext>
              </a:extLst>
            </p:cNvPr>
            <p:cNvSpPr txBox="1"/>
            <p:nvPr/>
          </p:nvSpPr>
          <p:spPr>
            <a:xfrm>
              <a:off x="6940383" y="5096051"/>
              <a:ext cx="803442"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50" normalizeH="0" baseline="0" noProof="0">
                  <a:ln>
                    <a:noFill/>
                  </a:ln>
                  <a:solidFill>
                    <a:srgbClr val="FFFFFF"/>
                  </a:solidFill>
                  <a:effectLst/>
                  <a:uLnTx/>
                  <a:uFillTx/>
                  <a:latin typeface="Consolas" panose="020B0609020204030204" pitchFamily="49" charset="0"/>
                  <a:ea typeface="+mn-ea"/>
                  <a:cs typeface="+mn-cs"/>
                </a:rPr>
                <a:t>did://</a:t>
              </a:r>
            </a:p>
          </p:txBody>
        </p:sp>
      </p:grpSp>
      <p:sp>
        <p:nvSpPr>
          <p:cNvPr id="258" name="TextBox 257">
            <a:extLst>
              <a:ext uri="{FF2B5EF4-FFF2-40B4-BE49-F238E27FC236}">
                <a16:creationId xmlns:a16="http://schemas.microsoft.com/office/drawing/2014/main" id="{9D48D384-D139-14E0-DF3F-0AD50B13E61F}"/>
              </a:ext>
            </a:extLst>
          </p:cNvPr>
          <p:cNvSpPr txBox="1"/>
          <p:nvPr/>
        </p:nvSpPr>
        <p:spPr>
          <a:xfrm>
            <a:off x="7941349" y="5235824"/>
            <a:ext cx="2913381" cy="181036"/>
          </a:xfrm>
          <a:prstGeom prst="rect">
            <a:avLst/>
          </a:prstGeom>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0" marR="0" lvl="0" indent="0" algn="l" defTabSz="228510" rtl="0" eaLnBrk="1" fontAlgn="auto" latinLnBrk="0" hangingPunct="1">
              <a:lnSpc>
                <a:spcPct val="100000"/>
              </a:lnSpc>
              <a:spcBef>
                <a:spcPct val="20000"/>
              </a:spcBef>
              <a:spcAft>
                <a:spcPts val="0"/>
              </a:spcAft>
              <a:buClr>
                <a:srgbClr val="0078D4"/>
              </a:buClr>
              <a:buSzTx/>
              <a:buFontTx/>
              <a:buNone/>
              <a:tabLst/>
              <a:defRPr/>
            </a:pPr>
            <a:r>
              <a:rPr kumimoji="0" lang="en-US" sz="1176" b="0" i="0" u="none" strike="noStrike" kern="1200" cap="none" spc="-49" normalizeH="0" baseline="0" noProof="0">
                <a:ln>
                  <a:noFill/>
                </a:ln>
                <a:solidFill>
                  <a:schemeClr val="accent4"/>
                </a:solidFill>
                <a:effectLst/>
                <a:uLnTx/>
                <a:uFillTx/>
                <a:latin typeface="Segoe UI Semibold"/>
                <a:ea typeface="+mn-ea"/>
              </a:rPr>
              <a:t>Stage: Recommended Standard</a:t>
            </a:r>
          </a:p>
        </p:txBody>
      </p:sp>
      <p:grpSp>
        <p:nvGrpSpPr>
          <p:cNvPr id="259" name="Group 258">
            <a:extLst>
              <a:ext uri="{FF2B5EF4-FFF2-40B4-BE49-F238E27FC236}">
                <a16:creationId xmlns:a16="http://schemas.microsoft.com/office/drawing/2014/main" id="{3023D36C-E2F7-26D7-1C7F-BAB3BFEB9278}"/>
              </a:ext>
              <a:ext uri="{C183D7F6-B498-43B3-948B-1728B52AA6E4}">
                <adec:decorative xmlns:adec="http://schemas.microsoft.com/office/drawing/2017/decorative" val="1"/>
              </a:ext>
            </a:extLst>
          </p:cNvPr>
          <p:cNvGrpSpPr/>
          <p:nvPr/>
        </p:nvGrpSpPr>
        <p:grpSpPr>
          <a:xfrm>
            <a:off x="1206248" y="3320373"/>
            <a:ext cx="2563185" cy="896425"/>
            <a:chOff x="1230435" y="4026534"/>
            <a:chExt cx="2614582" cy="914400"/>
          </a:xfrm>
        </p:grpSpPr>
        <p:sp useBgFill="1">
          <p:nvSpPr>
            <p:cNvPr id="260" name="Oval 259">
              <a:extLst>
                <a:ext uri="{FF2B5EF4-FFF2-40B4-BE49-F238E27FC236}">
                  <a16:creationId xmlns:a16="http://schemas.microsoft.com/office/drawing/2014/main" id="{09E8AD89-054B-791E-AA9F-8DE23B3AAE6A}"/>
                </a:ext>
              </a:extLst>
            </p:cNvPr>
            <p:cNvSpPr/>
            <p:nvPr/>
          </p:nvSpPr>
          <p:spPr bwMode="auto">
            <a:xfrm>
              <a:off x="2930617" y="4026534"/>
              <a:ext cx="914400" cy="914400"/>
            </a:xfrm>
            <a:prstGeom prst="ellipse">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61" name="Group 260">
              <a:extLst>
                <a:ext uri="{FF2B5EF4-FFF2-40B4-BE49-F238E27FC236}">
                  <a16:creationId xmlns:a16="http://schemas.microsoft.com/office/drawing/2014/main" id="{EF512837-22DF-2F7C-9CAC-0FFA3FB5C97A}"/>
                </a:ext>
              </a:extLst>
            </p:cNvPr>
            <p:cNvGrpSpPr/>
            <p:nvPr/>
          </p:nvGrpSpPr>
          <p:grpSpPr>
            <a:xfrm>
              <a:off x="1230435" y="4111111"/>
              <a:ext cx="2464935" cy="737721"/>
              <a:chOff x="1230435" y="4111111"/>
              <a:chExt cx="2464935" cy="737721"/>
            </a:xfrm>
          </p:grpSpPr>
          <p:sp>
            <p:nvSpPr>
              <p:cNvPr id="262" name="Rectangle 261">
                <a:extLst>
                  <a:ext uri="{FF2B5EF4-FFF2-40B4-BE49-F238E27FC236}">
                    <a16:creationId xmlns:a16="http://schemas.microsoft.com/office/drawing/2014/main" id="{ADB8EB97-F9BA-D11F-4177-200BAF6C724F}"/>
                  </a:ext>
                </a:extLst>
              </p:cNvPr>
              <p:cNvSpPr/>
              <p:nvPr/>
            </p:nvSpPr>
            <p:spPr>
              <a:xfrm>
                <a:off x="1230435" y="4111111"/>
                <a:ext cx="1864421" cy="369332"/>
              </a:xfrm>
              <a:prstGeom prst="rect">
                <a:avLst/>
              </a:prstGeom>
            </p:spPr>
            <p:txBody>
              <a:bodyPr wrap="none">
                <a:spAutoFit/>
              </a:bodyPr>
              <a:lstStyle/>
              <a:p>
                <a:pPr marL="0" marR="0" lvl="0" indent="0" algn="r" defTabSz="914314"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98" normalizeH="0" baseline="0" noProof="0">
                    <a:ln>
                      <a:noFill/>
                    </a:ln>
                    <a:solidFill>
                      <a:srgbClr val="0078D4"/>
                    </a:solidFill>
                    <a:effectLst/>
                    <a:uLnTx/>
                    <a:uFillTx/>
                    <a:latin typeface="Segoe UI Semibold"/>
                    <a:ea typeface="+mn-ea"/>
                    <a:cs typeface="+mn-cs"/>
                  </a:rPr>
                  <a:t>Universal Resolver</a:t>
                </a:r>
              </a:p>
            </p:txBody>
          </p:sp>
          <p:grpSp>
            <p:nvGrpSpPr>
              <p:cNvPr id="263" name="Group 262">
                <a:extLst>
                  <a:ext uri="{FF2B5EF4-FFF2-40B4-BE49-F238E27FC236}">
                    <a16:creationId xmlns:a16="http://schemas.microsoft.com/office/drawing/2014/main" id="{AAE7EA3B-E81C-D12D-59D9-EC131DF63595}"/>
                  </a:ext>
                </a:extLst>
              </p:cNvPr>
              <p:cNvGrpSpPr>
                <a:grpSpLocks noChangeAspect="1"/>
              </p:cNvGrpSpPr>
              <p:nvPr/>
            </p:nvGrpSpPr>
            <p:grpSpPr>
              <a:xfrm>
                <a:off x="3101460" y="4163968"/>
                <a:ext cx="593910" cy="684864"/>
                <a:chOff x="3894442" y="-1742457"/>
                <a:chExt cx="1399358" cy="1613665"/>
              </a:xfrm>
            </p:grpSpPr>
            <p:sp>
              <p:nvSpPr>
                <p:cNvPr id="264" name="Oval 263">
                  <a:extLst>
                    <a:ext uri="{FF2B5EF4-FFF2-40B4-BE49-F238E27FC236}">
                      <a16:creationId xmlns:a16="http://schemas.microsoft.com/office/drawing/2014/main" id="{2B9EAC48-DC87-FE89-3F8D-8390429513DD}"/>
                    </a:ext>
                  </a:extLst>
                </p:cNvPr>
                <p:cNvSpPr/>
                <p:nvPr/>
              </p:nvSpPr>
              <p:spPr bwMode="auto">
                <a:xfrm rot="2038219">
                  <a:off x="4580637" y="-1278186"/>
                  <a:ext cx="617902" cy="617902"/>
                </a:xfrm>
                <a:prstGeom prst="ellipse">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65" name="Oval 264">
                  <a:extLst>
                    <a:ext uri="{FF2B5EF4-FFF2-40B4-BE49-F238E27FC236}">
                      <a16:creationId xmlns:a16="http://schemas.microsoft.com/office/drawing/2014/main" id="{100462FD-D6C8-7D80-24AE-E52BA6D39DBA}"/>
                    </a:ext>
                  </a:extLst>
                </p:cNvPr>
                <p:cNvSpPr/>
                <p:nvPr/>
              </p:nvSpPr>
              <p:spPr bwMode="auto">
                <a:xfrm rot="21510287">
                  <a:off x="4867984" y="-318392"/>
                  <a:ext cx="189600" cy="189600"/>
                </a:xfrm>
                <a:prstGeom prst="ellipse">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66" name="Oval 265">
                  <a:extLst>
                    <a:ext uri="{FF2B5EF4-FFF2-40B4-BE49-F238E27FC236}">
                      <a16:creationId xmlns:a16="http://schemas.microsoft.com/office/drawing/2014/main" id="{EF688171-38DA-C227-B117-806CEECF0531}"/>
                    </a:ext>
                  </a:extLst>
                </p:cNvPr>
                <p:cNvSpPr/>
                <p:nvPr/>
              </p:nvSpPr>
              <p:spPr bwMode="auto">
                <a:xfrm rot="250235">
                  <a:off x="4402622" y="-594198"/>
                  <a:ext cx="189600" cy="189600"/>
                </a:xfrm>
                <a:prstGeom prst="ellipse">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67" name="Oval 266">
                  <a:extLst>
                    <a:ext uri="{FF2B5EF4-FFF2-40B4-BE49-F238E27FC236}">
                      <a16:creationId xmlns:a16="http://schemas.microsoft.com/office/drawing/2014/main" id="{17C5CF1F-F2F6-0D49-E671-5C557EDEB2FD}"/>
                    </a:ext>
                  </a:extLst>
                </p:cNvPr>
                <p:cNvSpPr/>
                <p:nvPr/>
              </p:nvSpPr>
              <p:spPr bwMode="auto">
                <a:xfrm rot="9585397">
                  <a:off x="5104201" y="-1623656"/>
                  <a:ext cx="189599" cy="189600"/>
                </a:xfrm>
                <a:prstGeom prst="ellipse">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268" name="Straight Connector 267">
                  <a:extLst>
                    <a:ext uri="{FF2B5EF4-FFF2-40B4-BE49-F238E27FC236}">
                      <a16:creationId xmlns:a16="http://schemas.microsoft.com/office/drawing/2014/main" id="{CC847385-EB74-5E43-B625-A5DB81D7D5FC}"/>
                    </a:ext>
                  </a:extLst>
                </p:cNvPr>
                <p:cNvCxnSpPr>
                  <a:cxnSpLocks/>
                  <a:stCxn id="284" idx="6"/>
                  <a:endCxn id="264" idx="2"/>
                </p:cNvCxnSpPr>
                <p:nvPr/>
              </p:nvCxnSpPr>
              <p:spPr>
                <a:xfrm>
                  <a:off x="4335401" y="-1387573"/>
                  <a:ext cx="297966" cy="245708"/>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E4D5FB3B-7175-0BAD-F19D-2526B2EF8D23}"/>
                    </a:ext>
                  </a:extLst>
                </p:cNvPr>
                <p:cNvCxnSpPr>
                  <a:cxnSpLocks/>
                  <a:stCxn id="267" idx="7"/>
                  <a:endCxn id="264" idx="0"/>
                </p:cNvCxnSpPr>
                <p:nvPr/>
              </p:nvCxnSpPr>
              <p:spPr>
                <a:xfrm flipH="1">
                  <a:off x="5062218" y="-1442767"/>
                  <a:ext cx="97082" cy="217311"/>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5A0DCD81-27A8-9D48-8295-FF7C87541BED}"/>
                    </a:ext>
                  </a:extLst>
                </p:cNvPr>
                <p:cNvCxnSpPr>
                  <a:cxnSpLocks/>
                  <a:stCxn id="282" idx="7"/>
                </p:cNvCxnSpPr>
                <p:nvPr/>
              </p:nvCxnSpPr>
              <p:spPr>
                <a:xfrm flipV="1">
                  <a:off x="4332111" y="-880171"/>
                  <a:ext cx="249669" cy="80846"/>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545A4FB-EA92-9A59-71E7-54DA1B258F74}"/>
                    </a:ext>
                  </a:extLst>
                </p:cNvPr>
                <p:cNvCxnSpPr>
                  <a:cxnSpLocks/>
                  <a:stCxn id="266" idx="7"/>
                  <a:endCxn id="264" idx="4"/>
                </p:cNvCxnSpPr>
                <p:nvPr/>
              </p:nvCxnSpPr>
              <p:spPr>
                <a:xfrm flipV="1">
                  <a:off x="4569154" y="-713014"/>
                  <a:ext cx="147804" cy="151635"/>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33EA87ED-DE8B-81B9-3F86-0F895E32637C}"/>
                    </a:ext>
                  </a:extLst>
                </p:cNvPr>
                <p:cNvCxnSpPr>
                  <a:cxnSpLocks/>
                  <a:stCxn id="265" idx="0"/>
                  <a:endCxn id="264" idx="5"/>
                </p:cNvCxnSpPr>
                <p:nvPr/>
              </p:nvCxnSpPr>
              <p:spPr>
                <a:xfrm flipH="1" flipV="1">
                  <a:off x="4948696" y="-665991"/>
                  <a:ext cx="11614" cy="347631"/>
                </a:xfrm>
                <a:prstGeom prst="line">
                  <a:avLst/>
                </a:prstGeom>
                <a:ln w="158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9" name="people_4" title="Icon of a person">
                  <a:extLst>
                    <a:ext uri="{FF2B5EF4-FFF2-40B4-BE49-F238E27FC236}">
                      <a16:creationId xmlns:a16="http://schemas.microsoft.com/office/drawing/2014/main" id="{59D7A4D3-3D3D-D164-8FE9-BCDFFAA64741}"/>
                    </a:ext>
                  </a:extLst>
                </p:cNvPr>
                <p:cNvSpPr>
                  <a:spLocks noChangeAspect="1" noEditPoints="1"/>
                </p:cNvSpPr>
                <p:nvPr/>
              </p:nvSpPr>
              <p:spPr bwMode="auto">
                <a:xfrm>
                  <a:off x="4757671" y="-1116716"/>
                  <a:ext cx="263834" cy="29496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nvGrpSpPr>
                <p:cNvPr id="280" name="Group 279">
                  <a:extLst>
                    <a:ext uri="{FF2B5EF4-FFF2-40B4-BE49-F238E27FC236}">
                      <a16:creationId xmlns:a16="http://schemas.microsoft.com/office/drawing/2014/main" id="{2B2196D9-394E-F62C-476F-6F8BC8187004}"/>
                    </a:ext>
                  </a:extLst>
                </p:cNvPr>
                <p:cNvGrpSpPr/>
                <p:nvPr/>
              </p:nvGrpSpPr>
              <p:grpSpPr>
                <a:xfrm>
                  <a:off x="3926875" y="-1742457"/>
                  <a:ext cx="449864" cy="449864"/>
                  <a:chOff x="3926875" y="-1742457"/>
                  <a:chExt cx="449864" cy="449864"/>
                </a:xfrm>
              </p:grpSpPr>
              <p:sp>
                <p:nvSpPr>
                  <p:cNvPr id="284" name="Oval 283">
                    <a:extLst>
                      <a:ext uri="{FF2B5EF4-FFF2-40B4-BE49-F238E27FC236}">
                        <a16:creationId xmlns:a16="http://schemas.microsoft.com/office/drawing/2014/main" id="{C9206B1B-2929-8F99-7AC1-9B2B4CD1BF5D}"/>
                      </a:ext>
                    </a:extLst>
                  </p:cNvPr>
                  <p:cNvSpPr/>
                  <p:nvPr/>
                </p:nvSpPr>
                <p:spPr bwMode="auto">
                  <a:xfrm rot="2117498">
                    <a:off x="3926875" y="-1742457"/>
                    <a:ext cx="449864" cy="449864"/>
                  </a:xfrm>
                  <a:prstGeom prst="ellipse">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85" name="people_4" title="Icon of a person">
                    <a:extLst>
                      <a:ext uri="{FF2B5EF4-FFF2-40B4-BE49-F238E27FC236}">
                        <a16:creationId xmlns:a16="http://schemas.microsoft.com/office/drawing/2014/main" id="{5F2D25E1-600D-A146-812E-E7D88ED616F3}"/>
                      </a:ext>
                    </a:extLst>
                  </p:cNvPr>
                  <p:cNvSpPr>
                    <a:spLocks noChangeAspect="1" noEditPoints="1"/>
                  </p:cNvSpPr>
                  <p:nvPr/>
                </p:nvSpPr>
                <p:spPr bwMode="auto">
                  <a:xfrm>
                    <a:off x="4059334" y="-1620909"/>
                    <a:ext cx="184946" cy="206768"/>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grpSp>
              <p:nvGrpSpPr>
                <p:cNvPr id="281" name="Group 280">
                  <a:extLst>
                    <a:ext uri="{FF2B5EF4-FFF2-40B4-BE49-F238E27FC236}">
                      <a16:creationId xmlns:a16="http://schemas.microsoft.com/office/drawing/2014/main" id="{38C1AFEB-C96E-CFD8-8F99-DE29E03DDCEA}"/>
                    </a:ext>
                  </a:extLst>
                </p:cNvPr>
                <p:cNvGrpSpPr/>
                <p:nvPr/>
              </p:nvGrpSpPr>
              <p:grpSpPr>
                <a:xfrm>
                  <a:off x="3894442" y="-951199"/>
                  <a:ext cx="449864" cy="449864"/>
                  <a:chOff x="3620269" y="-839579"/>
                  <a:chExt cx="449864" cy="449864"/>
                </a:xfrm>
              </p:grpSpPr>
              <p:sp>
                <p:nvSpPr>
                  <p:cNvPr id="282" name="Oval 281">
                    <a:extLst>
                      <a:ext uri="{FF2B5EF4-FFF2-40B4-BE49-F238E27FC236}">
                        <a16:creationId xmlns:a16="http://schemas.microsoft.com/office/drawing/2014/main" id="{9C89CF74-D5CD-6C21-E3A1-86E04C3B0C2C}"/>
                      </a:ext>
                    </a:extLst>
                  </p:cNvPr>
                  <p:cNvSpPr/>
                  <p:nvPr/>
                </p:nvSpPr>
                <p:spPr bwMode="auto">
                  <a:xfrm rot="1562794">
                    <a:off x="3620269" y="-839579"/>
                    <a:ext cx="449864" cy="449864"/>
                  </a:xfrm>
                  <a:prstGeom prst="ellipse">
                    <a:avLst/>
                  </a:prstGeom>
                  <a:noFill/>
                  <a:ln w="15875">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2353"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83" name="people_4" title="Icon of a person">
                    <a:extLst>
                      <a:ext uri="{FF2B5EF4-FFF2-40B4-BE49-F238E27FC236}">
                        <a16:creationId xmlns:a16="http://schemas.microsoft.com/office/drawing/2014/main" id="{128461AB-EB5B-8676-F898-A38A810D6C82}"/>
                      </a:ext>
                    </a:extLst>
                  </p:cNvPr>
                  <p:cNvSpPr>
                    <a:spLocks noChangeAspect="1" noEditPoints="1"/>
                  </p:cNvSpPr>
                  <p:nvPr/>
                </p:nvSpPr>
                <p:spPr bwMode="auto">
                  <a:xfrm>
                    <a:off x="3752728" y="-718031"/>
                    <a:ext cx="184946" cy="206768"/>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grpSp>
        </p:grpSp>
      </p:grpSp>
      <p:grpSp>
        <p:nvGrpSpPr>
          <p:cNvPr id="287" name="Group 286">
            <a:extLst>
              <a:ext uri="{FF2B5EF4-FFF2-40B4-BE49-F238E27FC236}">
                <a16:creationId xmlns:a16="http://schemas.microsoft.com/office/drawing/2014/main" id="{63EB4ED9-1E5F-779B-041C-AC09D744EFD0}"/>
              </a:ext>
              <a:ext uri="{C183D7F6-B498-43B3-948B-1728B52AA6E4}">
                <adec:decorative xmlns:adec="http://schemas.microsoft.com/office/drawing/2017/decorative" val="1"/>
              </a:ext>
            </a:extLst>
          </p:cNvPr>
          <p:cNvGrpSpPr/>
          <p:nvPr/>
        </p:nvGrpSpPr>
        <p:grpSpPr>
          <a:xfrm>
            <a:off x="9182934" y="238816"/>
            <a:ext cx="628040" cy="628040"/>
            <a:chOff x="9018421" y="74303"/>
            <a:chExt cx="792553" cy="792553"/>
          </a:xfrm>
        </p:grpSpPr>
        <p:sp>
          <p:nvSpPr>
            <p:cNvPr id="32" name="Oval 31">
              <a:extLst>
                <a:ext uri="{FF2B5EF4-FFF2-40B4-BE49-F238E27FC236}">
                  <a16:creationId xmlns:a16="http://schemas.microsoft.com/office/drawing/2014/main" id="{F45FBDE1-9833-5E50-00EB-8BF0B5D60D9E}"/>
                </a:ext>
              </a:extLst>
            </p:cNvPr>
            <p:cNvSpPr/>
            <p:nvPr/>
          </p:nvSpPr>
          <p:spPr bwMode="auto">
            <a:xfrm>
              <a:off x="9018421" y="74303"/>
              <a:ext cx="792553" cy="792553"/>
            </a:xfrm>
            <a:prstGeom prst="ellipse">
              <a:avLst/>
            </a:prstGeom>
            <a:solidFill>
              <a:schemeClr val="accent1"/>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people_7" title="Icon of two people">
              <a:extLst>
                <a:ext uri="{FF2B5EF4-FFF2-40B4-BE49-F238E27FC236}">
                  <a16:creationId xmlns:a16="http://schemas.microsoft.com/office/drawing/2014/main" id="{0D627EBF-C8DB-34CF-6A42-36D93B832AB5}"/>
                </a:ext>
              </a:extLst>
            </p:cNvPr>
            <p:cNvSpPr>
              <a:spLocks noChangeAspect="1" noEditPoints="1"/>
            </p:cNvSpPr>
            <p:nvPr/>
          </p:nvSpPr>
          <p:spPr bwMode="auto">
            <a:xfrm>
              <a:off x="9218466" y="256353"/>
              <a:ext cx="392463" cy="428452"/>
            </a:xfrm>
            <a:custGeom>
              <a:avLst/>
              <a:gdLst>
                <a:gd name="T0" fmla="*/ 26 w 316"/>
                <a:gd name="T1" fmla="*/ 200 h 345"/>
                <a:gd name="T2" fmla="*/ 85 w 316"/>
                <a:gd name="T3" fmla="*/ 141 h 345"/>
                <a:gd name="T4" fmla="*/ 144 w 316"/>
                <a:gd name="T5" fmla="*/ 200 h 345"/>
                <a:gd name="T6" fmla="*/ 85 w 316"/>
                <a:gd name="T7" fmla="*/ 259 h 345"/>
                <a:gd name="T8" fmla="*/ 26 w 316"/>
                <a:gd name="T9" fmla="*/ 200 h 345"/>
                <a:gd name="T10" fmla="*/ 172 w 316"/>
                <a:gd name="T11" fmla="*/ 345 h 345"/>
                <a:gd name="T12" fmla="*/ 86 w 316"/>
                <a:gd name="T13" fmla="*/ 259 h 345"/>
                <a:gd name="T14" fmla="*/ 0 w 316"/>
                <a:gd name="T15" fmla="*/ 345 h 345"/>
                <a:gd name="T16" fmla="*/ 229 w 316"/>
                <a:gd name="T17" fmla="*/ 118 h 345"/>
                <a:gd name="T18" fmla="*/ 288 w 316"/>
                <a:gd name="T19" fmla="*/ 59 h 345"/>
                <a:gd name="T20" fmla="*/ 229 w 316"/>
                <a:gd name="T21" fmla="*/ 0 h 345"/>
                <a:gd name="T22" fmla="*/ 170 w 316"/>
                <a:gd name="T23" fmla="*/ 59 h 345"/>
                <a:gd name="T24" fmla="*/ 229 w 316"/>
                <a:gd name="T25" fmla="*/ 118 h 345"/>
                <a:gd name="T26" fmla="*/ 316 w 316"/>
                <a:gd name="T27" fmla="*/ 204 h 345"/>
                <a:gd name="T28" fmla="*/ 230 w 316"/>
                <a:gd name="T29" fmla="*/ 118 h 345"/>
                <a:gd name="T30" fmla="*/ 144 w 316"/>
                <a:gd name="T31" fmla="*/ 204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6" h="345">
                  <a:moveTo>
                    <a:pt x="26" y="200"/>
                  </a:moveTo>
                  <a:cubicBezTo>
                    <a:pt x="26" y="167"/>
                    <a:pt x="52" y="141"/>
                    <a:pt x="85" y="141"/>
                  </a:cubicBezTo>
                  <a:cubicBezTo>
                    <a:pt x="117" y="141"/>
                    <a:pt x="144" y="167"/>
                    <a:pt x="144" y="200"/>
                  </a:cubicBezTo>
                  <a:cubicBezTo>
                    <a:pt x="144" y="233"/>
                    <a:pt x="117" y="259"/>
                    <a:pt x="85" y="259"/>
                  </a:cubicBezTo>
                  <a:cubicBezTo>
                    <a:pt x="52" y="259"/>
                    <a:pt x="26" y="233"/>
                    <a:pt x="26" y="200"/>
                  </a:cubicBezTo>
                  <a:close/>
                  <a:moveTo>
                    <a:pt x="172" y="345"/>
                  </a:moveTo>
                  <a:cubicBezTo>
                    <a:pt x="172" y="298"/>
                    <a:pt x="133" y="259"/>
                    <a:pt x="86" y="259"/>
                  </a:cubicBezTo>
                  <a:cubicBezTo>
                    <a:pt x="38" y="259"/>
                    <a:pt x="0" y="298"/>
                    <a:pt x="0" y="345"/>
                  </a:cubicBezTo>
                  <a:moveTo>
                    <a:pt x="229" y="118"/>
                  </a:moveTo>
                  <a:cubicBezTo>
                    <a:pt x="261" y="118"/>
                    <a:pt x="288" y="92"/>
                    <a:pt x="288" y="59"/>
                  </a:cubicBezTo>
                  <a:cubicBezTo>
                    <a:pt x="288" y="26"/>
                    <a:pt x="261" y="0"/>
                    <a:pt x="229" y="0"/>
                  </a:cubicBezTo>
                  <a:cubicBezTo>
                    <a:pt x="196" y="0"/>
                    <a:pt x="170" y="26"/>
                    <a:pt x="170" y="59"/>
                  </a:cubicBezTo>
                  <a:cubicBezTo>
                    <a:pt x="170" y="92"/>
                    <a:pt x="196" y="118"/>
                    <a:pt x="229" y="118"/>
                  </a:cubicBezTo>
                  <a:close/>
                  <a:moveTo>
                    <a:pt x="316" y="204"/>
                  </a:moveTo>
                  <a:cubicBezTo>
                    <a:pt x="316" y="157"/>
                    <a:pt x="277" y="118"/>
                    <a:pt x="230" y="118"/>
                  </a:cubicBezTo>
                  <a:cubicBezTo>
                    <a:pt x="182" y="118"/>
                    <a:pt x="144" y="157"/>
                    <a:pt x="144" y="20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CCE9200D-6269-B1A8-3912-FC2DBBF41E5D}"/>
              </a:ext>
              <a:ext uri="{C183D7F6-B498-43B3-948B-1728B52AA6E4}">
                <adec:decorative xmlns:adec="http://schemas.microsoft.com/office/drawing/2017/decorative" val="1"/>
              </a:ext>
            </a:extLst>
          </p:cNvPr>
          <p:cNvGrpSpPr/>
          <p:nvPr/>
        </p:nvGrpSpPr>
        <p:grpSpPr>
          <a:xfrm>
            <a:off x="10845431" y="1052140"/>
            <a:ext cx="630936" cy="630936"/>
            <a:chOff x="10579495" y="1038453"/>
            <a:chExt cx="792553" cy="792553"/>
          </a:xfrm>
        </p:grpSpPr>
        <p:sp>
          <p:nvSpPr>
            <p:cNvPr id="35" name="Oval 34">
              <a:extLst>
                <a:ext uri="{FF2B5EF4-FFF2-40B4-BE49-F238E27FC236}">
                  <a16:creationId xmlns:a16="http://schemas.microsoft.com/office/drawing/2014/main" id="{F464DCC5-E419-0A91-F13E-FC9313C09B5F}"/>
                </a:ext>
              </a:extLst>
            </p:cNvPr>
            <p:cNvSpPr/>
            <p:nvPr/>
          </p:nvSpPr>
          <p:spPr bwMode="auto">
            <a:xfrm>
              <a:off x="10579495" y="1038453"/>
              <a:ext cx="792553" cy="792553"/>
            </a:xfrm>
            <a:prstGeom prst="ellipse">
              <a:avLst/>
            </a:prstGeom>
            <a:solidFill>
              <a:schemeClr val="accent1"/>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6" name="Group 35">
              <a:extLst>
                <a:ext uri="{FF2B5EF4-FFF2-40B4-BE49-F238E27FC236}">
                  <a16:creationId xmlns:a16="http://schemas.microsoft.com/office/drawing/2014/main" id="{1E5C41BD-FB2C-AA62-7906-1B683544C08F}"/>
                </a:ext>
              </a:extLst>
            </p:cNvPr>
            <p:cNvGrpSpPr>
              <a:grpSpLocks noChangeAspect="1"/>
            </p:cNvGrpSpPr>
            <p:nvPr/>
          </p:nvGrpSpPr>
          <p:grpSpPr>
            <a:xfrm>
              <a:off x="10722900" y="1267080"/>
              <a:ext cx="505772" cy="335298"/>
              <a:chOff x="10357182" y="1324548"/>
              <a:chExt cx="774155" cy="513222"/>
            </a:xfrm>
          </p:grpSpPr>
          <p:sp>
            <p:nvSpPr>
              <p:cNvPr id="37" name="UniversalApp_E8CC" title="Icon of a cellphone in front of a tablet">
                <a:extLst>
                  <a:ext uri="{FF2B5EF4-FFF2-40B4-BE49-F238E27FC236}">
                    <a16:creationId xmlns:a16="http://schemas.microsoft.com/office/drawing/2014/main" id="{4C7A5A0B-549A-17BC-F755-07F42AFFFE69}"/>
                  </a:ext>
                </a:extLst>
              </p:cNvPr>
              <p:cNvSpPr>
                <a:spLocks noChangeAspect="1" noEditPoints="1"/>
              </p:cNvSpPr>
              <p:nvPr/>
            </p:nvSpPr>
            <p:spPr bwMode="auto">
              <a:xfrm>
                <a:off x="10357182" y="1324548"/>
                <a:ext cx="498435" cy="365760"/>
              </a:xfrm>
              <a:custGeom>
                <a:avLst/>
                <a:gdLst>
                  <a:gd name="T0" fmla="*/ 1250 w 3750"/>
                  <a:gd name="T1" fmla="*/ 2750 h 2750"/>
                  <a:gd name="T2" fmla="*/ 0 w 3750"/>
                  <a:gd name="T3" fmla="*/ 2750 h 2750"/>
                  <a:gd name="T4" fmla="*/ 0 w 3750"/>
                  <a:gd name="T5" fmla="*/ 750 h 2750"/>
                  <a:gd name="T6" fmla="*/ 1250 w 3750"/>
                  <a:gd name="T7" fmla="*/ 750 h 2750"/>
                  <a:gd name="T8" fmla="*/ 1250 w 3750"/>
                  <a:gd name="T9" fmla="*/ 2750 h 2750"/>
                  <a:gd name="T10" fmla="*/ 375 w 3750"/>
                  <a:gd name="T11" fmla="*/ 2250 h 2750"/>
                  <a:gd name="T12" fmla="*/ 875 w 3750"/>
                  <a:gd name="T13" fmla="*/ 2250 h 2750"/>
                  <a:gd name="T14" fmla="*/ 1875 w 3750"/>
                  <a:gd name="T15" fmla="*/ 1750 h 2750"/>
                  <a:gd name="T16" fmla="*/ 2375 w 3750"/>
                  <a:gd name="T17" fmla="*/ 1750 h 2750"/>
                  <a:gd name="T18" fmla="*/ 1250 w 3750"/>
                  <a:gd name="T19" fmla="*/ 2250 h 2750"/>
                  <a:gd name="T20" fmla="*/ 3625 w 3750"/>
                  <a:gd name="T21" fmla="*/ 2250 h 2750"/>
                  <a:gd name="T22" fmla="*/ 3750 w 3750"/>
                  <a:gd name="T23" fmla="*/ 2125 h 2750"/>
                  <a:gd name="T24" fmla="*/ 3750 w 3750"/>
                  <a:gd name="T25" fmla="*/ 125 h 2750"/>
                  <a:gd name="T26" fmla="*/ 3625 w 3750"/>
                  <a:gd name="T27" fmla="*/ 0 h 2750"/>
                  <a:gd name="T28" fmla="*/ 625 w 3750"/>
                  <a:gd name="T29" fmla="*/ 0 h 2750"/>
                  <a:gd name="T30" fmla="*/ 500 w 3750"/>
                  <a:gd name="T31" fmla="*/ 125 h 2750"/>
                  <a:gd name="T32" fmla="*/ 500 w 3750"/>
                  <a:gd name="T33" fmla="*/ 75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50" h="2750">
                    <a:moveTo>
                      <a:pt x="1250" y="2750"/>
                    </a:moveTo>
                    <a:cubicBezTo>
                      <a:pt x="0" y="2750"/>
                      <a:pt x="0" y="2750"/>
                      <a:pt x="0" y="2750"/>
                    </a:cubicBezTo>
                    <a:cubicBezTo>
                      <a:pt x="0" y="750"/>
                      <a:pt x="0" y="750"/>
                      <a:pt x="0" y="750"/>
                    </a:cubicBezTo>
                    <a:cubicBezTo>
                      <a:pt x="1250" y="750"/>
                      <a:pt x="1250" y="750"/>
                      <a:pt x="1250" y="750"/>
                    </a:cubicBezTo>
                    <a:lnTo>
                      <a:pt x="1250" y="2750"/>
                    </a:lnTo>
                    <a:close/>
                    <a:moveTo>
                      <a:pt x="375" y="2250"/>
                    </a:moveTo>
                    <a:cubicBezTo>
                      <a:pt x="875" y="2250"/>
                      <a:pt x="875" y="2250"/>
                      <a:pt x="875" y="2250"/>
                    </a:cubicBezTo>
                    <a:moveTo>
                      <a:pt x="1875" y="1750"/>
                    </a:moveTo>
                    <a:cubicBezTo>
                      <a:pt x="2375" y="1750"/>
                      <a:pt x="2375" y="1750"/>
                      <a:pt x="2375" y="1750"/>
                    </a:cubicBezTo>
                    <a:moveTo>
                      <a:pt x="1250" y="2250"/>
                    </a:moveTo>
                    <a:cubicBezTo>
                      <a:pt x="3625" y="2250"/>
                      <a:pt x="3625" y="2250"/>
                      <a:pt x="3625" y="2250"/>
                    </a:cubicBezTo>
                    <a:cubicBezTo>
                      <a:pt x="3694" y="2250"/>
                      <a:pt x="3750" y="2194"/>
                      <a:pt x="3750" y="2125"/>
                    </a:cubicBezTo>
                    <a:cubicBezTo>
                      <a:pt x="3750" y="125"/>
                      <a:pt x="3750" y="125"/>
                      <a:pt x="3750" y="125"/>
                    </a:cubicBezTo>
                    <a:cubicBezTo>
                      <a:pt x="3750" y="56"/>
                      <a:pt x="3694" y="0"/>
                      <a:pt x="3625" y="0"/>
                    </a:cubicBezTo>
                    <a:cubicBezTo>
                      <a:pt x="625" y="0"/>
                      <a:pt x="625" y="0"/>
                      <a:pt x="625" y="0"/>
                    </a:cubicBezTo>
                    <a:cubicBezTo>
                      <a:pt x="556" y="0"/>
                      <a:pt x="500" y="56"/>
                      <a:pt x="500" y="125"/>
                    </a:cubicBezTo>
                    <a:cubicBezTo>
                      <a:pt x="500" y="750"/>
                      <a:pt x="500" y="750"/>
                      <a:pt x="500" y="750"/>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8" name="Laptop_E770" title="Icon of a laptop">
                <a:extLst>
                  <a:ext uri="{FF2B5EF4-FFF2-40B4-BE49-F238E27FC236}">
                    <a16:creationId xmlns:a16="http://schemas.microsoft.com/office/drawing/2014/main" id="{253B417F-5E04-21C0-A4B9-5845BC69EE56}"/>
                  </a:ext>
                </a:extLst>
              </p:cNvPr>
              <p:cNvSpPr>
                <a:spLocks noChangeAspect="1" noEditPoints="1"/>
              </p:cNvSpPr>
              <p:nvPr/>
            </p:nvSpPr>
            <p:spPr bwMode="auto">
              <a:xfrm>
                <a:off x="10674137" y="1532691"/>
                <a:ext cx="457200" cy="305079"/>
              </a:xfrm>
              <a:custGeom>
                <a:avLst/>
                <a:gdLst>
                  <a:gd name="T0" fmla="*/ 3250 w 3750"/>
                  <a:gd name="T1" fmla="*/ 1750 h 2500"/>
                  <a:gd name="T2" fmla="*/ 500 w 3750"/>
                  <a:gd name="T3" fmla="*/ 1750 h 2500"/>
                  <a:gd name="T4" fmla="*/ 500 w 3750"/>
                  <a:gd name="T5" fmla="*/ 0 h 2500"/>
                  <a:gd name="T6" fmla="*/ 3250 w 3750"/>
                  <a:gd name="T7" fmla="*/ 0 h 2500"/>
                  <a:gd name="T8" fmla="*/ 3250 w 3750"/>
                  <a:gd name="T9" fmla="*/ 1750 h 2500"/>
                  <a:gd name="T10" fmla="*/ 0 w 3750"/>
                  <a:gd name="T11" fmla="*/ 2375 h 2500"/>
                  <a:gd name="T12" fmla="*/ 125 w 3750"/>
                  <a:gd name="T13" fmla="*/ 2500 h 2500"/>
                  <a:gd name="T14" fmla="*/ 3625 w 3750"/>
                  <a:gd name="T15" fmla="*/ 2500 h 2500"/>
                  <a:gd name="T16" fmla="*/ 3750 w 3750"/>
                  <a:gd name="T17" fmla="*/ 2375 h 2500"/>
                  <a:gd name="T18" fmla="*/ 3688 w 3750"/>
                  <a:gd name="T19" fmla="*/ 2187 h 2500"/>
                  <a:gd name="T20" fmla="*/ 3250 w 3750"/>
                  <a:gd name="T21" fmla="*/ 1750 h 2500"/>
                  <a:gd name="T22" fmla="*/ 500 w 3750"/>
                  <a:gd name="T23" fmla="*/ 1750 h 2500"/>
                  <a:gd name="T24" fmla="*/ 63 w 3750"/>
                  <a:gd name="T25" fmla="*/ 2187 h 2500"/>
                  <a:gd name="T26" fmla="*/ 0 w 3750"/>
                  <a:gd name="T27" fmla="*/ 2375 h 2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50" h="2500">
                    <a:moveTo>
                      <a:pt x="3250" y="1750"/>
                    </a:moveTo>
                    <a:cubicBezTo>
                      <a:pt x="500" y="1750"/>
                      <a:pt x="500" y="1750"/>
                      <a:pt x="500" y="1750"/>
                    </a:cubicBezTo>
                    <a:cubicBezTo>
                      <a:pt x="500" y="0"/>
                      <a:pt x="500" y="0"/>
                      <a:pt x="500" y="0"/>
                    </a:cubicBezTo>
                    <a:cubicBezTo>
                      <a:pt x="3250" y="0"/>
                      <a:pt x="3250" y="0"/>
                      <a:pt x="3250" y="0"/>
                    </a:cubicBezTo>
                    <a:lnTo>
                      <a:pt x="3250" y="1750"/>
                    </a:lnTo>
                    <a:close/>
                    <a:moveTo>
                      <a:pt x="0" y="2375"/>
                    </a:moveTo>
                    <a:cubicBezTo>
                      <a:pt x="0" y="2444"/>
                      <a:pt x="56" y="2500"/>
                      <a:pt x="125" y="2500"/>
                    </a:cubicBezTo>
                    <a:cubicBezTo>
                      <a:pt x="3625" y="2500"/>
                      <a:pt x="3625" y="2500"/>
                      <a:pt x="3625" y="2500"/>
                    </a:cubicBezTo>
                    <a:cubicBezTo>
                      <a:pt x="3694" y="2500"/>
                      <a:pt x="3750" y="2444"/>
                      <a:pt x="3750" y="2375"/>
                    </a:cubicBezTo>
                    <a:cubicBezTo>
                      <a:pt x="3750" y="2302"/>
                      <a:pt x="3726" y="2235"/>
                      <a:pt x="3688" y="2187"/>
                    </a:cubicBezTo>
                    <a:cubicBezTo>
                      <a:pt x="3250" y="1750"/>
                      <a:pt x="3250" y="1750"/>
                      <a:pt x="3250" y="1750"/>
                    </a:cubicBezTo>
                    <a:cubicBezTo>
                      <a:pt x="500" y="1750"/>
                      <a:pt x="500" y="1750"/>
                      <a:pt x="500" y="1750"/>
                    </a:cubicBezTo>
                    <a:cubicBezTo>
                      <a:pt x="63" y="2187"/>
                      <a:pt x="63" y="2187"/>
                      <a:pt x="63" y="2187"/>
                    </a:cubicBezTo>
                    <a:cubicBezTo>
                      <a:pt x="24" y="2235"/>
                      <a:pt x="0" y="2302"/>
                      <a:pt x="0" y="2375"/>
                    </a:cubicBezTo>
                    <a:close/>
                  </a:path>
                </a:pathLst>
              </a:custGeom>
              <a:solidFill>
                <a:schemeClr val="accent1"/>
              </a:solid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grpSp>
        <p:nvGrpSpPr>
          <p:cNvPr id="39" name="Group 38">
            <a:extLst>
              <a:ext uri="{FF2B5EF4-FFF2-40B4-BE49-F238E27FC236}">
                <a16:creationId xmlns:a16="http://schemas.microsoft.com/office/drawing/2014/main" id="{DA63E8BB-0B73-2391-0AF4-B6D33B92891B}"/>
              </a:ext>
              <a:ext uri="{C183D7F6-B498-43B3-948B-1728B52AA6E4}">
                <adec:decorative xmlns:adec="http://schemas.microsoft.com/office/drawing/2017/decorative" val="1"/>
              </a:ext>
            </a:extLst>
          </p:cNvPr>
          <p:cNvGrpSpPr/>
          <p:nvPr/>
        </p:nvGrpSpPr>
        <p:grpSpPr>
          <a:xfrm>
            <a:off x="9413830" y="1486496"/>
            <a:ext cx="630936" cy="630936"/>
            <a:chOff x="8960798" y="1513441"/>
            <a:chExt cx="792553" cy="792553"/>
          </a:xfrm>
        </p:grpSpPr>
        <p:sp>
          <p:nvSpPr>
            <p:cNvPr id="40" name="Oval 39">
              <a:extLst>
                <a:ext uri="{FF2B5EF4-FFF2-40B4-BE49-F238E27FC236}">
                  <a16:creationId xmlns:a16="http://schemas.microsoft.com/office/drawing/2014/main" id="{BBD68E78-72D7-5BDA-58C8-A58D8A02CD68}"/>
                </a:ext>
              </a:extLst>
            </p:cNvPr>
            <p:cNvSpPr/>
            <p:nvPr/>
          </p:nvSpPr>
          <p:spPr bwMode="auto">
            <a:xfrm>
              <a:off x="8960798" y="1513441"/>
              <a:ext cx="792553" cy="792553"/>
            </a:xfrm>
            <a:prstGeom prst="ellipse">
              <a:avLst/>
            </a:prstGeom>
            <a:solidFill>
              <a:schemeClr val="accent1"/>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1" name="Freeform 13" title="Icon of a cloud">
              <a:extLst>
                <a:ext uri="{FF2B5EF4-FFF2-40B4-BE49-F238E27FC236}">
                  <a16:creationId xmlns:a16="http://schemas.microsoft.com/office/drawing/2014/main" id="{1DDAAC63-1693-E2BB-B4AF-CE9B8DC0451C}"/>
                </a:ext>
              </a:extLst>
            </p:cNvPr>
            <p:cNvSpPr>
              <a:spLocks noChangeAspect="1"/>
            </p:cNvSpPr>
            <p:nvPr/>
          </p:nvSpPr>
          <p:spPr bwMode="auto">
            <a:xfrm>
              <a:off x="9115053" y="1776954"/>
              <a:ext cx="484042" cy="265527"/>
            </a:xfrm>
            <a:custGeom>
              <a:avLst/>
              <a:gdLst>
                <a:gd name="T0" fmla="*/ 384 w 771"/>
                <a:gd name="T1" fmla="*/ 0 h 422"/>
                <a:gd name="T2" fmla="*/ 549 w 771"/>
                <a:gd name="T3" fmla="*/ 110 h 422"/>
                <a:gd name="T4" fmla="*/ 551 w 771"/>
                <a:gd name="T5" fmla="*/ 115 h 422"/>
                <a:gd name="T6" fmla="*/ 565 w 771"/>
                <a:gd name="T7" fmla="*/ 110 h 422"/>
                <a:gd name="T8" fmla="*/ 612 w 771"/>
                <a:gd name="T9" fmla="*/ 103 h 422"/>
                <a:gd name="T10" fmla="*/ 771 w 771"/>
                <a:gd name="T11" fmla="*/ 262 h 422"/>
                <a:gd name="T12" fmla="*/ 628 w 771"/>
                <a:gd name="T13" fmla="*/ 420 h 422"/>
                <a:gd name="T14" fmla="*/ 616 w 771"/>
                <a:gd name="T15" fmla="*/ 421 h 422"/>
                <a:gd name="T16" fmla="*/ 610 w 771"/>
                <a:gd name="T17" fmla="*/ 421 h 422"/>
                <a:gd name="T18" fmla="*/ 98 w 771"/>
                <a:gd name="T19" fmla="*/ 421 h 422"/>
                <a:gd name="T20" fmla="*/ 91 w 771"/>
                <a:gd name="T21" fmla="*/ 422 h 422"/>
                <a:gd name="T22" fmla="*/ 74 w 771"/>
                <a:gd name="T23" fmla="*/ 419 h 422"/>
                <a:gd name="T24" fmla="*/ 12 w 771"/>
                <a:gd name="T25" fmla="*/ 312 h 422"/>
                <a:gd name="T26" fmla="*/ 101 w 771"/>
                <a:gd name="T27" fmla="*/ 247 h 422"/>
                <a:gd name="T28" fmla="*/ 108 w 771"/>
                <a:gd name="T29" fmla="*/ 249 h 422"/>
                <a:gd name="T30" fmla="*/ 106 w 771"/>
                <a:gd name="T31" fmla="*/ 238 h 422"/>
                <a:gd name="T32" fmla="*/ 119 w 771"/>
                <a:gd name="T33" fmla="*/ 179 h 422"/>
                <a:gd name="T34" fmla="*/ 201 w 771"/>
                <a:gd name="T35" fmla="*/ 128 h 422"/>
                <a:gd name="T36" fmla="*/ 213 w 771"/>
                <a:gd name="T37" fmla="*/ 128 h 422"/>
                <a:gd name="T38" fmla="*/ 213 w 771"/>
                <a:gd name="T39" fmla="*/ 127 h 422"/>
                <a:gd name="T40" fmla="*/ 384 w 771"/>
                <a:gd name="T41"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1" h="422">
                  <a:moveTo>
                    <a:pt x="384" y="0"/>
                  </a:moveTo>
                  <a:cubicBezTo>
                    <a:pt x="458" y="0"/>
                    <a:pt x="522" y="46"/>
                    <a:pt x="549" y="110"/>
                  </a:cubicBezTo>
                  <a:cubicBezTo>
                    <a:pt x="551" y="115"/>
                    <a:pt x="551" y="115"/>
                    <a:pt x="551" y="115"/>
                  </a:cubicBezTo>
                  <a:cubicBezTo>
                    <a:pt x="565" y="110"/>
                    <a:pt x="565" y="110"/>
                    <a:pt x="565" y="110"/>
                  </a:cubicBezTo>
                  <a:cubicBezTo>
                    <a:pt x="580" y="105"/>
                    <a:pt x="596" y="103"/>
                    <a:pt x="612" y="103"/>
                  </a:cubicBezTo>
                  <a:cubicBezTo>
                    <a:pt x="700" y="103"/>
                    <a:pt x="771" y="174"/>
                    <a:pt x="771" y="262"/>
                  </a:cubicBezTo>
                  <a:cubicBezTo>
                    <a:pt x="771" y="344"/>
                    <a:pt x="708" y="412"/>
                    <a:pt x="628" y="420"/>
                  </a:cubicBezTo>
                  <a:cubicBezTo>
                    <a:pt x="616" y="421"/>
                    <a:pt x="616" y="421"/>
                    <a:pt x="616" y="421"/>
                  </a:cubicBezTo>
                  <a:cubicBezTo>
                    <a:pt x="610" y="421"/>
                    <a:pt x="610" y="421"/>
                    <a:pt x="610" y="421"/>
                  </a:cubicBezTo>
                  <a:cubicBezTo>
                    <a:pt x="98" y="421"/>
                    <a:pt x="98" y="421"/>
                    <a:pt x="98" y="421"/>
                  </a:cubicBezTo>
                  <a:cubicBezTo>
                    <a:pt x="91" y="422"/>
                    <a:pt x="91" y="422"/>
                    <a:pt x="91" y="422"/>
                  </a:cubicBezTo>
                  <a:cubicBezTo>
                    <a:pt x="85" y="421"/>
                    <a:pt x="79" y="420"/>
                    <a:pt x="74" y="419"/>
                  </a:cubicBezTo>
                  <a:cubicBezTo>
                    <a:pt x="27" y="406"/>
                    <a:pt x="0" y="359"/>
                    <a:pt x="12" y="312"/>
                  </a:cubicBezTo>
                  <a:cubicBezTo>
                    <a:pt x="23" y="271"/>
                    <a:pt x="61" y="245"/>
                    <a:pt x="101" y="247"/>
                  </a:cubicBezTo>
                  <a:cubicBezTo>
                    <a:pt x="108" y="249"/>
                    <a:pt x="108" y="249"/>
                    <a:pt x="108" y="249"/>
                  </a:cubicBezTo>
                  <a:cubicBezTo>
                    <a:pt x="106" y="238"/>
                    <a:pt x="106" y="238"/>
                    <a:pt x="106" y="238"/>
                  </a:cubicBezTo>
                  <a:cubicBezTo>
                    <a:pt x="105" y="218"/>
                    <a:pt x="109" y="198"/>
                    <a:pt x="119" y="179"/>
                  </a:cubicBezTo>
                  <a:cubicBezTo>
                    <a:pt x="137" y="148"/>
                    <a:pt x="168" y="130"/>
                    <a:pt x="201" y="128"/>
                  </a:cubicBezTo>
                  <a:cubicBezTo>
                    <a:pt x="213" y="128"/>
                    <a:pt x="213" y="128"/>
                    <a:pt x="213" y="128"/>
                  </a:cubicBezTo>
                  <a:cubicBezTo>
                    <a:pt x="213" y="127"/>
                    <a:pt x="213" y="127"/>
                    <a:pt x="213" y="127"/>
                  </a:cubicBezTo>
                  <a:cubicBezTo>
                    <a:pt x="236" y="53"/>
                    <a:pt x="304" y="0"/>
                    <a:pt x="384" y="0"/>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1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
        <p:nvSpPr>
          <p:cNvPr id="42" name="TextBox 41">
            <a:extLst>
              <a:ext uri="{FF2B5EF4-FFF2-40B4-BE49-F238E27FC236}">
                <a16:creationId xmlns:a16="http://schemas.microsoft.com/office/drawing/2014/main" id="{9E6EAB4E-4553-6AEB-D593-DF8E68C66F36}"/>
              </a:ext>
              <a:ext uri="{C183D7F6-B498-43B3-948B-1728B52AA6E4}">
                <adec:decorative xmlns:adec="http://schemas.microsoft.com/office/drawing/2017/decorative" val="1"/>
              </a:ext>
            </a:extLst>
          </p:cNvPr>
          <p:cNvSpPr txBox="1"/>
          <p:nvPr/>
        </p:nvSpPr>
        <p:spPr>
          <a:xfrm>
            <a:off x="882496" y="3780326"/>
            <a:ext cx="2051497" cy="181036"/>
          </a:xfrm>
          <a:prstGeom prst="rect">
            <a:avLst/>
          </a:prstGeom>
          <a:noFill/>
        </p:spPr>
        <p:txBody>
          <a:bodyPr vert="horz" wrap="square" lIns="0" tIns="0" rIns="0" bIns="0" rtlCol="0">
            <a:spAutoFit/>
          </a:bodyPr>
          <a:lstStyle>
            <a:defPPr>
              <a:defRPr lang="en-US"/>
            </a:defPPr>
            <a:lvl1pPr algn="ctr" defTabSz="233102">
              <a:spcBef>
                <a:spcPct val="20000"/>
              </a:spcBef>
              <a:buClr>
                <a:schemeClr val="accent1"/>
              </a:buClr>
              <a:defRPr sz="2000">
                <a:solidFill>
                  <a:schemeClr val="accent1"/>
                </a:solidFill>
                <a:latin typeface="+mj-lt"/>
                <a:cs typeface="AvenirNext LT Pro Regular"/>
              </a:defRPr>
            </a:lvl1pPr>
          </a:lstStyle>
          <a:p>
            <a:pPr marL="0" marR="0" lvl="0" indent="0" algn="r" defTabSz="228510" rtl="0" eaLnBrk="1" fontAlgn="auto" latinLnBrk="0" hangingPunct="1">
              <a:lnSpc>
                <a:spcPct val="100000"/>
              </a:lnSpc>
              <a:spcBef>
                <a:spcPct val="20000"/>
              </a:spcBef>
              <a:spcAft>
                <a:spcPts val="0"/>
              </a:spcAft>
              <a:buClr>
                <a:srgbClr val="0078D4"/>
              </a:buClr>
              <a:buSzTx/>
              <a:buFontTx/>
              <a:buNone/>
              <a:tabLst/>
              <a:defRPr/>
            </a:pPr>
            <a:r>
              <a:rPr kumimoji="0" lang="en-US" sz="1176" b="0" i="0" u="none" strike="noStrike" kern="1200" cap="none" spc="-49" normalizeH="0" baseline="0" noProof="0">
                <a:ln>
                  <a:noFill/>
                </a:ln>
                <a:solidFill>
                  <a:schemeClr val="accent4"/>
                </a:solidFill>
                <a:effectLst/>
                <a:uLnTx/>
                <a:uFillTx/>
                <a:latin typeface="Segoe UI Semibold"/>
                <a:ea typeface="+mn-ea"/>
              </a:rPr>
              <a:t>Stage: Working Implementations</a:t>
            </a:r>
          </a:p>
        </p:txBody>
      </p:sp>
    </p:spTree>
    <p:extLst>
      <p:ext uri="{BB962C8B-B14F-4D97-AF65-F5344CB8AC3E}">
        <p14:creationId xmlns:p14="http://schemas.microsoft.com/office/powerpoint/2010/main" val="809307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type="wd">
                                    <p:tmPct val="30000"/>
                                  </p:iterate>
                                  <p:childTnLst>
                                    <p:set>
                                      <p:cBhvr>
                                        <p:cTn id="6" dur="1" fill="hold">
                                          <p:stCondLst>
                                            <p:cond delay="0"/>
                                          </p:stCondLst>
                                        </p:cTn>
                                        <p:tgtEl>
                                          <p:spTgt spid="235">
                                            <p:txEl>
                                              <p:pRg st="0" end="0"/>
                                            </p:txEl>
                                          </p:spTgt>
                                        </p:tgtEl>
                                        <p:attrNameLst>
                                          <p:attrName>style.visibility</p:attrName>
                                        </p:attrNameLst>
                                      </p:cBhvr>
                                      <p:to>
                                        <p:strVal val="visible"/>
                                      </p:to>
                                    </p:set>
                                    <p:animEffect transition="in" filter="fade">
                                      <p:cBhvr>
                                        <p:cTn id="7" dur="500"/>
                                        <p:tgtEl>
                                          <p:spTgt spid="2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42CB1-F061-EC2C-E5B6-2FEB5E5A83D9}"/>
              </a:ext>
            </a:extLst>
          </p:cNvPr>
          <p:cNvSpPr>
            <a:spLocks noGrp="1"/>
          </p:cNvSpPr>
          <p:nvPr>
            <p:ph type="title"/>
          </p:nvPr>
        </p:nvSpPr>
        <p:spPr>
          <a:xfrm>
            <a:off x="588963" y="457200"/>
            <a:ext cx="11017250" cy="492443"/>
          </a:xfrm>
        </p:spPr>
        <p:txBody>
          <a:bodyPr/>
          <a:lstStyle/>
          <a:p>
            <a:r>
              <a:rPr lang="en-US" sz="3200" dirty="0"/>
              <a:t>Verified ID user lifecycle </a:t>
            </a:r>
            <a:r>
              <a:rPr lang="en-US" sz="3200" dirty="0">
                <a:solidFill>
                  <a:schemeClr val="bg1"/>
                </a:solidFill>
              </a:rPr>
              <a:t>2</a:t>
            </a:r>
          </a:p>
        </p:txBody>
      </p:sp>
      <p:cxnSp>
        <p:nvCxnSpPr>
          <p:cNvPr id="8" name="Straight Arrow Connector 7">
            <a:extLst>
              <a:ext uri="{FF2B5EF4-FFF2-40B4-BE49-F238E27FC236}">
                <a16:creationId xmlns:a16="http://schemas.microsoft.com/office/drawing/2014/main" id="{29B1860B-AC2D-436A-693F-D403B062BB9E}"/>
              </a:ext>
              <a:ext uri="{C183D7F6-B498-43B3-948B-1728B52AA6E4}">
                <adec:decorative xmlns:adec="http://schemas.microsoft.com/office/drawing/2017/decorative" val="1"/>
              </a:ext>
            </a:extLst>
          </p:cNvPr>
          <p:cNvCxnSpPr>
            <a:cxnSpLocks/>
          </p:cNvCxnSpPr>
          <p:nvPr/>
        </p:nvCxnSpPr>
        <p:spPr>
          <a:xfrm>
            <a:off x="80291" y="1467615"/>
            <a:ext cx="12111709" cy="0"/>
          </a:xfrm>
          <a:prstGeom prst="straightConnector1">
            <a:avLst/>
          </a:prstGeom>
          <a:ln w="317500"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26320FF1-7807-C91D-CACD-912A27AB4768}"/>
              </a:ext>
              <a:ext uri="{C183D7F6-B498-43B3-948B-1728B52AA6E4}">
                <adec:decorative xmlns:adec="http://schemas.microsoft.com/office/drawing/2017/decorative" val="1"/>
              </a:ext>
            </a:extLst>
          </p:cNvPr>
          <p:cNvGrpSpPr/>
          <p:nvPr/>
        </p:nvGrpSpPr>
        <p:grpSpPr>
          <a:xfrm>
            <a:off x="1879502" y="1016962"/>
            <a:ext cx="904109" cy="904109"/>
            <a:chOff x="1874269" y="4211956"/>
            <a:chExt cx="904109" cy="904109"/>
          </a:xfrm>
        </p:grpSpPr>
        <p:sp>
          <p:nvSpPr>
            <p:cNvPr id="23" name="Oval 22">
              <a:extLst>
                <a:ext uri="{FF2B5EF4-FFF2-40B4-BE49-F238E27FC236}">
                  <a16:creationId xmlns:a16="http://schemas.microsoft.com/office/drawing/2014/main" id="{8EFE959A-9932-25F1-4F11-6A48903528F3}"/>
                </a:ext>
                <a:ext uri="{C183D7F6-B498-43B3-948B-1728B52AA6E4}">
                  <adec:decorative xmlns:adec="http://schemas.microsoft.com/office/drawing/2017/decorative" val="1"/>
                </a:ext>
              </a:extLst>
            </p:cNvPr>
            <p:cNvSpPr/>
            <p:nvPr/>
          </p:nvSpPr>
          <p:spPr bwMode="auto">
            <a:xfrm>
              <a:off x="1874269" y="4211956"/>
              <a:ext cx="904109" cy="904109"/>
            </a:xfrm>
            <a:prstGeom prst="ellipse">
              <a:avLst/>
            </a:prstGeom>
            <a:solidFill>
              <a:schemeClr val="tx2"/>
            </a:solidFill>
            <a:ln w="698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7" name="Group 10">
              <a:extLst>
                <a:ext uri="{FF2B5EF4-FFF2-40B4-BE49-F238E27FC236}">
                  <a16:creationId xmlns:a16="http://schemas.microsoft.com/office/drawing/2014/main" id="{7314B855-B37C-9EC9-1E1D-BC6D771C6285}"/>
                </a:ext>
              </a:extLst>
            </p:cNvPr>
            <p:cNvGrpSpPr>
              <a:grpSpLocks noChangeAspect="1"/>
            </p:cNvGrpSpPr>
            <p:nvPr/>
          </p:nvGrpSpPr>
          <p:grpSpPr bwMode="auto">
            <a:xfrm>
              <a:off x="2152026" y="4483933"/>
              <a:ext cx="348561" cy="360125"/>
              <a:chOff x="3355" y="3071"/>
              <a:chExt cx="211" cy="218"/>
            </a:xfrm>
          </p:grpSpPr>
          <p:sp>
            <p:nvSpPr>
              <p:cNvPr id="9" name="Freeform 11">
                <a:extLst>
                  <a:ext uri="{FF2B5EF4-FFF2-40B4-BE49-F238E27FC236}">
                    <a16:creationId xmlns:a16="http://schemas.microsoft.com/office/drawing/2014/main" id="{4712406D-83AB-8811-EBA6-FE0F37276136}"/>
                  </a:ext>
                </a:extLst>
              </p:cNvPr>
              <p:cNvSpPr>
                <a:spLocks/>
              </p:cNvSpPr>
              <p:nvPr/>
            </p:nvSpPr>
            <p:spPr bwMode="auto">
              <a:xfrm>
                <a:off x="3475" y="3071"/>
                <a:ext cx="60" cy="59"/>
              </a:xfrm>
              <a:custGeom>
                <a:avLst/>
                <a:gdLst>
                  <a:gd name="T0" fmla="*/ 0 w 60"/>
                  <a:gd name="T1" fmla="*/ 0 h 59"/>
                  <a:gd name="T2" fmla="*/ 0 w 60"/>
                  <a:gd name="T3" fmla="*/ 59 h 59"/>
                  <a:gd name="T4" fmla="*/ 60 w 60"/>
                  <a:gd name="T5" fmla="*/ 59 h 59"/>
                </a:gdLst>
                <a:ahLst/>
                <a:cxnLst>
                  <a:cxn ang="0">
                    <a:pos x="T0" y="T1"/>
                  </a:cxn>
                  <a:cxn ang="0">
                    <a:pos x="T2" y="T3"/>
                  </a:cxn>
                  <a:cxn ang="0">
                    <a:pos x="T4" y="T5"/>
                  </a:cxn>
                </a:cxnLst>
                <a:rect l="0" t="0" r="r" b="b"/>
                <a:pathLst>
                  <a:path w="60" h="59">
                    <a:moveTo>
                      <a:pt x="0" y="0"/>
                    </a:moveTo>
                    <a:lnTo>
                      <a:pt x="0" y="59"/>
                    </a:lnTo>
                    <a:lnTo>
                      <a:pt x="60" y="59"/>
                    </a:lnTo>
                  </a:path>
                </a:pathLst>
              </a:custGeom>
              <a:noFill/>
              <a:ln w="15875" cap="flat">
                <a:solidFill>
                  <a:schemeClr val="bg1">
                    <a:lumMod val="9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sp>
            <p:nvSpPr>
              <p:cNvPr id="10" name="Freeform 12">
                <a:extLst>
                  <a:ext uri="{FF2B5EF4-FFF2-40B4-BE49-F238E27FC236}">
                    <a16:creationId xmlns:a16="http://schemas.microsoft.com/office/drawing/2014/main" id="{3C76FFBC-341B-28C5-D9C9-53E0DF20F438}"/>
                  </a:ext>
                </a:extLst>
              </p:cNvPr>
              <p:cNvSpPr>
                <a:spLocks/>
              </p:cNvSpPr>
              <p:nvPr/>
            </p:nvSpPr>
            <p:spPr bwMode="auto">
              <a:xfrm>
                <a:off x="3355" y="3071"/>
                <a:ext cx="180" cy="218"/>
              </a:xfrm>
              <a:custGeom>
                <a:avLst/>
                <a:gdLst>
                  <a:gd name="T0" fmla="*/ 65 w 180"/>
                  <a:gd name="T1" fmla="*/ 218 h 218"/>
                  <a:gd name="T2" fmla="*/ 0 w 180"/>
                  <a:gd name="T3" fmla="*/ 218 h 218"/>
                  <a:gd name="T4" fmla="*/ 0 w 180"/>
                  <a:gd name="T5" fmla="*/ 0 h 218"/>
                  <a:gd name="T6" fmla="*/ 120 w 180"/>
                  <a:gd name="T7" fmla="*/ 0 h 218"/>
                  <a:gd name="T8" fmla="*/ 180 w 180"/>
                  <a:gd name="T9" fmla="*/ 59 h 218"/>
                  <a:gd name="T10" fmla="*/ 180 w 180"/>
                  <a:gd name="T11" fmla="*/ 79 h 218"/>
                </a:gdLst>
                <a:ahLst/>
                <a:cxnLst>
                  <a:cxn ang="0">
                    <a:pos x="T0" y="T1"/>
                  </a:cxn>
                  <a:cxn ang="0">
                    <a:pos x="T2" y="T3"/>
                  </a:cxn>
                  <a:cxn ang="0">
                    <a:pos x="T4" y="T5"/>
                  </a:cxn>
                  <a:cxn ang="0">
                    <a:pos x="T6" y="T7"/>
                  </a:cxn>
                  <a:cxn ang="0">
                    <a:pos x="T8" y="T9"/>
                  </a:cxn>
                  <a:cxn ang="0">
                    <a:pos x="T10" y="T11"/>
                  </a:cxn>
                </a:cxnLst>
                <a:rect l="0" t="0" r="r" b="b"/>
                <a:pathLst>
                  <a:path w="180" h="218">
                    <a:moveTo>
                      <a:pt x="65" y="218"/>
                    </a:moveTo>
                    <a:lnTo>
                      <a:pt x="0" y="218"/>
                    </a:lnTo>
                    <a:lnTo>
                      <a:pt x="0" y="0"/>
                    </a:lnTo>
                    <a:lnTo>
                      <a:pt x="120" y="0"/>
                    </a:lnTo>
                    <a:lnTo>
                      <a:pt x="180" y="59"/>
                    </a:lnTo>
                    <a:lnTo>
                      <a:pt x="180" y="79"/>
                    </a:lnTo>
                  </a:path>
                </a:pathLst>
              </a:custGeom>
              <a:noFill/>
              <a:ln w="15875" cap="flat">
                <a:solidFill>
                  <a:schemeClr val="bg1">
                    <a:lumMod val="9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sp>
            <p:nvSpPr>
              <p:cNvPr id="27" name="Freeform 13">
                <a:extLst>
                  <a:ext uri="{FF2B5EF4-FFF2-40B4-BE49-F238E27FC236}">
                    <a16:creationId xmlns:a16="http://schemas.microsoft.com/office/drawing/2014/main" id="{F06D49D4-8E14-B345-878A-87A6BFB4DECB}"/>
                  </a:ext>
                </a:extLst>
              </p:cNvPr>
              <p:cNvSpPr>
                <a:spLocks/>
              </p:cNvSpPr>
              <p:nvPr/>
            </p:nvSpPr>
            <p:spPr bwMode="auto">
              <a:xfrm>
                <a:off x="3448" y="3172"/>
                <a:ext cx="118" cy="115"/>
              </a:xfrm>
              <a:custGeom>
                <a:avLst/>
                <a:gdLst>
                  <a:gd name="T0" fmla="*/ 0 w 53"/>
                  <a:gd name="T1" fmla="*/ 52 h 52"/>
                  <a:gd name="T2" fmla="*/ 13 w 53"/>
                  <a:gd name="T3" fmla="*/ 48 h 52"/>
                  <a:gd name="T4" fmla="*/ 50 w 53"/>
                  <a:gd name="T5" fmla="*/ 12 h 52"/>
                  <a:gd name="T6" fmla="*/ 50 w 53"/>
                  <a:gd name="T7" fmla="*/ 2 h 52"/>
                  <a:gd name="T8" fmla="*/ 45 w 53"/>
                  <a:gd name="T9" fmla="*/ 0 h 52"/>
                  <a:gd name="T10" fmla="*/ 40 w 53"/>
                  <a:gd name="T11" fmla="*/ 2 h 52"/>
                  <a:gd name="T12" fmla="*/ 3 w 53"/>
                  <a:gd name="T13" fmla="*/ 39 h 52"/>
                  <a:gd name="T14" fmla="*/ 0 w 53"/>
                  <a:gd name="T15" fmla="*/ 52 h 52"/>
                  <a:gd name="T16" fmla="*/ 0 w 53"/>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52">
                    <a:moveTo>
                      <a:pt x="0" y="52"/>
                    </a:moveTo>
                    <a:cubicBezTo>
                      <a:pt x="13" y="48"/>
                      <a:pt x="13" y="48"/>
                      <a:pt x="13" y="48"/>
                    </a:cubicBezTo>
                    <a:cubicBezTo>
                      <a:pt x="50" y="12"/>
                      <a:pt x="50" y="12"/>
                      <a:pt x="50" y="12"/>
                    </a:cubicBezTo>
                    <a:cubicBezTo>
                      <a:pt x="53" y="9"/>
                      <a:pt x="53" y="5"/>
                      <a:pt x="50" y="2"/>
                    </a:cubicBezTo>
                    <a:cubicBezTo>
                      <a:pt x="49" y="1"/>
                      <a:pt x="47" y="0"/>
                      <a:pt x="45" y="0"/>
                    </a:cubicBezTo>
                    <a:cubicBezTo>
                      <a:pt x="43" y="0"/>
                      <a:pt x="41" y="1"/>
                      <a:pt x="40" y="2"/>
                    </a:cubicBezTo>
                    <a:cubicBezTo>
                      <a:pt x="3" y="39"/>
                      <a:pt x="3" y="39"/>
                      <a:pt x="3" y="39"/>
                    </a:cubicBezTo>
                    <a:cubicBezTo>
                      <a:pt x="0" y="52"/>
                      <a:pt x="0" y="52"/>
                      <a:pt x="0" y="52"/>
                    </a:cubicBezTo>
                    <a:cubicBezTo>
                      <a:pt x="0" y="52"/>
                      <a:pt x="0" y="52"/>
                      <a:pt x="0" y="52"/>
                    </a:cubicBezTo>
                    <a:close/>
                  </a:path>
                </a:pathLst>
              </a:custGeom>
              <a:noFill/>
              <a:ln w="15875" cap="flat">
                <a:solidFill>
                  <a:schemeClr val="bg1">
                    <a:lumMod val="9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sp>
        <p:nvSpPr>
          <p:cNvPr id="4" name="Oval 3">
            <a:extLst>
              <a:ext uri="{FF2B5EF4-FFF2-40B4-BE49-F238E27FC236}">
                <a16:creationId xmlns:a16="http://schemas.microsoft.com/office/drawing/2014/main" id="{4767C165-30BB-23B4-DA3A-D95F75F476CA}"/>
              </a:ext>
              <a:ext uri="{C183D7F6-B498-43B3-948B-1728B52AA6E4}">
                <adec:decorative xmlns:adec="http://schemas.microsoft.com/office/drawing/2017/decorative" val="1"/>
              </a:ext>
            </a:extLst>
          </p:cNvPr>
          <p:cNvSpPr/>
          <p:nvPr/>
        </p:nvSpPr>
        <p:spPr bwMode="auto">
          <a:xfrm>
            <a:off x="5956091" y="1030108"/>
            <a:ext cx="904109" cy="904109"/>
          </a:xfrm>
          <a:prstGeom prst="ellipse">
            <a:avLst/>
          </a:prstGeom>
          <a:solidFill>
            <a:schemeClr val="tx2"/>
          </a:solidFill>
          <a:ln w="698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CF9A51F0-A60E-E5B4-7919-6B63ECDEAC2E}"/>
              </a:ext>
            </a:extLst>
          </p:cNvPr>
          <p:cNvSpPr txBox="1"/>
          <p:nvPr/>
        </p:nvSpPr>
        <p:spPr>
          <a:xfrm>
            <a:off x="1529441" y="1868154"/>
            <a:ext cx="149332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gradFill>
                  <a:gsLst>
                    <a:gs pos="78000">
                      <a:srgbClr val="243A5E"/>
                    </a:gs>
                    <a:gs pos="38000">
                      <a:srgbClr val="243A5E"/>
                    </a:gs>
                  </a:gsLst>
                  <a:lin ang="5400000" scaled="1"/>
                </a:gradFill>
                <a:effectLst/>
                <a:uLnTx/>
                <a:uFillTx/>
                <a:latin typeface="Segoe UI"/>
                <a:ea typeface="+mn-ea"/>
                <a:cs typeface="Arial"/>
              </a:rPr>
              <a:t>Issuance</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390D3BDA-43D1-2C78-B514-F35F8197E038}"/>
              </a:ext>
            </a:extLst>
          </p:cNvPr>
          <p:cNvSpPr txBox="1"/>
          <p:nvPr/>
        </p:nvSpPr>
        <p:spPr>
          <a:xfrm>
            <a:off x="5556187" y="1877319"/>
            <a:ext cx="165679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gradFill>
                  <a:gsLst>
                    <a:gs pos="78000">
                      <a:srgbClr val="243A5E"/>
                    </a:gs>
                    <a:gs pos="38000">
                      <a:srgbClr val="243A5E"/>
                    </a:gs>
                  </a:gsLst>
                  <a:lin ang="5400000" scaled="1"/>
                </a:gradFill>
                <a:effectLst/>
                <a:uLnTx/>
                <a:uFillTx/>
                <a:latin typeface="Segoe UI"/>
                <a:ea typeface="+mn-ea"/>
                <a:cs typeface="Arial"/>
              </a:rPr>
              <a:t>Management</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E3B513C9-1E73-FBB2-C7A9-C7AAD0EA048D}"/>
              </a:ext>
            </a:extLst>
          </p:cNvPr>
          <p:cNvSpPr txBox="1"/>
          <p:nvPr/>
        </p:nvSpPr>
        <p:spPr>
          <a:xfrm>
            <a:off x="9389159" y="1924222"/>
            <a:ext cx="165679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gradFill>
                  <a:gsLst>
                    <a:gs pos="78000">
                      <a:srgbClr val="243A5E"/>
                    </a:gs>
                    <a:gs pos="38000">
                      <a:srgbClr val="243A5E"/>
                    </a:gs>
                  </a:gsLst>
                  <a:lin ang="5400000" scaled="1"/>
                </a:gradFill>
                <a:effectLst/>
                <a:uLnTx/>
                <a:uFillTx/>
                <a:latin typeface="Segoe UI"/>
                <a:ea typeface="+mn-ea"/>
                <a:cs typeface="Arial"/>
              </a:rPr>
              <a:t>Verification</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49" name="Picture 48">
            <a:extLst>
              <a:ext uri="{FF2B5EF4-FFF2-40B4-BE49-F238E27FC236}">
                <a16:creationId xmlns:a16="http://schemas.microsoft.com/office/drawing/2014/main" id="{1030F6CD-B0B1-DFE9-B3AF-85831471010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277834" y="2313720"/>
            <a:ext cx="1507486" cy="3084122"/>
          </a:xfrm>
          <a:prstGeom prst="rect">
            <a:avLst/>
          </a:prstGeom>
        </p:spPr>
      </p:pic>
      <p:pic>
        <p:nvPicPr>
          <p:cNvPr id="50" name="Picture 49">
            <a:extLst>
              <a:ext uri="{FF2B5EF4-FFF2-40B4-BE49-F238E27FC236}">
                <a16:creationId xmlns:a16="http://schemas.microsoft.com/office/drawing/2014/main" id="{89784369-8D58-1552-E652-A1B85E2F4B2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760087" y="2313720"/>
            <a:ext cx="1505181" cy="3079408"/>
          </a:xfrm>
          <a:prstGeom prst="rect">
            <a:avLst/>
          </a:prstGeom>
        </p:spPr>
      </p:pic>
      <p:cxnSp>
        <p:nvCxnSpPr>
          <p:cNvPr id="53" name="Straight Arrow Connector 52">
            <a:extLst>
              <a:ext uri="{FF2B5EF4-FFF2-40B4-BE49-F238E27FC236}">
                <a16:creationId xmlns:a16="http://schemas.microsoft.com/office/drawing/2014/main" id="{B0828002-88F4-C9E4-4A4C-31E923259749}"/>
              </a:ext>
              <a:ext uri="{C183D7F6-B498-43B3-948B-1728B52AA6E4}">
                <adec:decorative xmlns:adec="http://schemas.microsoft.com/office/drawing/2017/decorative" val="1"/>
              </a:ext>
            </a:extLst>
          </p:cNvPr>
          <p:cNvCxnSpPr>
            <a:cxnSpLocks/>
          </p:cNvCxnSpPr>
          <p:nvPr/>
        </p:nvCxnSpPr>
        <p:spPr>
          <a:xfrm>
            <a:off x="-561073" y="5975381"/>
            <a:ext cx="5240583" cy="0"/>
          </a:xfrm>
          <a:prstGeom prst="straightConnector1">
            <a:avLst/>
          </a:prstGeom>
          <a:ln w="317500"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F1A93F37-17EA-6195-842E-B86246CCCC17}"/>
              </a:ext>
              <a:ext uri="{C183D7F6-B498-43B3-948B-1728B52AA6E4}">
                <adec:decorative xmlns:adec="http://schemas.microsoft.com/office/drawing/2017/decorative" val="1"/>
              </a:ext>
            </a:extLst>
          </p:cNvPr>
          <p:cNvGrpSpPr/>
          <p:nvPr/>
        </p:nvGrpSpPr>
        <p:grpSpPr>
          <a:xfrm>
            <a:off x="2778230" y="5524728"/>
            <a:ext cx="904109" cy="904109"/>
            <a:chOff x="9416799" y="4211956"/>
            <a:chExt cx="904109" cy="904109"/>
          </a:xfrm>
        </p:grpSpPr>
        <p:sp>
          <p:nvSpPr>
            <p:cNvPr id="55" name="Oval 54">
              <a:extLst>
                <a:ext uri="{FF2B5EF4-FFF2-40B4-BE49-F238E27FC236}">
                  <a16:creationId xmlns:a16="http://schemas.microsoft.com/office/drawing/2014/main" id="{C2FEA2FC-E136-4B4D-387A-21C35FD75BB1}"/>
                </a:ext>
                <a:ext uri="{C183D7F6-B498-43B3-948B-1728B52AA6E4}">
                  <adec:decorative xmlns:adec="http://schemas.microsoft.com/office/drawing/2017/decorative" val="1"/>
                </a:ext>
              </a:extLst>
            </p:cNvPr>
            <p:cNvSpPr/>
            <p:nvPr/>
          </p:nvSpPr>
          <p:spPr bwMode="auto">
            <a:xfrm>
              <a:off x="9416799" y="4211956"/>
              <a:ext cx="904109" cy="904109"/>
            </a:xfrm>
            <a:prstGeom prst="ellipse">
              <a:avLst/>
            </a:prstGeom>
            <a:solidFill>
              <a:schemeClr val="tx2"/>
            </a:solidFill>
            <a:ln w="698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6" name="location_5">
              <a:extLst>
                <a:ext uri="{FF2B5EF4-FFF2-40B4-BE49-F238E27FC236}">
                  <a16:creationId xmlns:a16="http://schemas.microsoft.com/office/drawing/2014/main" id="{F2546480-452F-F897-B06B-21DC6664DC95}"/>
                </a:ext>
              </a:extLst>
            </p:cNvPr>
            <p:cNvSpPr>
              <a:spLocks noChangeAspect="1" noEditPoints="1"/>
            </p:cNvSpPr>
            <p:nvPr/>
          </p:nvSpPr>
          <p:spPr bwMode="auto">
            <a:xfrm>
              <a:off x="9805107" y="4484725"/>
              <a:ext cx="127492" cy="358570"/>
            </a:xfrm>
            <a:custGeom>
              <a:avLst/>
              <a:gdLst>
                <a:gd name="T0" fmla="*/ 0 w 116"/>
                <a:gd name="T1" fmla="*/ 58 h 330"/>
                <a:gd name="T2" fmla="*/ 58 w 116"/>
                <a:gd name="T3" fmla="*/ 0 h 330"/>
                <a:gd name="T4" fmla="*/ 116 w 116"/>
                <a:gd name="T5" fmla="*/ 58 h 330"/>
                <a:gd name="T6" fmla="*/ 58 w 116"/>
                <a:gd name="T7" fmla="*/ 116 h 330"/>
                <a:gd name="T8" fmla="*/ 0 w 116"/>
                <a:gd name="T9" fmla="*/ 58 h 330"/>
                <a:gd name="T10" fmla="*/ 58 w 116"/>
                <a:gd name="T11" fmla="*/ 116 h 330"/>
                <a:gd name="T12" fmla="*/ 58 w 116"/>
                <a:gd name="T13" fmla="*/ 330 h 330"/>
              </a:gdLst>
              <a:ahLst/>
              <a:cxnLst>
                <a:cxn ang="0">
                  <a:pos x="T0" y="T1"/>
                </a:cxn>
                <a:cxn ang="0">
                  <a:pos x="T2" y="T3"/>
                </a:cxn>
                <a:cxn ang="0">
                  <a:pos x="T4" y="T5"/>
                </a:cxn>
                <a:cxn ang="0">
                  <a:pos x="T6" y="T7"/>
                </a:cxn>
                <a:cxn ang="0">
                  <a:pos x="T8" y="T9"/>
                </a:cxn>
                <a:cxn ang="0">
                  <a:pos x="T10" y="T11"/>
                </a:cxn>
                <a:cxn ang="0">
                  <a:pos x="T12" y="T13"/>
                </a:cxn>
              </a:cxnLst>
              <a:rect l="0" t="0" r="r" b="b"/>
              <a:pathLst>
                <a:path w="116" h="330">
                  <a:moveTo>
                    <a:pt x="0" y="58"/>
                  </a:moveTo>
                  <a:cubicBezTo>
                    <a:pt x="0" y="26"/>
                    <a:pt x="26" y="0"/>
                    <a:pt x="58" y="0"/>
                  </a:cubicBezTo>
                  <a:cubicBezTo>
                    <a:pt x="90" y="0"/>
                    <a:pt x="116" y="26"/>
                    <a:pt x="116" y="58"/>
                  </a:cubicBezTo>
                  <a:cubicBezTo>
                    <a:pt x="116" y="90"/>
                    <a:pt x="90" y="116"/>
                    <a:pt x="58" y="116"/>
                  </a:cubicBezTo>
                  <a:cubicBezTo>
                    <a:pt x="26" y="116"/>
                    <a:pt x="0" y="90"/>
                    <a:pt x="0" y="58"/>
                  </a:cubicBezTo>
                  <a:close/>
                  <a:moveTo>
                    <a:pt x="58" y="116"/>
                  </a:moveTo>
                  <a:cubicBezTo>
                    <a:pt x="58" y="330"/>
                    <a:pt x="58" y="330"/>
                    <a:pt x="58" y="330"/>
                  </a:cubicBezTo>
                </a:path>
              </a:pathLst>
            </a:custGeom>
            <a:noFill/>
            <a:ln w="15875" cap="sq">
              <a:solidFill>
                <a:schemeClr val="bg1">
                  <a:lumMod val="9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57" name="TextBox 56">
            <a:extLst>
              <a:ext uri="{FF2B5EF4-FFF2-40B4-BE49-F238E27FC236}">
                <a16:creationId xmlns:a16="http://schemas.microsoft.com/office/drawing/2014/main" id="{9B0124C9-A9B0-0A63-C927-6DC65EAF3D46}"/>
              </a:ext>
            </a:extLst>
          </p:cNvPr>
          <p:cNvSpPr txBox="1"/>
          <p:nvPr/>
        </p:nvSpPr>
        <p:spPr>
          <a:xfrm>
            <a:off x="1981147" y="6353347"/>
            <a:ext cx="237078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gradFill>
                  <a:gsLst>
                    <a:gs pos="78000">
                      <a:srgbClr val="243A5E"/>
                    </a:gs>
                    <a:gs pos="38000">
                      <a:srgbClr val="243A5E"/>
                    </a:gs>
                  </a:gsLst>
                  <a:lin ang="5400000" scaled="1"/>
                </a:gradFill>
                <a:effectLst/>
                <a:uLnTx/>
                <a:uFillTx/>
                <a:latin typeface="Segoe UI"/>
                <a:ea typeface="+mn-ea"/>
                <a:cs typeface="Arial"/>
              </a:rPr>
              <a:t>End of life options</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60" name="Group 59">
            <a:extLst>
              <a:ext uri="{FF2B5EF4-FFF2-40B4-BE49-F238E27FC236}">
                <a16:creationId xmlns:a16="http://schemas.microsoft.com/office/drawing/2014/main" id="{6141EF71-227C-60EA-4B87-34412AF68C66}"/>
              </a:ext>
              <a:ext uri="{C183D7F6-B498-43B3-948B-1728B52AA6E4}">
                <adec:decorative xmlns:adec="http://schemas.microsoft.com/office/drawing/2017/decorative" val="1"/>
              </a:ext>
            </a:extLst>
          </p:cNvPr>
          <p:cNvGrpSpPr/>
          <p:nvPr/>
        </p:nvGrpSpPr>
        <p:grpSpPr>
          <a:xfrm>
            <a:off x="4411531" y="5872965"/>
            <a:ext cx="232870" cy="204831"/>
            <a:chOff x="9198739" y="1690998"/>
            <a:chExt cx="212535" cy="186945"/>
          </a:xfrm>
          <a:solidFill>
            <a:schemeClr val="accent1"/>
          </a:solidFill>
        </p:grpSpPr>
        <p:sp>
          <p:nvSpPr>
            <p:cNvPr id="61" name="Graphic 27">
              <a:extLst>
                <a:ext uri="{FF2B5EF4-FFF2-40B4-BE49-F238E27FC236}">
                  <a16:creationId xmlns:a16="http://schemas.microsoft.com/office/drawing/2014/main" id="{66060C8C-8C26-8377-406D-AE4F6A9A7458}"/>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2" name="Graphic 27">
              <a:extLst>
                <a:ext uri="{FF2B5EF4-FFF2-40B4-BE49-F238E27FC236}">
                  <a16:creationId xmlns:a16="http://schemas.microsoft.com/office/drawing/2014/main" id="{10185646-2616-88F6-726A-790D56EF25E2}"/>
                </a:ext>
              </a:extLst>
            </p:cNvPr>
            <p:cNvSpPr/>
            <p:nvPr/>
          </p:nvSpPr>
          <p:spPr>
            <a:xfrm>
              <a:off x="9297831"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51" name="TextBox 50">
            <a:extLst>
              <a:ext uri="{FF2B5EF4-FFF2-40B4-BE49-F238E27FC236}">
                <a16:creationId xmlns:a16="http://schemas.microsoft.com/office/drawing/2014/main" id="{47EECE90-95E4-69AB-EDD2-9EE3EC9F1F5A}"/>
              </a:ext>
            </a:extLst>
          </p:cNvPr>
          <p:cNvSpPr txBox="1"/>
          <p:nvPr/>
        </p:nvSpPr>
        <p:spPr>
          <a:xfrm>
            <a:off x="4397745" y="5541154"/>
            <a:ext cx="3062839" cy="887681"/>
          </a:xfrm>
          <a:prstGeom prst="roundRect">
            <a:avLst>
              <a:gd name="adj" fmla="val 8815"/>
            </a:avLst>
          </a:prstGeom>
          <a:solidFill>
            <a:srgbClr val="E6E6E6"/>
          </a:solidFill>
        </p:spPr>
        <p:txBody>
          <a:bodyPr wrap="square" lIns="91440" tIns="91440" rIns="91440" bIns="91440" anchor="t">
            <a:noAutofit/>
          </a:bodyPr>
          <a:lstStyle/>
          <a:p>
            <a:pPr marL="228600" marR="0" lvl="0" indent="-228600" algn="l" defTabSz="914400" rtl="0" eaLnBrk="1" fontAlgn="auto" latinLnBrk="0" hangingPunct="1">
              <a:lnSpc>
                <a:spcPct val="107000"/>
              </a:lnSpc>
              <a:spcBef>
                <a:spcPts val="0"/>
              </a:spcBef>
              <a:spcAft>
                <a:spcPts val="200"/>
              </a:spcAft>
              <a:buClrTx/>
              <a:buSzTx/>
              <a:buFontTx/>
              <a:buBlip>
                <a:blip r:embed="rId5"/>
              </a:buBlip>
              <a:tabLst/>
              <a:defRPr/>
            </a:pPr>
            <a:r>
              <a:rPr kumimoji="0" lang="en-US" sz="1400" b="0" i="0" u="none" strike="noStrike" kern="1200" cap="none" spc="0" normalizeH="0" baseline="0" noProof="0">
                <a:ln>
                  <a:noFill/>
                </a:ln>
                <a:gradFill>
                  <a:gsLst>
                    <a:gs pos="83000">
                      <a:srgbClr val="000000"/>
                    </a:gs>
                    <a:gs pos="100000">
                      <a:srgbClr val="000000"/>
                    </a:gs>
                  </a:gsLst>
                  <a:lin ang="5400000" scaled="1"/>
                </a:gradFill>
                <a:effectLst/>
                <a:uLnTx/>
                <a:uFillTx/>
                <a:latin typeface="Segoe UI"/>
                <a:ea typeface="+mn-ea"/>
                <a:cs typeface="Arial"/>
              </a:rPr>
              <a:t>Admin revokes credential</a:t>
            </a:r>
          </a:p>
          <a:p>
            <a:pPr marL="228600" marR="0" lvl="0" indent="-228600" algn="l" defTabSz="914400" rtl="0" eaLnBrk="1" fontAlgn="auto" latinLnBrk="0" hangingPunct="1">
              <a:lnSpc>
                <a:spcPct val="107000"/>
              </a:lnSpc>
              <a:spcBef>
                <a:spcPts val="0"/>
              </a:spcBef>
              <a:spcAft>
                <a:spcPts val="200"/>
              </a:spcAft>
              <a:buClrTx/>
              <a:buSzTx/>
              <a:buFontTx/>
              <a:buBlip>
                <a:blip r:embed="rId5"/>
              </a:buBlip>
              <a:tabLst/>
              <a:defRPr/>
            </a:pPr>
            <a:r>
              <a:rPr kumimoji="0" lang="en-US" sz="1400" b="0" i="0" u="none" strike="noStrike" kern="1200" cap="none" spc="0" normalizeH="0" baseline="0" noProof="0">
                <a:ln>
                  <a:noFill/>
                </a:ln>
                <a:gradFill>
                  <a:gsLst>
                    <a:gs pos="83000">
                      <a:srgbClr val="000000"/>
                    </a:gs>
                    <a:gs pos="100000">
                      <a:srgbClr val="000000"/>
                    </a:gs>
                  </a:gsLst>
                  <a:lin ang="5400000" scaled="1"/>
                </a:gradFill>
                <a:effectLst/>
                <a:uLnTx/>
                <a:uFillTx/>
                <a:latin typeface="Segoe UI"/>
                <a:ea typeface="+mn-ea"/>
                <a:cs typeface="Arial"/>
              </a:rPr>
              <a:t>Credential expiration date passes</a:t>
            </a:r>
          </a:p>
          <a:p>
            <a:pPr marL="228600" marR="0" lvl="0" indent="-228600" algn="l" defTabSz="914400" rtl="0" eaLnBrk="1" fontAlgn="auto" latinLnBrk="0" hangingPunct="1">
              <a:lnSpc>
                <a:spcPct val="107000"/>
              </a:lnSpc>
              <a:spcBef>
                <a:spcPts val="0"/>
              </a:spcBef>
              <a:spcAft>
                <a:spcPts val="200"/>
              </a:spcAft>
              <a:buClrTx/>
              <a:buSzTx/>
              <a:buFontTx/>
              <a:buBlip>
                <a:blip r:embed="rId5"/>
              </a:buBlip>
              <a:tabLst/>
              <a:defRPr/>
            </a:pPr>
            <a:r>
              <a:rPr kumimoji="0" lang="en-US" sz="1400" b="0" i="0" u="none" strike="noStrike" kern="1200" cap="none" spc="0" normalizeH="0" baseline="0" noProof="0">
                <a:ln>
                  <a:noFill/>
                </a:ln>
                <a:gradFill>
                  <a:gsLst>
                    <a:gs pos="83000">
                      <a:srgbClr val="000000"/>
                    </a:gs>
                    <a:gs pos="100000">
                      <a:srgbClr val="000000"/>
                    </a:gs>
                  </a:gsLst>
                  <a:lin ang="5400000" scaled="1"/>
                </a:gradFill>
                <a:effectLst/>
                <a:uLnTx/>
                <a:uFillTx/>
                <a:latin typeface="Segoe UI"/>
                <a:ea typeface="+mn-ea"/>
                <a:cs typeface="Arial"/>
              </a:rPr>
              <a:t>User deletes credential</a:t>
            </a:r>
          </a:p>
        </p:txBody>
      </p:sp>
      <p:grpSp>
        <p:nvGrpSpPr>
          <p:cNvPr id="66" name="Group 65">
            <a:extLst>
              <a:ext uri="{FF2B5EF4-FFF2-40B4-BE49-F238E27FC236}">
                <a16:creationId xmlns:a16="http://schemas.microsoft.com/office/drawing/2014/main" id="{2AA400F2-8D0E-5269-FCF4-A5B604403566}"/>
              </a:ext>
              <a:ext uri="{C183D7F6-B498-43B3-948B-1728B52AA6E4}">
                <adec:decorative xmlns:adec="http://schemas.microsoft.com/office/drawing/2017/decorative" val="1"/>
              </a:ext>
            </a:extLst>
          </p:cNvPr>
          <p:cNvGrpSpPr/>
          <p:nvPr/>
        </p:nvGrpSpPr>
        <p:grpSpPr>
          <a:xfrm>
            <a:off x="9745624" y="1067077"/>
            <a:ext cx="904109" cy="904109"/>
            <a:chOff x="9745624" y="1067077"/>
            <a:chExt cx="904109" cy="904109"/>
          </a:xfrm>
        </p:grpSpPr>
        <p:sp>
          <p:nvSpPr>
            <p:cNvPr id="36" name="Oval 35">
              <a:extLst>
                <a:ext uri="{FF2B5EF4-FFF2-40B4-BE49-F238E27FC236}">
                  <a16:creationId xmlns:a16="http://schemas.microsoft.com/office/drawing/2014/main" id="{DD48932F-A373-F4B7-4B90-AF025C6C022D}"/>
                </a:ext>
                <a:ext uri="{C183D7F6-B498-43B3-948B-1728B52AA6E4}">
                  <adec:decorative xmlns:adec="http://schemas.microsoft.com/office/drawing/2017/decorative" val="1"/>
                </a:ext>
              </a:extLst>
            </p:cNvPr>
            <p:cNvSpPr/>
            <p:nvPr/>
          </p:nvSpPr>
          <p:spPr bwMode="auto">
            <a:xfrm>
              <a:off x="9745624" y="1067077"/>
              <a:ext cx="904109" cy="904109"/>
            </a:xfrm>
            <a:prstGeom prst="ellipse">
              <a:avLst/>
            </a:prstGeom>
            <a:solidFill>
              <a:schemeClr val="tx2"/>
            </a:solidFill>
            <a:ln w="698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 name="people_3" title="Icon of a person surrounded by brackets">
              <a:extLst>
                <a:ext uri="{FF2B5EF4-FFF2-40B4-BE49-F238E27FC236}">
                  <a16:creationId xmlns:a16="http://schemas.microsoft.com/office/drawing/2014/main" id="{79593B8F-248D-1438-5EF2-1369DFF6CFB2}"/>
                </a:ext>
              </a:extLst>
            </p:cNvPr>
            <p:cNvSpPr>
              <a:spLocks noChangeAspect="1" noEditPoints="1"/>
            </p:cNvSpPr>
            <p:nvPr/>
          </p:nvSpPr>
          <p:spPr bwMode="auto">
            <a:xfrm>
              <a:off x="9969009" y="1268991"/>
              <a:ext cx="460486" cy="464168"/>
            </a:xfrm>
            <a:custGeom>
              <a:avLst/>
              <a:gdLst>
                <a:gd name="T0" fmla="*/ 346 w 346"/>
                <a:gd name="T1" fmla="*/ 265 h 348"/>
                <a:gd name="T2" fmla="*/ 346 w 346"/>
                <a:gd name="T3" fmla="*/ 348 h 348"/>
                <a:gd name="T4" fmla="*/ 263 w 346"/>
                <a:gd name="T5" fmla="*/ 348 h 348"/>
                <a:gd name="T6" fmla="*/ 346 w 346"/>
                <a:gd name="T7" fmla="*/ 83 h 348"/>
                <a:gd name="T8" fmla="*/ 346 w 346"/>
                <a:gd name="T9" fmla="*/ 0 h 348"/>
                <a:gd name="T10" fmla="*/ 263 w 346"/>
                <a:gd name="T11" fmla="*/ 0 h 348"/>
                <a:gd name="T12" fmla="*/ 83 w 346"/>
                <a:gd name="T13" fmla="*/ 0 h 348"/>
                <a:gd name="T14" fmla="*/ 0 w 346"/>
                <a:gd name="T15" fmla="*/ 0 h 348"/>
                <a:gd name="T16" fmla="*/ 0 w 346"/>
                <a:gd name="T17" fmla="*/ 83 h 348"/>
                <a:gd name="T18" fmla="*/ 0 w 346"/>
                <a:gd name="T19" fmla="*/ 265 h 348"/>
                <a:gd name="T20" fmla="*/ 0 w 346"/>
                <a:gd name="T21" fmla="*/ 348 h 348"/>
                <a:gd name="T22" fmla="*/ 83 w 346"/>
                <a:gd name="T23" fmla="*/ 348 h 348"/>
                <a:gd name="T24" fmla="*/ 173 w 346"/>
                <a:gd name="T25" fmla="*/ 184 h 348"/>
                <a:gd name="T26" fmla="*/ 229 w 346"/>
                <a:gd name="T27" fmla="*/ 129 h 348"/>
                <a:gd name="T28" fmla="*/ 173 w 346"/>
                <a:gd name="T29" fmla="*/ 73 h 348"/>
                <a:gd name="T30" fmla="*/ 117 w 346"/>
                <a:gd name="T31" fmla="*/ 129 h 348"/>
                <a:gd name="T32" fmla="*/ 173 w 346"/>
                <a:gd name="T33" fmla="*/ 184 h 348"/>
                <a:gd name="T34" fmla="*/ 262 w 346"/>
                <a:gd name="T35" fmla="*/ 275 h 348"/>
                <a:gd name="T36" fmla="*/ 172 w 346"/>
                <a:gd name="T37" fmla="*/ 184 h 348"/>
                <a:gd name="T38" fmla="*/ 82 w 346"/>
                <a:gd name="T39" fmla="*/ 275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6" h="348">
                  <a:moveTo>
                    <a:pt x="346" y="265"/>
                  </a:moveTo>
                  <a:cubicBezTo>
                    <a:pt x="346" y="348"/>
                    <a:pt x="346" y="348"/>
                    <a:pt x="346" y="348"/>
                  </a:cubicBezTo>
                  <a:cubicBezTo>
                    <a:pt x="263" y="348"/>
                    <a:pt x="263" y="348"/>
                    <a:pt x="263" y="348"/>
                  </a:cubicBezTo>
                  <a:moveTo>
                    <a:pt x="346" y="83"/>
                  </a:moveTo>
                  <a:cubicBezTo>
                    <a:pt x="346" y="0"/>
                    <a:pt x="346" y="0"/>
                    <a:pt x="346" y="0"/>
                  </a:cubicBezTo>
                  <a:cubicBezTo>
                    <a:pt x="263" y="0"/>
                    <a:pt x="263" y="0"/>
                    <a:pt x="263" y="0"/>
                  </a:cubicBezTo>
                  <a:moveTo>
                    <a:pt x="83" y="0"/>
                  </a:moveTo>
                  <a:cubicBezTo>
                    <a:pt x="0" y="0"/>
                    <a:pt x="0" y="0"/>
                    <a:pt x="0" y="0"/>
                  </a:cubicBezTo>
                  <a:cubicBezTo>
                    <a:pt x="0" y="83"/>
                    <a:pt x="0" y="83"/>
                    <a:pt x="0" y="83"/>
                  </a:cubicBezTo>
                  <a:moveTo>
                    <a:pt x="0" y="265"/>
                  </a:moveTo>
                  <a:cubicBezTo>
                    <a:pt x="0" y="348"/>
                    <a:pt x="0" y="348"/>
                    <a:pt x="0" y="348"/>
                  </a:cubicBezTo>
                  <a:cubicBezTo>
                    <a:pt x="83" y="348"/>
                    <a:pt x="83" y="348"/>
                    <a:pt x="83" y="348"/>
                  </a:cubicBezTo>
                  <a:moveTo>
                    <a:pt x="173" y="184"/>
                  </a:moveTo>
                  <a:cubicBezTo>
                    <a:pt x="204" y="184"/>
                    <a:pt x="229" y="159"/>
                    <a:pt x="229" y="129"/>
                  </a:cubicBezTo>
                  <a:cubicBezTo>
                    <a:pt x="229" y="98"/>
                    <a:pt x="204" y="73"/>
                    <a:pt x="173" y="73"/>
                  </a:cubicBezTo>
                  <a:cubicBezTo>
                    <a:pt x="142" y="73"/>
                    <a:pt x="117" y="98"/>
                    <a:pt x="117" y="129"/>
                  </a:cubicBezTo>
                  <a:cubicBezTo>
                    <a:pt x="117" y="159"/>
                    <a:pt x="142" y="184"/>
                    <a:pt x="173" y="184"/>
                  </a:cubicBezTo>
                  <a:close/>
                  <a:moveTo>
                    <a:pt x="262" y="275"/>
                  </a:moveTo>
                  <a:cubicBezTo>
                    <a:pt x="262" y="225"/>
                    <a:pt x="222" y="184"/>
                    <a:pt x="172" y="184"/>
                  </a:cubicBezTo>
                  <a:cubicBezTo>
                    <a:pt x="122" y="184"/>
                    <a:pt x="82" y="225"/>
                    <a:pt x="82" y="275"/>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
        <p:nvSpPr>
          <p:cNvPr id="67" name="Archive_F03F">
            <a:extLst>
              <a:ext uri="{FF2B5EF4-FFF2-40B4-BE49-F238E27FC236}">
                <a16:creationId xmlns:a16="http://schemas.microsoft.com/office/drawing/2014/main" id="{69BF1231-4A00-B08A-7DB2-53054EDA6A3E}"/>
              </a:ext>
              <a:ext uri="{C183D7F6-B498-43B3-948B-1728B52AA6E4}">
                <adec:decorative xmlns:adec="http://schemas.microsoft.com/office/drawing/2017/decorative" val="1"/>
              </a:ext>
            </a:extLst>
          </p:cNvPr>
          <p:cNvSpPr>
            <a:spLocks noChangeAspect="1" noEditPoints="1"/>
          </p:cNvSpPr>
          <p:nvPr/>
        </p:nvSpPr>
        <p:spPr bwMode="auto">
          <a:xfrm>
            <a:off x="6165479" y="1276839"/>
            <a:ext cx="488981" cy="424038"/>
          </a:xfrm>
          <a:custGeom>
            <a:avLst/>
            <a:gdLst>
              <a:gd name="T0" fmla="*/ 4721 w 4721"/>
              <a:gd name="T1" fmla="*/ 1260 h 4094"/>
              <a:gd name="T2" fmla="*/ 0 w 4721"/>
              <a:gd name="T3" fmla="*/ 1260 h 4094"/>
              <a:gd name="T4" fmla="*/ 0 w 4721"/>
              <a:gd name="T5" fmla="*/ 0 h 4094"/>
              <a:gd name="T6" fmla="*/ 4721 w 4721"/>
              <a:gd name="T7" fmla="*/ 0 h 4094"/>
              <a:gd name="T8" fmla="*/ 4721 w 4721"/>
              <a:gd name="T9" fmla="*/ 1260 h 4094"/>
              <a:gd name="T10" fmla="*/ 315 w 4721"/>
              <a:gd name="T11" fmla="*/ 1260 h 4094"/>
              <a:gd name="T12" fmla="*/ 315 w 4721"/>
              <a:gd name="T13" fmla="*/ 4094 h 4094"/>
              <a:gd name="T14" fmla="*/ 4407 w 4721"/>
              <a:gd name="T15" fmla="*/ 4094 h 4094"/>
              <a:gd name="T16" fmla="*/ 4407 w 4721"/>
              <a:gd name="T17" fmla="*/ 1260 h 4094"/>
              <a:gd name="T18" fmla="*/ 1417 w 4721"/>
              <a:gd name="T19" fmla="*/ 2205 h 4094"/>
              <a:gd name="T20" fmla="*/ 3305 w 4721"/>
              <a:gd name="T21" fmla="*/ 2205 h 4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1" h="4094">
                <a:moveTo>
                  <a:pt x="4721" y="1260"/>
                </a:moveTo>
                <a:lnTo>
                  <a:pt x="0" y="1260"/>
                </a:lnTo>
                <a:lnTo>
                  <a:pt x="0" y="0"/>
                </a:lnTo>
                <a:lnTo>
                  <a:pt x="4721" y="0"/>
                </a:lnTo>
                <a:lnTo>
                  <a:pt x="4721" y="1260"/>
                </a:lnTo>
                <a:moveTo>
                  <a:pt x="315" y="1260"/>
                </a:moveTo>
                <a:lnTo>
                  <a:pt x="315" y="4094"/>
                </a:lnTo>
                <a:lnTo>
                  <a:pt x="4407" y="4094"/>
                </a:lnTo>
                <a:lnTo>
                  <a:pt x="4407" y="1260"/>
                </a:lnTo>
                <a:moveTo>
                  <a:pt x="1417" y="2205"/>
                </a:moveTo>
                <a:lnTo>
                  <a:pt x="3305" y="2205"/>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pic>
        <p:nvPicPr>
          <p:cNvPr id="6" name="Picture 5">
            <a:extLst>
              <a:ext uri="{FF2B5EF4-FFF2-40B4-BE49-F238E27FC236}">
                <a16:creationId xmlns:a16="http://schemas.microsoft.com/office/drawing/2014/main" id="{32B5B28D-67FF-2A27-0002-F5D17B402719}"/>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542826" y="2313720"/>
            <a:ext cx="1505182" cy="3084147"/>
          </a:xfrm>
          <a:prstGeom prst="rect">
            <a:avLst/>
          </a:prstGeom>
        </p:spPr>
      </p:pic>
      <p:pic>
        <p:nvPicPr>
          <p:cNvPr id="11" name="Picture 10">
            <a:extLst>
              <a:ext uri="{FF2B5EF4-FFF2-40B4-BE49-F238E27FC236}">
                <a16:creationId xmlns:a16="http://schemas.microsoft.com/office/drawing/2014/main" id="{96335558-3DF2-95E6-454A-25553E3F1E7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840875" y="2313720"/>
            <a:ext cx="1508760" cy="3095976"/>
          </a:xfrm>
          <a:prstGeom prst="rect">
            <a:avLst/>
          </a:prstGeom>
        </p:spPr>
      </p:pic>
      <p:pic>
        <p:nvPicPr>
          <p:cNvPr id="12" name="Picture 11">
            <a:extLst>
              <a:ext uri="{FF2B5EF4-FFF2-40B4-BE49-F238E27FC236}">
                <a16:creationId xmlns:a16="http://schemas.microsoft.com/office/drawing/2014/main" id="{C5E06E1C-6762-4888-19DE-C8445A7BE03D}"/>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383001" y="2313720"/>
            <a:ext cx="1508760" cy="3095976"/>
          </a:xfrm>
          <a:prstGeom prst="rect">
            <a:avLst/>
          </a:prstGeom>
        </p:spPr>
      </p:pic>
    </p:spTree>
    <p:extLst>
      <p:ext uri="{BB962C8B-B14F-4D97-AF65-F5344CB8AC3E}">
        <p14:creationId xmlns:p14="http://schemas.microsoft.com/office/powerpoint/2010/main" val="310991043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C13D26D3-37A2-8CBE-215E-A5C1C781E852}"/>
              </a:ext>
              <a:ext uri="{C183D7F6-B498-43B3-948B-1728B52AA6E4}">
                <adec:decorative xmlns:adec="http://schemas.microsoft.com/office/drawing/2017/decorative" val="1"/>
              </a:ext>
            </a:extLst>
          </p:cNvPr>
          <p:cNvSpPr/>
          <p:nvPr/>
        </p:nvSpPr>
        <p:spPr bwMode="auto">
          <a:xfrm>
            <a:off x="588263" y="1296793"/>
            <a:ext cx="6766560" cy="2194560"/>
          </a:xfrm>
          <a:prstGeom prst="roundRect">
            <a:avLst>
              <a:gd name="adj" fmla="val 6964"/>
            </a:avLst>
          </a:prstGeom>
          <a:solidFill>
            <a:schemeClr val="bg1"/>
          </a:solidFill>
          <a:ln w="1270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6" name="Rectangle: Rounded Corners 45">
            <a:extLst>
              <a:ext uri="{FF2B5EF4-FFF2-40B4-BE49-F238E27FC236}">
                <a16:creationId xmlns:a16="http://schemas.microsoft.com/office/drawing/2014/main" id="{3A0D1467-1816-5FD8-13E4-CDB52FEFA4EA}"/>
              </a:ext>
              <a:ext uri="{C183D7F6-B498-43B3-948B-1728B52AA6E4}">
                <adec:decorative xmlns:adec="http://schemas.microsoft.com/office/drawing/2017/decorative" val="1"/>
              </a:ext>
            </a:extLst>
          </p:cNvPr>
          <p:cNvSpPr/>
          <p:nvPr/>
        </p:nvSpPr>
        <p:spPr bwMode="auto">
          <a:xfrm>
            <a:off x="588263" y="3972845"/>
            <a:ext cx="6766560" cy="2377440"/>
          </a:xfrm>
          <a:prstGeom prst="roundRect">
            <a:avLst>
              <a:gd name="adj" fmla="val 8764"/>
            </a:avLst>
          </a:prstGeom>
          <a:solidFill>
            <a:schemeClr val="bg1"/>
          </a:solidFill>
          <a:ln w="1270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Single Corner Rounded 3">
            <a:extLst>
              <a:ext uri="{FF2B5EF4-FFF2-40B4-BE49-F238E27FC236}">
                <a16:creationId xmlns:a16="http://schemas.microsoft.com/office/drawing/2014/main" id="{BAE175E6-60D1-AAE3-6DE3-768CE2BA871B}"/>
              </a:ext>
              <a:ext uri="{C183D7F6-B498-43B3-948B-1728B52AA6E4}">
                <adec:decorative xmlns:adec="http://schemas.microsoft.com/office/drawing/2017/decorative" val="1"/>
              </a:ext>
            </a:extLst>
          </p:cNvPr>
          <p:cNvSpPr/>
          <p:nvPr/>
        </p:nvSpPr>
        <p:spPr bwMode="auto">
          <a:xfrm flipH="1">
            <a:off x="7830517" y="0"/>
            <a:ext cx="4361483" cy="6858000"/>
          </a:xfrm>
          <a:prstGeom prst="round1Rect">
            <a:avLst/>
          </a:prstGeom>
          <a:solidFill>
            <a:srgbClr val="0078D4"/>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338B1DD6-9018-4C4A-A311-6206FF70E8E9}"/>
              </a:ext>
            </a:extLst>
          </p:cNvPr>
          <p:cNvSpPr>
            <a:spLocks noGrp="1"/>
          </p:cNvSpPr>
          <p:nvPr>
            <p:ph type="title"/>
          </p:nvPr>
        </p:nvSpPr>
        <p:spPr>
          <a:xfrm>
            <a:off x="588263" y="457200"/>
            <a:ext cx="11018520" cy="492443"/>
          </a:xfrm>
        </p:spPr>
        <p:txBody>
          <a:bodyPr/>
          <a:lstStyle/>
          <a:p>
            <a:r>
              <a:rPr lang="en-US" sz="3200">
                <a:solidFill>
                  <a:schemeClr val="tx1"/>
                </a:solidFill>
              </a:rPr>
              <a:t>Jumpstart with partners</a:t>
            </a:r>
          </a:p>
        </p:txBody>
      </p:sp>
      <p:sp>
        <p:nvSpPr>
          <p:cNvPr id="6" name="Text Placeholder 22">
            <a:extLst>
              <a:ext uri="{FF2B5EF4-FFF2-40B4-BE49-F238E27FC236}">
                <a16:creationId xmlns:a16="http://schemas.microsoft.com/office/drawing/2014/main" id="{1075BA0A-4702-C549-B10A-8E86E9FE8865}"/>
              </a:ext>
            </a:extLst>
          </p:cNvPr>
          <p:cNvSpPr txBox="1">
            <a:spLocks/>
          </p:cNvSpPr>
          <p:nvPr/>
        </p:nvSpPr>
        <p:spPr>
          <a:xfrm>
            <a:off x="872470" y="1506860"/>
            <a:ext cx="4895324" cy="276999"/>
          </a:xfrm>
          <a:prstGeom prst="rect">
            <a:avLst/>
          </a:prstGeom>
        </p:spPr>
        <p:txBody>
          <a:bodyPr lIns="0" tIns="0" rIns="0" bIns="0" anchor="t"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bg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bg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bg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bg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chemeClr val="bg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243A5E"/>
                </a:solidFill>
                <a:effectLst/>
                <a:uLnTx/>
                <a:uFillTx/>
                <a:latin typeface="Segoe UI Semibold"/>
                <a:ea typeface="+mn-ea"/>
                <a:cs typeface="Segoe UI Semilight" panose="020B0402040204020203" pitchFamily="34" charset="0"/>
              </a:rPr>
              <a:t>Leading identity verification partners</a:t>
            </a:r>
          </a:p>
        </p:txBody>
      </p:sp>
      <p:sp>
        <p:nvSpPr>
          <p:cNvPr id="7" name="Text Placeholder 22">
            <a:extLst>
              <a:ext uri="{FF2B5EF4-FFF2-40B4-BE49-F238E27FC236}">
                <a16:creationId xmlns:a16="http://schemas.microsoft.com/office/drawing/2014/main" id="{5A35250D-0D4B-A14D-AD9A-3353E9672E77}"/>
              </a:ext>
            </a:extLst>
          </p:cNvPr>
          <p:cNvSpPr txBox="1">
            <a:spLocks/>
          </p:cNvSpPr>
          <p:nvPr/>
        </p:nvSpPr>
        <p:spPr>
          <a:xfrm>
            <a:off x="872470" y="4182910"/>
            <a:ext cx="6126480" cy="548640"/>
          </a:xfrm>
          <a:prstGeom prst="rect">
            <a:avLst/>
          </a:prstGeom>
        </p:spPr>
        <p:txBody>
          <a:bodyPr vert="horz" wrap="square" lIns="0" tIns="0" rIns="0" bIns="0" rtlCol="0" anchor="t" anchorCtr="0">
            <a:noAutofit/>
          </a:bodyPr>
          <a:lstStyle>
            <a:lvl1pPr marL="0" marR="0" indent="0" algn="l" defTabSz="932742" rtl="0" eaLnBrk="1" fontAlgn="auto" latinLnBrk="0" hangingPunct="1">
              <a:lnSpc>
                <a:spcPct val="100000"/>
              </a:lnSpc>
              <a:spcBef>
                <a:spcPts val="0"/>
              </a:spcBef>
              <a:spcAft>
                <a:spcPts val="1275"/>
              </a:spcAft>
              <a:buClrTx/>
              <a:buSzPct val="90000"/>
              <a:buFontTx/>
              <a:buNone/>
              <a:tabLst/>
              <a:defRPr sz="1800" b="0" i="0" kern="1200" spc="0" baseline="0">
                <a:solidFill>
                  <a:schemeClr val="bg1"/>
                </a:solidFill>
                <a:latin typeface="+mn-lt"/>
                <a:ea typeface="+mn-ea"/>
                <a:cs typeface="Segoe UI" panose="020B0502040204020203" pitchFamily="34" charset="0"/>
              </a:defRPr>
            </a:lvl1pPr>
            <a:lvl2pPr marL="228600" marR="0" indent="0" algn="l" defTabSz="932742" rtl="0" eaLnBrk="1" fontAlgn="auto" latinLnBrk="0" hangingPunct="1">
              <a:lnSpc>
                <a:spcPct val="90000"/>
              </a:lnSpc>
              <a:spcBef>
                <a:spcPts val="0"/>
              </a:spcBef>
              <a:spcAft>
                <a:spcPts val="1275"/>
              </a:spcAft>
              <a:buClrTx/>
              <a:buSzPct val="100000"/>
              <a:buFont typeface="Arial" panose="020B0604020202020204" pitchFamily="34" charset="0"/>
              <a:buNone/>
              <a:tabLst/>
              <a:defRPr sz="1800" kern="1200" spc="0" baseline="0">
                <a:solidFill>
                  <a:schemeClr val="bg1"/>
                </a:solidFill>
                <a:latin typeface="+mn-lt"/>
                <a:ea typeface="+mn-ea"/>
                <a:cs typeface="+mn-cs"/>
              </a:defRPr>
            </a:lvl2pPr>
            <a:lvl3pPr marL="457200" marR="0" indent="0" algn="l" defTabSz="932742" rtl="0" eaLnBrk="1" fontAlgn="auto" latinLnBrk="0" hangingPunct="1">
              <a:lnSpc>
                <a:spcPct val="90000"/>
              </a:lnSpc>
              <a:spcBef>
                <a:spcPts val="0"/>
              </a:spcBef>
              <a:spcAft>
                <a:spcPts val="1275"/>
              </a:spcAft>
              <a:buClrTx/>
              <a:buSzPct val="100000"/>
              <a:buFont typeface="Arial" panose="020B0604020202020204" pitchFamily="34" charset="0"/>
              <a:buNone/>
              <a:tabLst/>
              <a:defRPr sz="1800" kern="1200" spc="0" baseline="0">
                <a:solidFill>
                  <a:schemeClr val="bg1"/>
                </a:solidFill>
                <a:latin typeface="+mn-lt"/>
                <a:ea typeface="+mn-ea"/>
                <a:cs typeface="+mn-cs"/>
              </a:defRPr>
            </a:lvl3pPr>
            <a:lvl4pPr marL="661988" marR="0" indent="0" algn="l" defTabSz="932742" rtl="0" eaLnBrk="1" fontAlgn="auto" latinLnBrk="0" hangingPunct="1">
              <a:lnSpc>
                <a:spcPct val="90000"/>
              </a:lnSpc>
              <a:spcBef>
                <a:spcPts val="0"/>
              </a:spcBef>
              <a:spcAft>
                <a:spcPts val="1275"/>
              </a:spcAft>
              <a:buClrTx/>
              <a:buSzPct val="100000"/>
              <a:buFont typeface="Arial" panose="020B0604020202020204" pitchFamily="34" charset="0"/>
              <a:buNone/>
              <a:tabLst/>
              <a:defRPr sz="1800" kern="1200" spc="0" baseline="0">
                <a:solidFill>
                  <a:schemeClr val="bg1"/>
                </a:solidFill>
                <a:latin typeface="+mn-lt"/>
                <a:ea typeface="+mn-ea"/>
                <a:cs typeface="+mn-cs"/>
              </a:defRPr>
            </a:lvl4pPr>
            <a:lvl5pPr marL="855663"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800" kern="1200" spc="0" baseline="0">
                <a:solidFill>
                  <a:schemeClr val="bg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275"/>
              </a:spcAft>
              <a:buClrTx/>
              <a:buSzPct val="90000"/>
              <a:buFontTx/>
              <a:buNone/>
              <a:tabLst/>
              <a:defRPr/>
            </a:pPr>
            <a:r>
              <a:rPr kumimoji="0" lang="en-US" sz="1800" b="0" i="0" u="none" strike="noStrike" kern="1200" cap="none" spc="0" normalizeH="0" baseline="0" noProof="0">
                <a:ln>
                  <a:noFill/>
                </a:ln>
                <a:solidFill>
                  <a:srgbClr val="107C10"/>
                </a:solidFill>
                <a:effectLst/>
                <a:uLnTx/>
                <a:uFillTx/>
                <a:latin typeface="Segoe UI Semibold"/>
                <a:ea typeface="+mn-ea"/>
                <a:cs typeface="Segoe UI Semilight" panose="020B0402040204020203" pitchFamily="34" charset="0"/>
              </a:rPr>
              <a:t>Accelerate adoption with a growing ecosystem </a:t>
            </a:r>
            <a:br>
              <a:rPr kumimoji="0" lang="en-US" sz="1800" b="0" i="0" u="none" strike="noStrike" kern="1200" cap="none" spc="0" normalizeH="0" baseline="0" noProof="0">
                <a:ln>
                  <a:noFill/>
                </a:ln>
                <a:solidFill>
                  <a:srgbClr val="107C10"/>
                </a:solidFill>
                <a:effectLst/>
                <a:uLnTx/>
                <a:uFillTx/>
                <a:latin typeface="Segoe UI Semibold"/>
                <a:ea typeface="+mn-ea"/>
                <a:cs typeface="Segoe UI Semilight" panose="020B0402040204020203" pitchFamily="34" charset="0"/>
              </a:rPr>
            </a:br>
            <a:r>
              <a:rPr kumimoji="0" lang="en-US" sz="1800" b="0" i="0" u="none" strike="noStrike" kern="1200" cap="none" spc="0" normalizeH="0" baseline="0" noProof="0">
                <a:ln>
                  <a:noFill/>
                </a:ln>
                <a:solidFill>
                  <a:srgbClr val="107C10"/>
                </a:solidFill>
                <a:effectLst/>
                <a:uLnTx/>
                <a:uFillTx/>
                <a:latin typeface="Segoe UI Semibold"/>
                <a:ea typeface="+mn-ea"/>
                <a:cs typeface="Segoe UI Semilight" panose="020B0402040204020203" pitchFamily="34" charset="0"/>
              </a:rPr>
              <a:t>of partner solutions</a:t>
            </a:r>
          </a:p>
        </p:txBody>
      </p:sp>
      <p:sp>
        <p:nvSpPr>
          <p:cNvPr id="33" name="Text Placeholder 31">
            <a:extLst>
              <a:ext uri="{FF2B5EF4-FFF2-40B4-BE49-F238E27FC236}">
                <a16:creationId xmlns:a16="http://schemas.microsoft.com/office/drawing/2014/main" id="{199A367A-8F74-3146-8FBC-57898F32A109}"/>
              </a:ext>
            </a:extLst>
          </p:cNvPr>
          <p:cNvSpPr txBox="1">
            <a:spLocks/>
          </p:cNvSpPr>
          <p:nvPr/>
        </p:nvSpPr>
        <p:spPr>
          <a:xfrm>
            <a:off x="8305299" y="726294"/>
            <a:ext cx="1883384" cy="647700"/>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3600" kern="1200" spc="0" baseline="0">
                <a:gradFill>
                  <a:gsLst>
                    <a:gs pos="1250">
                      <a:schemeClr val="tx1"/>
                    </a:gs>
                    <a:gs pos="100000">
                      <a:schemeClr val="tx1"/>
                    </a:gs>
                  </a:gsLst>
                  <a:lin ang="5400000" scaled="0"/>
                </a:gradFill>
                <a:latin typeface="+mj-lt"/>
                <a:ea typeface="+mn-ea"/>
                <a:cs typeface="Segoe UI" panose="020B0502040204020203" pitchFamily="34" charset="0"/>
              </a:defRPr>
            </a:lvl1pPr>
            <a:lvl2pPr marL="227013"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2pPr>
            <a:lvl3pPr marL="461963" marR="0" indent="-234950"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3pPr>
            <a:lvl4pPr marL="687388" marR="0" indent="-225425"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4pPr>
            <a:lvl5pPr marL="914400"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90000"/>
              </a:lnSpc>
              <a:spcBef>
                <a:spcPts val="200"/>
              </a:spcBef>
              <a:spcAft>
                <a:spcPts val="0"/>
              </a:spcAft>
              <a:buClrTx/>
              <a:buSzPct val="90000"/>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192 </a:t>
            </a:r>
          </a:p>
        </p:txBody>
      </p:sp>
      <p:sp>
        <p:nvSpPr>
          <p:cNvPr id="35" name="Text Placeholder 35">
            <a:extLst>
              <a:ext uri="{FF2B5EF4-FFF2-40B4-BE49-F238E27FC236}">
                <a16:creationId xmlns:a16="http://schemas.microsoft.com/office/drawing/2014/main" id="{DA6E31A7-8B11-CE4A-93FA-1F3E6CD18C33}"/>
              </a:ext>
            </a:extLst>
          </p:cNvPr>
          <p:cNvSpPr txBox="1">
            <a:spLocks/>
          </p:cNvSpPr>
          <p:nvPr/>
        </p:nvSpPr>
        <p:spPr>
          <a:xfrm>
            <a:off x="10262113" y="794513"/>
            <a:ext cx="1717390" cy="511262"/>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1400" kern="1200" spc="0" baseline="0">
                <a:solidFill>
                  <a:schemeClr val="accent6"/>
                </a:solidFill>
                <a:latin typeface="+mn-lt"/>
                <a:ea typeface="+mn-ea"/>
                <a:cs typeface="Segoe UI" panose="020B0502040204020203" pitchFamily="34" charset="0"/>
              </a:defRPr>
            </a:lvl1pPr>
            <a:lvl2pPr marL="2286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3pPr>
            <a:lvl4pPr marL="661988"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4pPr>
            <a:lvl5pPr marL="855663"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ts val="200"/>
              </a:spcBef>
              <a:spcAft>
                <a:spcPts val="0"/>
              </a:spcAft>
              <a:buClrTx/>
              <a:buSzPct val="90000"/>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Countries</a:t>
            </a:r>
          </a:p>
        </p:txBody>
      </p:sp>
      <p:sp>
        <p:nvSpPr>
          <p:cNvPr id="37" name="Text Placeholder 31">
            <a:extLst>
              <a:ext uri="{FF2B5EF4-FFF2-40B4-BE49-F238E27FC236}">
                <a16:creationId xmlns:a16="http://schemas.microsoft.com/office/drawing/2014/main" id="{B5F2D39C-F710-0F40-A7C9-DFF81D7156E9}"/>
              </a:ext>
            </a:extLst>
          </p:cNvPr>
          <p:cNvSpPr txBox="1">
            <a:spLocks/>
          </p:cNvSpPr>
          <p:nvPr/>
        </p:nvSpPr>
        <p:spPr>
          <a:xfrm>
            <a:off x="8305299" y="1814864"/>
            <a:ext cx="1883384" cy="647700"/>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3600" kern="1200" spc="0" baseline="0">
                <a:gradFill>
                  <a:gsLst>
                    <a:gs pos="1250">
                      <a:schemeClr val="tx1"/>
                    </a:gs>
                    <a:gs pos="100000">
                      <a:schemeClr val="tx1"/>
                    </a:gs>
                  </a:gsLst>
                  <a:lin ang="5400000" scaled="0"/>
                </a:gradFill>
                <a:latin typeface="+mj-lt"/>
                <a:ea typeface="+mn-ea"/>
                <a:cs typeface="Segoe UI" panose="020B0502040204020203" pitchFamily="34" charset="0"/>
              </a:defRPr>
            </a:lvl1pPr>
            <a:lvl2pPr marL="227013"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2pPr>
            <a:lvl3pPr marL="461963" marR="0" indent="-234950"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3pPr>
            <a:lvl4pPr marL="687388" marR="0" indent="-225425"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4pPr>
            <a:lvl5pPr marL="914400"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90000"/>
              </a:lnSpc>
              <a:spcBef>
                <a:spcPts val="200"/>
              </a:spcBef>
              <a:spcAft>
                <a:spcPts val="0"/>
              </a:spcAft>
              <a:buClrTx/>
              <a:buSzPct val="90000"/>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6000 </a:t>
            </a:r>
          </a:p>
        </p:txBody>
      </p:sp>
      <p:sp>
        <p:nvSpPr>
          <p:cNvPr id="39" name="Text Placeholder 35">
            <a:extLst>
              <a:ext uri="{FF2B5EF4-FFF2-40B4-BE49-F238E27FC236}">
                <a16:creationId xmlns:a16="http://schemas.microsoft.com/office/drawing/2014/main" id="{970AAFFB-B6FB-5543-B966-D470E1C97FCD}"/>
              </a:ext>
            </a:extLst>
          </p:cNvPr>
          <p:cNvSpPr txBox="1">
            <a:spLocks/>
          </p:cNvSpPr>
          <p:nvPr/>
        </p:nvSpPr>
        <p:spPr>
          <a:xfrm>
            <a:off x="10262113" y="1883083"/>
            <a:ext cx="1717390" cy="511262"/>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1400" kern="1200" spc="0" baseline="0">
                <a:solidFill>
                  <a:schemeClr val="accent6"/>
                </a:solidFill>
                <a:latin typeface="+mn-lt"/>
                <a:ea typeface="+mn-ea"/>
                <a:cs typeface="Segoe UI" panose="020B0502040204020203" pitchFamily="34" charset="0"/>
              </a:defRPr>
            </a:lvl1pPr>
            <a:lvl2pPr marL="2286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3pPr>
            <a:lvl4pPr marL="661988"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4pPr>
            <a:lvl5pPr marL="855663"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ts val="200"/>
              </a:spcBef>
              <a:spcAft>
                <a:spcPts val="0"/>
              </a:spcAft>
              <a:buClrTx/>
              <a:buSzPct val="90000"/>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Identification documents</a:t>
            </a:r>
          </a:p>
        </p:txBody>
      </p:sp>
      <p:sp>
        <p:nvSpPr>
          <p:cNvPr id="41" name="Text Placeholder 31">
            <a:extLst>
              <a:ext uri="{FF2B5EF4-FFF2-40B4-BE49-F238E27FC236}">
                <a16:creationId xmlns:a16="http://schemas.microsoft.com/office/drawing/2014/main" id="{C5AAAC41-D7E3-3845-A4FA-3FF88E484739}"/>
              </a:ext>
            </a:extLst>
          </p:cNvPr>
          <p:cNvSpPr txBox="1">
            <a:spLocks/>
          </p:cNvSpPr>
          <p:nvPr/>
        </p:nvSpPr>
        <p:spPr>
          <a:xfrm>
            <a:off x="8305298" y="2903434"/>
            <a:ext cx="1883385" cy="647700"/>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3600" kern="1200" spc="0" baseline="0">
                <a:gradFill>
                  <a:gsLst>
                    <a:gs pos="1250">
                      <a:schemeClr val="tx1"/>
                    </a:gs>
                    <a:gs pos="100000">
                      <a:schemeClr val="tx1"/>
                    </a:gs>
                  </a:gsLst>
                  <a:lin ang="5400000" scaled="0"/>
                </a:gradFill>
                <a:latin typeface="+mj-lt"/>
                <a:ea typeface="+mn-ea"/>
                <a:cs typeface="Segoe UI" panose="020B0502040204020203" pitchFamily="34" charset="0"/>
              </a:defRPr>
            </a:lvl1pPr>
            <a:lvl2pPr marL="227013"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2pPr>
            <a:lvl3pPr marL="461963" marR="0" indent="-234950"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3pPr>
            <a:lvl4pPr marL="687388" marR="0" indent="-225425"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4pPr>
            <a:lvl5pPr marL="914400"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90000"/>
              </a:lnSpc>
              <a:spcBef>
                <a:spcPts val="200"/>
              </a:spcBef>
              <a:spcAft>
                <a:spcPts val="0"/>
              </a:spcAft>
              <a:buClrTx/>
              <a:buSzPct val="90000"/>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1000’s</a:t>
            </a:r>
          </a:p>
        </p:txBody>
      </p:sp>
      <p:sp>
        <p:nvSpPr>
          <p:cNvPr id="43" name="Text Placeholder 35">
            <a:extLst>
              <a:ext uri="{FF2B5EF4-FFF2-40B4-BE49-F238E27FC236}">
                <a16:creationId xmlns:a16="http://schemas.microsoft.com/office/drawing/2014/main" id="{4F4AFFBB-8C81-2241-AC1D-FB04CDCAFB59}"/>
              </a:ext>
            </a:extLst>
          </p:cNvPr>
          <p:cNvSpPr txBox="1">
            <a:spLocks/>
          </p:cNvSpPr>
          <p:nvPr/>
        </p:nvSpPr>
        <p:spPr>
          <a:xfrm>
            <a:off x="10262113" y="2971653"/>
            <a:ext cx="1717390" cy="511262"/>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1400" kern="1200" spc="0" baseline="0">
                <a:solidFill>
                  <a:schemeClr val="accent6"/>
                </a:solidFill>
                <a:latin typeface="+mn-lt"/>
                <a:ea typeface="+mn-ea"/>
                <a:cs typeface="Segoe UI" panose="020B0502040204020203" pitchFamily="34" charset="0"/>
              </a:defRPr>
            </a:lvl1pPr>
            <a:lvl2pPr marL="2286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3pPr>
            <a:lvl4pPr marL="661988"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4pPr>
            <a:lvl5pPr marL="855663"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ts val="200"/>
              </a:spcBef>
              <a:spcAft>
                <a:spcPts val="0"/>
              </a:spcAft>
              <a:buClrTx/>
              <a:buSzPct val="90000"/>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Organizational attributes</a:t>
            </a:r>
          </a:p>
        </p:txBody>
      </p:sp>
      <p:sp>
        <p:nvSpPr>
          <p:cNvPr id="45" name="Text Placeholder 31">
            <a:extLst>
              <a:ext uri="{FF2B5EF4-FFF2-40B4-BE49-F238E27FC236}">
                <a16:creationId xmlns:a16="http://schemas.microsoft.com/office/drawing/2014/main" id="{F2FB240D-4263-5C4A-843F-FFDCAD5B599C}"/>
              </a:ext>
            </a:extLst>
          </p:cNvPr>
          <p:cNvSpPr txBox="1">
            <a:spLocks/>
          </p:cNvSpPr>
          <p:nvPr/>
        </p:nvSpPr>
        <p:spPr>
          <a:xfrm>
            <a:off x="8284344" y="3992004"/>
            <a:ext cx="1904339" cy="647700"/>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3600" kern="1200" spc="0" baseline="0">
                <a:gradFill>
                  <a:gsLst>
                    <a:gs pos="1250">
                      <a:schemeClr val="tx1"/>
                    </a:gs>
                    <a:gs pos="100000">
                      <a:schemeClr val="tx1"/>
                    </a:gs>
                  </a:gsLst>
                  <a:lin ang="5400000" scaled="0"/>
                </a:gradFill>
                <a:latin typeface="+mj-lt"/>
                <a:ea typeface="+mn-ea"/>
                <a:cs typeface="Segoe UI" panose="020B0502040204020203" pitchFamily="34" charset="0"/>
              </a:defRPr>
            </a:lvl1pPr>
            <a:lvl2pPr marL="227013"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2pPr>
            <a:lvl3pPr marL="461963" marR="0" indent="-234950"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3pPr>
            <a:lvl4pPr marL="687388" marR="0" indent="-225425"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4pPr>
            <a:lvl5pPr marL="914400"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90000"/>
              </a:lnSpc>
              <a:spcBef>
                <a:spcPts val="200"/>
              </a:spcBef>
              <a:spcAft>
                <a:spcPts val="0"/>
              </a:spcAft>
              <a:buClrTx/>
              <a:buSzPct val="90000"/>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Millions</a:t>
            </a:r>
          </a:p>
        </p:txBody>
      </p:sp>
      <p:sp>
        <p:nvSpPr>
          <p:cNvPr id="47" name="Text Placeholder 35">
            <a:extLst>
              <a:ext uri="{FF2B5EF4-FFF2-40B4-BE49-F238E27FC236}">
                <a16:creationId xmlns:a16="http://schemas.microsoft.com/office/drawing/2014/main" id="{0C2060E6-B811-4D42-9DF4-DCEBE40B1241}"/>
              </a:ext>
            </a:extLst>
          </p:cNvPr>
          <p:cNvSpPr txBox="1">
            <a:spLocks/>
          </p:cNvSpPr>
          <p:nvPr/>
        </p:nvSpPr>
        <p:spPr>
          <a:xfrm>
            <a:off x="10262113" y="4060223"/>
            <a:ext cx="1717390" cy="511262"/>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1400" kern="1200" spc="0" baseline="0">
                <a:solidFill>
                  <a:schemeClr val="accent6"/>
                </a:solidFill>
                <a:latin typeface="+mn-lt"/>
                <a:ea typeface="+mn-ea"/>
                <a:cs typeface="Segoe UI" panose="020B0502040204020203" pitchFamily="34" charset="0"/>
              </a:defRPr>
            </a:lvl1pPr>
            <a:lvl2pPr marL="2286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3pPr>
            <a:lvl4pPr marL="661988"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4pPr>
            <a:lvl5pPr marL="855663"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ts val="200"/>
              </a:spcBef>
              <a:spcAft>
                <a:spcPts val="0"/>
              </a:spcAft>
              <a:buClrTx/>
              <a:buSzPct val="90000"/>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Individual ID attributes</a:t>
            </a:r>
          </a:p>
        </p:txBody>
      </p:sp>
      <p:sp>
        <p:nvSpPr>
          <p:cNvPr id="49" name="Text Placeholder 31">
            <a:extLst>
              <a:ext uri="{FF2B5EF4-FFF2-40B4-BE49-F238E27FC236}">
                <a16:creationId xmlns:a16="http://schemas.microsoft.com/office/drawing/2014/main" id="{FEB48205-07DB-8F4B-8B42-4AE700BD9B92}"/>
              </a:ext>
            </a:extLst>
          </p:cNvPr>
          <p:cNvSpPr txBox="1">
            <a:spLocks/>
          </p:cNvSpPr>
          <p:nvPr/>
        </p:nvSpPr>
        <p:spPr>
          <a:xfrm>
            <a:off x="8107063" y="5521446"/>
            <a:ext cx="2081620" cy="625613"/>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3600" kern="1200" spc="0" baseline="0">
                <a:gradFill>
                  <a:gsLst>
                    <a:gs pos="1250">
                      <a:schemeClr val="tx1"/>
                    </a:gs>
                    <a:gs pos="100000">
                      <a:schemeClr val="tx1"/>
                    </a:gs>
                  </a:gsLst>
                  <a:lin ang="5400000" scaled="0"/>
                </a:gradFill>
                <a:latin typeface="+mj-lt"/>
                <a:ea typeface="+mn-ea"/>
                <a:cs typeface="Segoe UI" panose="020B0502040204020203" pitchFamily="34" charset="0"/>
              </a:defRPr>
            </a:lvl1pPr>
            <a:lvl2pPr marL="227013"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2pPr>
            <a:lvl3pPr marL="461963" marR="0" indent="-234950"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3pPr>
            <a:lvl4pPr marL="687388" marR="0" indent="-225425"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4pPr>
            <a:lvl5pPr marL="914400" marR="0" indent="-227013" algn="l" defTabSz="932742" rtl="0" eaLnBrk="1" fontAlgn="auto" latinLnBrk="0" hangingPunct="1">
              <a:lnSpc>
                <a:spcPct val="90000"/>
              </a:lnSpc>
              <a:spcBef>
                <a:spcPts val="200"/>
              </a:spcBef>
              <a:spcAft>
                <a:spcPts val="0"/>
              </a:spcAft>
              <a:buClrTx/>
              <a:buSzPct val="100000"/>
              <a:buFont typeface="Arial" panose="020B0604020202020204" pitchFamily="34" charset="0"/>
              <a:buChar char="•"/>
              <a:tabLst/>
              <a:defRPr sz="3600" kern="1200" spc="0" baseline="0">
                <a:gradFill>
                  <a:gsLst>
                    <a:gs pos="1250">
                      <a:schemeClr val="tx1"/>
                    </a:gs>
                    <a:gs pos="100000">
                      <a:schemeClr val="tx1"/>
                    </a:gs>
                  </a:gsLst>
                  <a:lin ang="5400000" scaled="0"/>
                </a:gra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90000"/>
              </a:lnSpc>
              <a:spcBef>
                <a:spcPts val="200"/>
              </a:spcBef>
              <a:spcAft>
                <a:spcPts val="0"/>
              </a:spcAft>
              <a:buClrTx/>
              <a:buSzPct val="90000"/>
              <a:buFontTx/>
              <a:buNone/>
              <a:tabLst/>
              <a:defRPr/>
            </a:pPr>
            <a:r>
              <a:rPr kumimoji="0" lang="en-US" sz="3600" b="0" i="0" u="none" strike="noStrike" kern="1200" cap="none" spc="0" normalizeH="0" baseline="0" noProof="0">
                <a:ln>
                  <a:noFill/>
                </a:ln>
                <a:solidFill>
                  <a:srgbClr val="FFFFFF"/>
                </a:solidFill>
                <a:effectLst/>
                <a:uLnTx/>
                <a:uFillTx/>
                <a:latin typeface="Segoe UI Semibold"/>
                <a:ea typeface="+mn-ea"/>
                <a:cs typeface="Segoe UI" panose="020B0502040204020203" pitchFamily="34" charset="0"/>
              </a:rPr>
              <a:t>Decades</a:t>
            </a:r>
          </a:p>
        </p:txBody>
      </p:sp>
      <p:sp>
        <p:nvSpPr>
          <p:cNvPr id="51" name="Text Placeholder 35">
            <a:extLst>
              <a:ext uri="{FF2B5EF4-FFF2-40B4-BE49-F238E27FC236}">
                <a16:creationId xmlns:a16="http://schemas.microsoft.com/office/drawing/2014/main" id="{9217C4C4-0CFB-144E-9A53-75E8EEF17510}"/>
              </a:ext>
            </a:extLst>
          </p:cNvPr>
          <p:cNvSpPr txBox="1">
            <a:spLocks/>
          </p:cNvSpPr>
          <p:nvPr/>
        </p:nvSpPr>
        <p:spPr>
          <a:xfrm>
            <a:off x="10262113" y="5397109"/>
            <a:ext cx="1717390" cy="874287"/>
          </a:xfrm>
          <a:prstGeom prst="rect">
            <a:avLst/>
          </a:prstGeom>
        </p:spPr>
        <p:txBody>
          <a:bodyPr anchor="ctr">
            <a:noAutofit/>
          </a:bodyPr>
          <a:lstStyle>
            <a:lvl1pPr marL="0" marR="0" indent="0" algn="ctr" defTabSz="932742" rtl="0" eaLnBrk="1" fontAlgn="auto" latinLnBrk="0" hangingPunct="1">
              <a:lnSpc>
                <a:spcPct val="90000"/>
              </a:lnSpc>
              <a:spcBef>
                <a:spcPts val="200"/>
              </a:spcBef>
              <a:spcAft>
                <a:spcPts val="0"/>
              </a:spcAft>
              <a:buClrTx/>
              <a:buSzPct val="90000"/>
              <a:buFontTx/>
              <a:buNone/>
              <a:tabLst/>
              <a:defRPr sz="1400" kern="1200" spc="0" baseline="0">
                <a:solidFill>
                  <a:schemeClr val="accent6"/>
                </a:solidFill>
                <a:latin typeface="+mn-lt"/>
                <a:ea typeface="+mn-ea"/>
                <a:cs typeface="Segoe UI" panose="020B0502040204020203" pitchFamily="34" charset="0"/>
              </a:defRPr>
            </a:lvl1pPr>
            <a:lvl2pPr marL="2286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3pPr>
            <a:lvl4pPr marL="661988"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4pPr>
            <a:lvl5pPr marL="855663" marR="0" indent="0" algn="l" defTabSz="932742" rtl="0" eaLnBrk="1" fontAlgn="auto" latinLnBrk="0" hangingPunct="1">
              <a:lnSpc>
                <a:spcPct val="90000"/>
              </a:lnSpc>
              <a:spcBef>
                <a:spcPts val="200"/>
              </a:spcBef>
              <a:spcAft>
                <a:spcPts val="0"/>
              </a:spcAft>
              <a:buClrTx/>
              <a:buSzPct val="100000"/>
              <a:buFont typeface="Arial" panose="020B0604020202020204" pitchFamily="34" charset="0"/>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ts val="200"/>
              </a:spcBef>
              <a:spcAft>
                <a:spcPts val="0"/>
              </a:spcAft>
              <a:buClrTx/>
              <a:buSzPct val="90000"/>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of experience to </a:t>
            </a:r>
            <a:b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go from idea to implementation </a:t>
            </a:r>
            <a:b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br>
            <a:r>
              <a:rPr kumimoji="0" lang="en-US" sz="14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in hours</a:t>
            </a:r>
          </a:p>
        </p:txBody>
      </p:sp>
      <p:cxnSp>
        <p:nvCxnSpPr>
          <p:cNvPr id="40" name="Straight Connector 39">
            <a:extLst>
              <a:ext uri="{FF2B5EF4-FFF2-40B4-BE49-F238E27FC236}">
                <a16:creationId xmlns:a16="http://schemas.microsoft.com/office/drawing/2014/main" id="{DE89C8AA-C134-9541-93D5-CA977BCF5F8A}"/>
              </a:ext>
              <a:ext uri="{C183D7F6-B498-43B3-948B-1728B52AA6E4}">
                <adec:decorative xmlns:adec="http://schemas.microsoft.com/office/drawing/2017/decorative" val="1"/>
              </a:ext>
            </a:extLst>
          </p:cNvPr>
          <p:cNvCxnSpPr>
            <a:cxnSpLocks/>
          </p:cNvCxnSpPr>
          <p:nvPr/>
        </p:nvCxnSpPr>
        <p:spPr>
          <a:xfrm>
            <a:off x="8092967" y="5080574"/>
            <a:ext cx="3824451" cy="0"/>
          </a:xfrm>
          <a:prstGeom prst="line">
            <a:avLst/>
          </a:prstGeom>
          <a:ln w="381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AF69073C-660E-64FC-F05C-AB927375C3D7}"/>
              </a:ext>
              <a:ext uri="{C183D7F6-B498-43B3-948B-1728B52AA6E4}">
                <adec:decorative xmlns:adec="http://schemas.microsoft.com/office/drawing/2017/decorative" val="1"/>
              </a:ext>
            </a:extLst>
          </p:cNvPr>
          <p:cNvGrpSpPr/>
          <p:nvPr/>
        </p:nvGrpSpPr>
        <p:grpSpPr>
          <a:xfrm>
            <a:off x="1092286" y="2004235"/>
            <a:ext cx="5758514" cy="1099848"/>
            <a:chOff x="588263" y="2017918"/>
            <a:chExt cx="5758514" cy="1099848"/>
          </a:xfrm>
        </p:grpSpPr>
        <p:pic>
          <p:nvPicPr>
            <p:cNvPr id="11" name="Picture 10">
              <a:extLst>
                <a:ext uri="{FF2B5EF4-FFF2-40B4-BE49-F238E27FC236}">
                  <a16:creationId xmlns:a16="http://schemas.microsoft.com/office/drawing/2014/main" id="{67933CEF-601C-0E49-905E-553D023C6432}"/>
                </a:ext>
              </a:extLst>
            </p:cNvPr>
            <p:cNvPicPr>
              <a:picLocks noChangeAspect="1"/>
            </p:cNvPicPr>
            <p:nvPr/>
          </p:nvPicPr>
          <p:blipFill>
            <a:blip r:embed="rId3"/>
            <a:srcRect/>
            <a:stretch/>
          </p:blipFill>
          <p:spPr>
            <a:xfrm>
              <a:off x="5775354" y="2045163"/>
              <a:ext cx="457047" cy="457962"/>
            </a:xfrm>
            <a:prstGeom prst="rect">
              <a:avLst/>
            </a:prstGeom>
          </p:spPr>
        </p:pic>
        <p:pic>
          <p:nvPicPr>
            <p:cNvPr id="13" name="Picture 12">
              <a:extLst>
                <a:ext uri="{FF2B5EF4-FFF2-40B4-BE49-F238E27FC236}">
                  <a16:creationId xmlns:a16="http://schemas.microsoft.com/office/drawing/2014/main" id="{3CBDB1B9-0311-8149-9EB2-9DC791A27540}"/>
                </a:ext>
              </a:extLst>
            </p:cNvPr>
            <p:cNvPicPr>
              <a:picLocks noChangeAspect="1"/>
            </p:cNvPicPr>
            <p:nvPr/>
          </p:nvPicPr>
          <p:blipFill>
            <a:blip r:embed="rId4"/>
            <a:srcRect/>
            <a:stretch/>
          </p:blipFill>
          <p:spPr>
            <a:xfrm>
              <a:off x="2559472" y="2647728"/>
              <a:ext cx="457200" cy="457200"/>
            </a:xfrm>
            <a:prstGeom prst="rect">
              <a:avLst/>
            </a:prstGeom>
          </p:spPr>
        </p:pic>
        <p:pic>
          <p:nvPicPr>
            <p:cNvPr id="15" name="Picture 14">
              <a:extLst>
                <a:ext uri="{FF2B5EF4-FFF2-40B4-BE49-F238E27FC236}">
                  <a16:creationId xmlns:a16="http://schemas.microsoft.com/office/drawing/2014/main" id="{43CD1861-FFFA-134E-A536-D59EC62B8EB3}"/>
                </a:ext>
              </a:extLst>
            </p:cNvPr>
            <p:cNvPicPr>
              <a:picLocks noChangeAspect="1"/>
            </p:cNvPicPr>
            <p:nvPr/>
          </p:nvPicPr>
          <p:blipFill>
            <a:blip r:embed="rId5"/>
            <a:srcRect/>
            <a:stretch/>
          </p:blipFill>
          <p:spPr>
            <a:xfrm>
              <a:off x="5660977" y="2696306"/>
              <a:ext cx="685800" cy="360045"/>
            </a:xfrm>
            <a:prstGeom prst="rect">
              <a:avLst/>
            </a:prstGeom>
          </p:spPr>
        </p:pic>
        <p:pic>
          <p:nvPicPr>
            <p:cNvPr id="16" name="Picture 15">
              <a:extLst>
                <a:ext uri="{FF2B5EF4-FFF2-40B4-BE49-F238E27FC236}">
                  <a16:creationId xmlns:a16="http://schemas.microsoft.com/office/drawing/2014/main" id="{C2A44618-EF0C-824A-93D1-9F1563460E77}"/>
                </a:ext>
              </a:extLst>
            </p:cNvPr>
            <p:cNvPicPr>
              <a:picLocks noChangeAspect="1"/>
            </p:cNvPicPr>
            <p:nvPr/>
          </p:nvPicPr>
          <p:blipFill>
            <a:blip r:embed="rId6"/>
            <a:srcRect/>
            <a:stretch/>
          </p:blipFill>
          <p:spPr>
            <a:xfrm>
              <a:off x="4131024" y="2137670"/>
              <a:ext cx="685800" cy="272948"/>
            </a:xfrm>
            <a:prstGeom prst="rect">
              <a:avLst/>
            </a:prstGeom>
          </p:spPr>
        </p:pic>
        <p:pic>
          <p:nvPicPr>
            <p:cNvPr id="31" name="Picture 2">
              <a:extLst>
                <a:ext uri="{FF2B5EF4-FFF2-40B4-BE49-F238E27FC236}">
                  <a16:creationId xmlns:a16="http://schemas.microsoft.com/office/drawing/2014/main" id="{3CF5AFC2-4F50-AF4A-927B-E748AC42AF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7423" y="2096038"/>
              <a:ext cx="1221299" cy="3562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A picture containing text&#10;&#10;Description automatically generated">
              <a:extLst>
                <a:ext uri="{FF2B5EF4-FFF2-40B4-BE49-F238E27FC236}">
                  <a16:creationId xmlns:a16="http://schemas.microsoft.com/office/drawing/2014/main" id="{1BA80182-F3CB-4739-A860-59A33759F424}"/>
                </a:ext>
              </a:extLst>
            </p:cNvPr>
            <p:cNvPicPr>
              <a:picLocks noChangeAspect="1"/>
            </p:cNvPicPr>
            <p:nvPr/>
          </p:nvPicPr>
          <p:blipFill>
            <a:blip r:embed="rId8"/>
            <a:stretch>
              <a:fillRect/>
            </a:stretch>
          </p:blipFill>
          <p:spPr>
            <a:xfrm>
              <a:off x="588263" y="2743697"/>
              <a:ext cx="1027982" cy="265263"/>
            </a:xfrm>
            <a:prstGeom prst="rect">
              <a:avLst/>
            </a:prstGeom>
          </p:spPr>
        </p:pic>
        <p:pic>
          <p:nvPicPr>
            <p:cNvPr id="27" name="Picture 2" descr="See the source image">
              <a:extLst>
                <a:ext uri="{FF2B5EF4-FFF2-40B4-BE49-F238E27FC236}">
                  <a16:creationId xmlns:a16="http://schemas.microsoft.com/office/drawing/2014/main" id="{A43A09A0-CC34-4723-D8C7-F129F8103AE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26494" y="2634891"/>
              <a:ext cx="1294860" cy="4828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Dology Named One of Georgia's Largest FinTech Companies by Atlanta Business Chronicle">
              <a:extLst>
                <a:ext uri="{FF2B5EF4-FFF2-40B4-BE49-F238E27FC236}">
                  <a16:creationId xmlns:a16="http://schemas.microsoft.com/office/drawing/2014/main" id="{EC2AF8C3-D462-C483-628D-994335A0B95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991" y="2017918"/>
              <a:ext cx="978527" cy="51245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a:extLst>
              <a:ext uri="{FF2B5EF4-FFF2-40B4-BE49-F238E27FC236}">
                <a16:creationId xmlns:a16="http://schemas.microsoft.com/office/drawing/2014/main" id="{4C26FBC7-85A2-DDC0-3EC2-B2418D972DD7}"/>
              </a:ext>
              <a:ext uri="{C183D7F6-B498-43B3-948B-1728B52AA6E4}">
                <adec:decorative xmlns:adec="http://schemas.microsoft.com/office/drawing/2017/decorative" val="1"/>
              </a:ext>
            </a:extLst>
          </p:cNvPr>
          <p:cNvGrpSpPr/>
          <p:nvPr/>
        </p:nvGrpSpPr>
        <p:grpSpPr>
          <a:xfrm>
            <a:off x="989717" y="4731396"/>
            <a:ext cx="5963652" cy="1329166"/>
            <a:chOff x="592080" y="4707180"/>
            <a:chExt cx="6819898" cy="1520004"/>
          </a:xfrm>
        </p:grpSpPr>
        <p:pic>
          <p:nvPicPr>
            <p:cNvPr id="10" name="Picture 9">
              <a:extLst>
                <a:ext uri="{FF2B5EF4-FFF2-40B4-BE49-F238E27FC236}">
                  <a16:creationId xmlns:a16="http://schemas.microsoft.com/office/drawing/2014/main" id="{441F03D9-E96B-7947-9E53-1D579E418EED}"/>
                </a:ext>
              </a:extLst>
            </p:cNvPr>
            <p:cNvPicPr>
              <a:picLocks noChangeAspect="1"/>
            </p:cNvPicPr>
            <p:nvPr/>
          </p:nvPicPr>
          <p:blipFill>
            <a:blip r:embed="rId11"/>
            <a:srcRect/>
            <a:stretch/>
          </p:blipFill>
          <p:spPr>
            <a:xfrm>
              <a:off x="3020192" y="4938703"/>
              <a:ext cx="457200" cy="458114"/>
            </a:xfrm>
            <a:prstGeom prst="rect">
              <a:avLst/>
            </a:prstGeom>
          </p:spPr>
        </p:pic>
        <p:pic>
          <p:nvPicPr>
            <p:cNvPr id="9" name="Picture 11" descr="Graphical user interface, application&#10;&#10;Description automatically generated">
              <a:extLst>
                <a:ext uri="{FF2B5EF4-FFF2-40B4-BE49-F238E27FC236}">
                  <a16:creationId xmlns:a16="http://schemas.microsoft.com/office/drawing/2014/main" id="{C3834110-CDDD-4FE3-8A97-7B3CB2CAEA2B}"/>
                </a:ext>
              </a:extLst>
            </p:cNvPr>
            <p:cNvPicPr>
              <a:picLocks noChangeAspect="1"/>
            </p:cNvPicPr>
            <p:nvPr/>
          </p:nvPicPr>
          <p:blipFill>
            <a:blip r:embed="rId12"/>
            <a:stretch>
              <a:fillRect/>
            </a:stretch>
          </p:blipFill>
          <p:spPr>
            <a:xfrm>
              <a:off x="3598130" y="4887420"/>
              <a:ext cx="774701" cy="560680"/>
            </a:xfrm>
            <a:prstGeom prst="rect">
              <a:avLst/>
            </a:prstGeom>
          </p:spPr>
        </p:pic>
        <p:pic>
          <p:nvPicPr>
            <p:cNvPr id="44" name="Picture 43">
              <a:extLst>
                <a:ext uri="{FF2B5EF4-FFF2-40B4-BE49-F238E27FC236}">
                  <a16:creationId xmlns:a16="http://schemas.microsoft.com/office/drawing/2014/main" id="{A5D35130-8126-45E6-AB6E-AAB7EE21404A}"/>
                </a:ext>
              </a:extLst>
            </p:cNvPr>
            <p:cNvPicPr>
              <a:picLocks noChangeAspect="1"/>
            </p:cNvPicPr>
            <p:nvPr/>
          </p:nvPicPr>
          <p:blipFill>
            <a:blip r:embed="rId13"/>
            <a:stretch>
              <a:fillRect/>
            </a:stretch>
          </p:blipFill>
          <p:spPr>
            <a:xfrm>
              <a:off x="4493569" y="4969324"/>
              <a:ext cx="1226644" cy="396873"/>
            </a:xfrm>
            <a:prstGeom prst="rect">
              <a:avLst/>
            </a:prstGeom>
          </p:spPr>
        </p:pic>
        <p:pic>
          <p:nvPicPr>
            <p:cNvPr id="32" name="Picture 31">
              <a:extLst>
                <a:ext uri="{FF2B5EF4-FFF2-40B4-BE49-F238E27FC236}">
                  <a16:creationId xmlns:a16="http://schemas.microsoft.com/office/drawing/2014/main" id="{7512FECC-E3CC-4F28-B192-46E99C088973}"/>
                </a:ext>
              </a:extLst>
            </p:cNvPr>
            <p:cNvPicPr>
              <a:picLocks noChangeAspect="1"/>
            </p:cNvPicPr>
            <p:nvPr/>
          </p:nvPicPr>
          <p:blipFill>
            <a:blip r:embed="rId14"/>
            <a:stretch>
              <a:fillRect/>
            </a:stretch>
          </p:blipFill>
          <p:spPr>
            <a:xfrm>
              <a:off x="5840951" y="5029628"/>
              <a:ext cx="1563185" cy="276264"/>
            </a:xfrm>
            <a:prstGeom prst="rect">
              <a:avLst/>
            </a:prstGeom>
          </p:spPr>
        </p:pic>
        <p:pic>
          <p:nvPicPr>
            <p:cNvPr id="1026" name="Picture 2" descr="See the source image">
              <a:extLst>
                <a:ext uri="{FF2B5EF4-FFF2-40B4-BE49-F238E27FC236}">
                  <a16:creationId xmlns:a16="http://schemas.microsoft.com/office/drawing/2014/main" id="{16121CA6-BBA2-04BC-9AFB-2D55265503E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2080" y="5555527"/>
              <a:ext cx="1317583" cy="67165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EY Logo – Ernst &amp; Young Logo – PNG e Vetor – Download de Logo">
              <a:extLst>
                <a:ext uri="{FF2B5EF4-FFF2-40B4-BE49-F238E27FC236}">
                  <a16:creationId xmlns:a16="http://schemas.microsoft.com/office/drawing/2014/main" id="{23CCDD9E-B4BF-64F6-5C26-BDFF23FB56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78293" y="4707180"/>
              <a:ext cx="921161" cy="92116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Screenshot of SoftwareOne logo.">
              <a:extLst>
                <a:ext uri="{FF2B5EF4-FFF2-40B4-BE49-F238E27FC236}">
                  <a16:creationId xmlns:a16="http://schemas.microsoft.com/office/drawing/2014/main" id="{A3AF2206-E9BD-F945-9CE4-683FEAD6E557}"/>
                </a:ext>
              </a:extLst>
            </p:cNvPr>
            <p:cNvPicPr>
              <a:picLocks noChangeAspect="1"/>
            </p:cNvPicPr>
            <p:nvPr/>
          </p:nvPicPr>
          <p:blipFill>
            <a:blip r:embed="rId17"/>
            <a:stretch>
              <a:fillRect/>
            </a:stretch>
          </p:blipFill>
          <p:spPr>
            <a:xfrm>
              <a:off x="5212347" y="5726502"/>
              <a:ext cx="783691" cy="329708"/>
            </a:xfrm>
            <a:prstGeom prst="rect">
              <a:avLst/>
            </a:prstGeom>
          </p:spPr>
        </p:pic>
        <p:pic>
          <p:nvPicPr>
            <p:cNvPr id="28" name="Picture 27" descr="Screenshot of VO logo.">
              <a:extLst>
                <a:ext uri="{FF2B5EF4-FFF2-40B4-BE49-F238E27FC236}">
                  <a16:creationId xmlns:a16="http://schemas.microsoft.com/office/drawing/2014/main" id="{9EA882CD-58D1-6621-0A09-50B3F112213B}"/>
                </a:ext>
              </a:extLst>
            </p:cNvPr>
            <p:cNvPicPr>
              <a:picLocks noChangeAspect="1"/>
            </p:cNvPicPr>
            <p:nvPr/>
          </p:nvPicPr>
          <p:blipFill>
            <a:blip r:embed="rId18"/>
            <a:stretch>
              <a:fillRect/>
            </a:stretch>
          </p:blipFill>
          <p:spPr>
            <a:xfrm>
              <a:off x="2188890" y="5616208"/>
              <a:ext cx="1328289" cy="550294"/>
            </a:xfrm>
            <a:prstGeom prst="rect">
              <a:avLst/>
            </a:prstGeom>
          </p:spPr>
        </p:pic>
        <p:pic>
          <p:nvPicPr>
            <p:cNvPr id="36" name="Picture 35" descr="Screenshot of Affinitiquest logo.">
              <a:extLst>
                <a:ext uri="{FF2B5EF4-FFF2-40B4-BE49-F238E27FC236}">
                  <a16:creationId xmlns:a16="http://schemas.microsoft.com/office/drawing/2014/main" id="{E16091A8-2698-A066-D5A0-54986F2D554E}"/>
                </a:ext>
              </a:extLst>
            </p:cNvPr>
            <p:cNvPicPr>
              <a:picLocks noChangeAspect="1"/>
            </p:cNvPicPr>
            <p:nvPr/>
          </p:nvPicPr>
          <p:blipFill>
            <a:blip r:embed="rId19"/>
            <a:stretch>
              <a:fillRect/>
            </a:stretch>
          </p:blipFill>
          <p:spPr>
            <a:xfrm>
              <a:off x="773502" y="4923794"/>
              <a:ext cx="1084053" cy="487932"/>
            </a:xfrm>
            <a:prstGeom prst="rect">
              <a:avLst/>
            </a:prstGeom>
          </p:spPr>
        </p:pic>
        <p:pic>
          <p:nvPicPr>
            <p:cNvPr id="38" name="Picture 37" descr="Screenshot of IdRamp logo.">
              <a:extLst>
                <a:ext uri="{FF2B5EF4-FFF2-40B4-BE49-F238E27FC236}">
                  <a16:creationId xmlns:a16="http://schemas.microsoft.com/office/drawing/2014/main" id="{6FB5E822-A127-5EC0-1E55-29CEB3A6E9F8}"/>
                </a:ext>
              </a:extLst>
            </p:cNvPr>
            <p:cNvPicPr>
              <a:picLocks noChangeAspect="1"/>
            </p:cNvPicPr>
            <p:nvPr/>
          </p:nvPicPr>
          <p:blipFill>
            <a:blip r:embed="rId20"/>
            <a:stretch>
              <a:fillRect/>
            </a:stretch>
          </p:blipFill>
          <p:spPr>
            <a:xfrm>
              <a:off x="3796407" y="5659430"/>
              <a:ext cx="1136713" cy="463852"/>
            </a:xfrm>
            <a:prstGeom prst="rect">
              <a:avLst/>
            </a:prstGeom>
          </p:spPr>
        </p:pic>
        <p:pic>
          <p:nvPicPr>
            <p:cNvPr id="42" name="Picture 41" descr="Screenshot of Kocho logo.">
              <a:extLst>
                <a:ext uri="{FF2B5EF4-FFF2-40B4-BE49-F238E27FC236}">
                  <a16:creationId xmlns:a16="http://schemas.microsoft.com/office/drawing/2014/main" id="{6EFD5E44-4F69-4BCC-DC6C-7FE0143C1911}"/>
                </a:ext>
              </a:extLst>
            </p:cNvPr>
            <p:cNvPicPr>
              <a:picLocks noChangeAspect="1"/>
            </p:cNvPicPr>
            <p:nvPr/>
          </p:nvPicPr>
          <p:blipFill>
            <a:blip r:embed="rId21"/>
            <a:stretch>
              <a:fillRect/>
            </a:stretch>
          </p:blipFill>
          <p:spPr>
            <a:xfrm>
              <a:off x="6275267" y="5652152"/>
              <a:ext cx="1136711" cy="478408"/>
            </a:xfrm>
            <a:prstGeom prst="rect">
              <a:avLst/>
            </a:prstGeom>
          </p:spPr>
        </p:pic>
      </p:grpSp>
      <p:sp>
        <p:nvSpPr>
          <p:cNvPr id="48" name="TextBox 47">
            <a:extLst>
              <a:ext uri="{FF2B5EF4-FFF2-40B4-BE49-F238E27FC236}">
                <a16:creationId xmlns:a16="http://schemas.microsoft.com/office/drawing/2014/main" id="{123D1EF8-82A4-60D9-7630-9F2058C85EFB}"/>
              </a:ext>
              <a:ext uri="{C183D7F6-B498-43B3-948B-1728B52AA6E4}">
                <adec:decorative xmlns:adec="http://schemas.microsoft.com/office/drawing/2017/decorative" val="1"/>
              </a:ext>
            </a:extLst>
          </p:cNvPr>
          <p:cNvSpPr txBox="1"/>
          <p:nvPr/>
        </p:nvSpPr>
        <p:spPr>
          <a:xfrm>
            <a:off x="5724851" y="3266379"/>
            <a:ext cx="1463040" cy="457200"/>
          </a:xfrm>
          <a:prstGeom prst="roundRect">
            <a:avLst>
              <a:gd name="adj" fmla="val 50000"/>
            </a:avLst>
          </a:prstGeom>
          <a:solidFill>
            <a:schemeClr val="tx2"/>
          </a:solidFill>
          <a:ln w="63500">
            <a:solidFill>
              <a:schemeClr val="bg1"/>
            </a:solidFill>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…and growing!</a:t>
            </a:r>
          </a:p>
        </p:txBody>
      </p:sp>
      <p:sp>
        <p:nvSpPr>
          <p:cNvPr id="50" name="TextBox 49">
            <a:extLst>
              <a:ext uri="{FF2B5EF4-FFF2-40B4-BE49-F238E27FC236}">
                <a16:creationId xmlns:a16="http://schemas.microsoft.com/office/drawing/2014/main" id="{F98C195D-2EE7-ED31-5CB4-78970453EC19}"/>
              </a:ext>
              <a:ext uri="{C183D7F6-B498-43B3-948B-1728B52AA6E4}">
                <adec:decorative xmlns:adec="http://schemas.microsoft.com/office/drawing/2017/decorative" val="1"/>
              </a:ext>
            </a:extLst>
          </p:cNvPr>
          <p:cNvSpPr txBox="1"/>
          <p:nvPr/>
        </p:nvSpPr>
        <p:spPr>
          <a:xfrm>
            <a:off x="5724851" y="6125311"/>
            <a:ext cx="1463040" cy="457200"/>
          </a:xfrm>
          <a:prstGeom prst="roundRect">
            <a:avLst>
              <a:gd name="adj" fmla="val 50000"/>
            </a:avLst>
          </a:prstGeom>
          <a:solidFill>
            <a:schemeClr val="accent3"/>
          </a:solidFill>
          <a:ln w="63500">
            <a:solidFill>
              <a:schemeClr val="bg1"/>
            </a:solidFill>
          </a:ln>
        </p:spPr>
        <p:txBody>
          <a:bodyPr wrap="square" lIns="91440" tIns="91440" rIns="91440" bIns="91440"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…and growing!</a:t>
            </a:r>
          </a:p>
        </p:txBody>
      </p:sp>
    </p:spTree>
    <p:extLst>
      <p:ext uri="{BB962C8B-B14F-4D97-AF65-F5344CB8AC3E}">
        <p14:creationId xmlns:p14="http://schemas.microsoft.com/office/powerpoint/2010/main" val="313252097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F27C3-9D6D-C0D4-8E60-6A274BED2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1C03D-B4F7-055D-3C0B-74752AD0D2AA}"/>
              </a:ext>
            </a:extLst>
          </p:cNvPr>
          <p:cNvSpPr>
            <a:spLocks noGrp="1"/>
          </p:cNvSpPr>
          <p:nvPr>
            <p:ph type="title"/>
          </p:nvPr>
        </p:nvSpPr>
        <p:spPr>
          <a:xfrm>
            <a:off x="588963" y="457200"/>
            <a:ext cx="11017250" cy="492443"/>
          </a:xfrm>
        </p:spPr>
        <p:txBody>
          <a:bodyPr/>
          <a:lstStyle/>
          <a:p>
            <a:r>
              <a:rPr lang="en-US" sz="3200"/>
              <a:t>Grant access to only the right people with Face Check</a:t>
            </a:r>
          </a:p>
        </p:txBody>
      </p:sp>
      <p:sp>
        <p:nvSpPr>
          <p:cNvPr id="3" name="TextBox 2">
            <a:extLst>
              <a:ext uri="{FF2B5EF4-FFF2-40B4-BE49-F238E27FC236}">
                <a16:creationId xmlns:a16="http://schemas.microsoft.com/office/drawing/2014/main" id="{38B67E38-2E5C-9C1E-A0DF-144A1FAE515A}"/>
              </a:ext>
            </a:extLst>
          </p:cNvPr>
          <p:cNvSpPr txBox="1"/>
          <p:nvPr/>
        </p:nvSpPr>
        <p:spPr>
          <a:xfrm>
            <a:off x="-90587" y="5398122"/>
            <a:ext cx="3383280" cy="49244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t>Present Verified ID and </a:t>
            </a:r>
            <a:b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br>
            <a: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t>start Face Check</a:t>
            </a:r>
          </a:p>
        </p:txBody>
      </p:sp>
      <p:sp>
        <p:nvSpPr>
          <p:cNvPr id="4" name="TextBox 3">
            <a:extLst>
              <a:ext uri="{FF2B5EF4-FFF2-40B4-BE49-F238E27FC236}">
                <a16:creationId xmlns:a16="http://schemas.microsoft.com/office/drawing/2014/main" id="{D22B6730-74D0-4D67-B1F7-4C4075A0247D}"/>
              </a:ext>
            </a:extLst>
          </p:cNvPr>
          <p:cNvSpPr txBox="1"/>
          <p:nvPr/>
        </p:nvSpPr>
        <p:spPr>
          <a:xfrm>
            <a:off x="7995000" y="1550229"/>
            <a:ext cx="3383280" cy="75405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mn-ea"/>
                <a:cs typeface="+mn-cs"/>
              </a:rPr>
              <a:t>High-assurance verification at scale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Build on trust established with Verified ID with an added layer of identity verification</a:t>
            </a:r>
          </a:p>
        </p:txBody>
      </p:sp>
      <p:sp>
        <p:nvSpPr>
          <p:cNvPr id="5" name="TextBox 4">
            <a:extLst>
              <a:ext uri="{FF2B5EF4-FFF2-40B4-BE49-F238E27FC236}">
                <a16:creationId xmlns:a16="http://schemas.microsoft.com/office/drawing/2014/main" id="{CDD00AC5-3148-F196-E0C7-99780C240093}"/>
              </a:ext>
            </a:extLst>
          </p:cNvPr>
          <p:cNvSpPr txBox="1"/>
          <p:nvPr/>
        </p:nvSpPr>
        <p:spPr>
          <a:xfrm>
            <a:off x="2129722" y="5398122"/>
            <a:ext cx="3383280" cy="49244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t>Take selfie for </a:t>
            </a:r>
            <a:b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br>
            <a: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t>Face Check</a:t>
            </a:r>
          </a:p>
        </p:txBody>
      </p:sp>
      <p:sp>
        <p:nvSpPr>
          <p:cNvPr id="7" name="TextBox 6">
            <a:extLst>
              <a:ext uri="{FF2B5EF4-FFF2-40B4-BE49-F238E27FC236}">
                <a16:creationId xmlns:a16="http://schemas.microsoft.com/office/drawing/2014/main" id="{3C4C26ED-264E-E0F4-E316-610A73447F7D}"/>
              </a:ext>
            </a:extLst>
          </p:cNvPr>
          <p:cNvSpPr txBox="1"/>
          <p:nvPr/>
        </p:nvSpPr>
        <p:spPr>
          <a:xfrm>
            <a:off x="7995000" y="2741247"/>
            <a:ext cx="3383280" cy="100584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1600" b="1" i="0" u="none" strike="noStrike" kern="1200" cap="none" spc="0" normalizeH="0" baseline="0" noProof="0">
                <a:ln>
                  <a:noFill/>
                </a:ln>
                <a:solidFill>
                  <a:srgbClr val="243A5E"/>
                </a:solidFill>
                <a:effectLst/>
                <a:uLnTx/>
                <a:uFillTx/>
                <a:latin typeface="Segoe UI"/>
                <a:ea typeface="+mn-ea"/>
                <a:cs typeface="+mn-cs"/>
              </a:rPr>
              <a:t>Verify liveness in an instant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1400" b="0" i="0" u="none" strike="noStrike" kern="1200" cap="none" spc="0" normalizeH="0" baseline="0" noProof="0">
                <a:ln>
                  <a:noFill/>
                </a:ln>
                <a:solidFill>
                  <a:srgbClr val="000000"/>
                </a:solidFill>
                <a:effectLst/>
                <a:uLnTx/>
                <a:uFillTx/>
                <a:latin typeface="Segoe UI"/>
                <a:ea typeface="+mn-ea"/>
                <a:cs typeface="+mn-cs"/>
              </a:rPr>
              <a:t>Make sure the right person is using a Verified ID in real time, while</a:t>
            </a:r>
            <a:r>
              <a:rPr kumimoji="0" lang="nl-NL" sz="1400" b="0" i="0" u="none" strike="noStrike" kern="1200" cap="none" spc="0" normalizeH="0" noProof="0">
                <a:ln>
                  <a:noFill/>
                </a:ln>
                <a:solidFill>
                  <a:srgbClr val="000000"/>
                </a:solidFill>
                <a:effectLst/>
                <a:uLnTx/>
                <a:uFillTx/>
                <a:latin typeface="Segoe UI"/>
                <a:ea typeface="+mn-ea"/>
                <a:cs typeface="+mn-cs"/>
              </a:rPr>
              <a:t> respecting their privacy</a:t>
            </a:r>
            <a:endParaRPr kumimoji="0" lang="nl-NL" sz="1400" b="1" i="0" u="none" strike="noStrike" kern="1200" cap="none" spc="0" normalizeH="0" baseline="0" noProof="0">
              <a:ln>
                <a:noFill/>
              </a:ln>
              <a:solidFill>
                <a:srgbClr val="243A5E"/>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57B45491-26BA-043F-B204-61716C9B82EC}"/>
              </a:ext>
            </a:extLst>
          </p:cNvPr>
          <p:cNvSpPr txBox="1"/>
          <p:nvPr/>
        </p:nvSpPr>
        <p:spPr>
          <a:xfrm>
            <a:off x="4533167" y="5393480"/>
            <a:ext cx="3383280" cy="492443"/>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t>Share valid Verified ID and </a:t>
            </a:r>
            <a:b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br>
            <a:r>
              <a:rPr kumimoji="0" lang="en-US" sz="1600" b="0" i="0" u="none" strike="noStrike" kern="1200" cap="none" spc="0" normalizeH="0" baseline="0" noProof="0">
                <a:ln w="3175">
                  <a:noFill/>
                </a:ln>
                <a:solidFill>
                  <a:srgbClr val="000000"/>
                </a:solidFill>
                <a:effectLst/>
                <a:uLnTx/>
                <a:uFillTx/>
                <a:latin typeface="Segoe UI Semibold"/>
                <a:ea typeface="+mn-ea"/>
                <a:cs typeface="Segoe UI" panose="020B0502040204020203" pitchFamily="34" charset="0"/>
              </a:rPr>
              <a:t>Face Check for verification</a:t>
            </a:r>
          </a:p>
        </p:txBody>
      </p:sp>
      <p:sp>
        <p:nvSpPr>
          <p:cNvPr id="11" name="TextBox 10">
            <a:extLst>
              <a:ext uri="{FF2B5EF4-FFF2-40B4-BE49-F238E27FC236}">
                <a16:creationId xmlns:a16="http://schemas.microsoft.com/office/drawing/2014/main" id="{E76D2897-0BBC-0CD3-843A-797287D221C8}"/>
              </a:ext>
            </a:extLst>
          </p:cNvPr>
          <p:cNvSpPr txBox="1"/>
          <p:nvPr/>
        </p:nvSpPr>
        <p:spPr>
          <a:xfrm>
            <a:off x="7995000" y="4184052"/>
            <a:ext cx="3383280" cy="75405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107C10"/>
                </a:solidFill>
                <a:effectLst/>
                <a:uLnTx/>
                <a:uFillTx/>
                <a:latin typeface="Segoe UI"/>
                <a:ea typeface="+mn-ea"/>
                <a:cs typeface="+mn-cs"/>
              </a:rPr>
              <a:t>Facial matching in any scenario</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High assurance for onboarding, account recovery, or any Verified ID scenario</a:t>
            </a:r>
          </a:p>
        </p:txBody>
      </p:sp>
      <p:pic>
        <p:nvPicPr>
          <p:cNvPr id="12" name="Picture 11">
            <a:extLst>
              <a:ext uri="{FF2B5EF4-FFF2-40B4-BE49-F238E27FC236}">
                <a16:creationId xmlns:a16="http://schemas.microsoft.com/office/drawing/2014/main" id="{2EDD6AF5-A50B-C984-C379-DFB2D6ED9CD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93365" y="1549223"/>
            <a:ext cx="1615377" cy="3304853"/>
          </a:xfrm>
          <a:prstGeom prst="rect">
            <a:avLst/>
          </a:prstGeom>
        </p:spPr>
      </p:pic>
      <p:pic>
        <p:nvPicPr>
          <p:cNvPr id="13" name="Picture 12">
            <a:extLst>
              <a:ext uri="{FF2B5EF4-FFF2-40B4-BE49-F238E27FC236}">
                <a16:creationId xmlns:a16="http://schemas.microsoft.com/office/drawing/2014/main" id="{92DB2B2F-C795-3EAB-D91F-29531237C47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47093" y="1549223"/>
            <a:ext cx="1632086" cy="3339039"/>
          </a:xfrm>
          <a:prstGeom prst="rect">
            <a:avLst/>
          </a:prstGeom>
        </p:spPr>
      </p:pic>
      <p:pic>
        <p:nvPicPr>
          <p:cNvPr id="14" name="Picture 13">
            <a:extLst>
              <a:ext uri="{FF2B5EF4-FFF2-40B4-BE49-F238E27FC236}">
                <a16:creationId xmlns:a16="http://schemas.microsoft.com/office/drawing/2014/main" id="{A9962CEC-3FBE-3B6D-FACE-C5044C935B2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402335" y="1549223"/>
            <a:ext cx="1644944" cy="3365343"/>
          </a:xfrm>
          <a:prstGeom prst="rect">
            <a:avLst/>
          </a:prstGeom>
        </p:spPr>
      </p:pic>
      <p:pic>
        <p:nvPicPr>
          <p:cNvPr id="19" name="Picture 18">
            <a:extLst>
              <a:ext uri="{FF2B5EF4-FFF2-40B4-BE49-F238E27FC236}">
                <a16:creationId xmlns:a16="http://schemas.microsoft.com/office/drawing/2014/main" id="{612235FD-B419-3277-BE20-7A77F4B59C2D}"/>
              </a:ext>
              <a:ext uri="{C183D7F6-B498-43B3-948B-1728B52AA6E4}">
                <adec:decorative xmlns:adec="http://schemas.microsoft.com/office/drawing/2017/decorative" val="1"/>
              </a:ext>
            </a:extLst>
          </p:cNvPr>
          <p:cNvPicPr>
            <a:picLocks noChangeAspect="1"/>
          </p:cNvPicPr>
          <p:nvPr/>
        </p:nvPicPr>
        <p:blipFill>
          <a:blip r:embed="rId3"/>
          <a:srcRect l="5727" t="42128" r="5604" b="41100"/>
          <a:stretch/>
        </p:blipFill>
        <p:spPr>
          <a:xfrm>
            <a:off x="271637" y="2957414"/>
            <a:ext cx="2658833" cy="1028881"/>
          </a:xfrm>
          <a:custGeom>
            <a:avLst/>
            <a:gdLst>
              <a:gd name="connsiteX0" fmla="*/ 35129 w 1432340"/>
              <a:gd name="connsiteY0" fmla="*/ 0 h 548640"/>
              <a:gd name="connsiteX1" fmla="*/ 1397211 w 1432340"/>
              <a:gd name="connsiteY1" fmla="*/ 0 h 548640"/>
              <a:gd name="connsiteX2" fmla="*/ 1432340 w 1432340"/>
              <a:gd name="connsiteY2" fmla="*/ 35129 h 548640"/>
              <a:gd name="connsiteX3" fmla="*/ 1432340 w 1432340"/>
              <a:gd name="connsiteY3" fmla="*/ 513511 h 548640"/>
              <a:gd name="connsiteX4" fmla="*/ 1397211 w 1432340"/>
              <a:gd name="connsiteY4" fmla="*/ 548640 h 548640"/>
              <a:gd name="connsiteX5" fmla="*/ 35129 w 1432340"/>
              <a:gd name="connsiteY5" fmla="*/ 548640 h 548640"/>
              <a:gd name="connsiteX6" fmla="*/ 0 w 1432340"/>
              <a:gd name="connsiteY6" fmla="*/ 513511 h 548640"/>
              <a:gd name="connsiteX7" fmla="*/ 0 w 1432340"/>
              <a:gd name="connsiteY7" fmla="*/ 35129 h 548640"/>
              <a:gd name="connsiteX8" fmla="*/ 35129 w 1432340"/>
              <a:gd name="connsiteY8" fmla="*/ 0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2340" h="548640">
                <a:moveTo>
                  <a:pt x="35129" y="0"/>
                </a:moveTo>
                <a:lnTo>
                  <a:pt x="1397211" y="0"/>
                </a:lnTo>
                <a:cubicBezTo>
                  <a:pt x="1416612" y="0"/>
                  <a:pt x="1432340" y="15728"/>
                  <a:pt x="1432340" y="35129"/>
                </a:cubicBezTo>
                <a:lnTo>
                  <a:pt x="1432340" y="513511"/>
                </a:lnTo>
                <a:cubicBezTo>
                  <a:pt x="1432340" y="532912"/>
                  <a:pt x="1416612" y="548640"/>
                  <a:pt x="1397211" y="548640"/>
                </a:cubicBezTo>
                <a:lnTo>
                  <a:pt x="35129" y="548640"/>
                </a:lnTo>
                <a:cubicBezTo>
                  <a:pt x="15728" y="548640"/>
                  <a:pt x="0" y="532912"/>
                  <a:pt x="0" y="513511"/>
                </a:cubicBezTo>
                <a:lnTo>
                  <a:pt x="0" y="35129"/>
                </a:lnTo>
                <a:cubicBezTo>
                  <a:pt x="0" y="15728"/>
                  <a:pt x="15728" y="0"/>
                  <a:pt x="35129" y="0"/>
                </a:cubicBezTo>
                <a:close/>
              </a:path>
            </a:pathLst>
          </a:custGeom>
          <a:effectLst>
            <a:outerShdw blurRad="190500" dist="50800" dir="2700000" algn="ctr" rotWithShape="0">
              <a:srgbClr val="000000">
                <a:alpha val="25000"/>
              </a:srgbClr>
            </a:outerShdw>
          </a:effectLst>
        </p:spPr>
      </p:pic>
      <p:pic>
        <p:nvPicPr>
          <p:cNvPr id="21" name="Picture 20">
            <a:extLst>
              <a:ext uri="{FF2B5EF4-FFF2-40B4-BE49-F238E27FC236}">
                <a16:creationId xmlns:a16="http://schemas.microsoft.com/office/drawing/2014/main" id="{80FA381C-AF8C-0BBB-EBAD-49FDB62D3E7B}"/>
              </a:ext>
              <a:ext uri="{C183D7F6-B498-43B3-948B-1728B52AA6E4}">
                <adec:decorative xmlns:adec="http://schemas.microsoft.com/office/drawing/2017/decorative" val="1"/>
              </a:ext>
            </a:extLst>
          </p:cNvPr>
          <p:cNvPicPr>
            <a:picLocks noChangeAspect="1"/>
          </p:cNvPicPr>
          <p:nvPr/>
        </p:nvPicPr>
        <p:blipFill>
          <a:blip r:embed="rId4"/>
          <a:srcRect l="16384" t="72101" r="16384" b="8730"/>
          <a:stretch>
            <a:fillRect/>
          </a:stretch>
        </p:blipFill>
        <p:spPr>
          <a:xfrm>
            <a:off x="3591319" y="4071879"/>
            <a:ext cx="1726211" cy="1006956"/>
          </a:xfrm>
          <a:custGeom>
            <a:avLst/>
            <a:gdLst>
              <a:gd name="connsiteX0" fmla="*/ 35129 w 1432340"/>
              <a:gd name="connsiteY0" fmla="*/ 0 h 548640"/>
              <a:gd name="connsiteX1" fmla="*/ 1397211 w 1432340"/>
              <a:gd name="connsiteY1" fmla="*/ 0 h 548640"/>
              <a:gd name="connsiteX2" fmla="*/ 1432340 w 1432340"/>
              <a:gd name="connsiteY2" fmla="*/ 35129 h 548640"/>
              <a:gd name="connsiteX3" fmla="*/ 1432340 w 1432340"/>
              <a:gd name="connsiteY3" fmla="*/ 513511 h 548640"/>
              <a:gd name="connsiteX4" fmla="*/ 1397211 w 1432340"/>
              <a:gd name="connsiteY4" fmla="*/ 548640 h 548640"/>
              <a:gd name="connsiteX5" fmla="*/ 35129 w 1432340"/>
              <a:gd name="connsiteY5" fmla="*/ 548640 h 548640"/>
              <a:gd name="connsiteX6" fmla="*/ 0 w 1432340"/>
              <a:gd name="connsiteY6" fmla="*/ 513511 h 548640"/>
              <a:gd name="connsiteX7" fmla="*/ 0 w 1432340"/>
              <a:gd name="connsiteY7" fmla="*/ 35129 h 548640"/>
              <a:gd name="connsiteX8" fmla="*/ 35129 w 1432340"/>
              <a:gd name="connsiteY8" fmla="*/ 0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2340" h="548640">
                <a:moveTo>
                  <a:pt x="35129" y="0"/>
                </a:moveTo>
                <a:lnTo>
                  <a:pt x="1397211" y="0"/>
                </a:lnTo>
                <a:cubicBezTo>
                  <a:pt x="1416612" y="0"/>
                  <a:pt x="1432340" y="15728"/>
                  <a:pt x="1432340" y="35129"/>
                </a:cubicBezTo>
                <a:lnTo>
                  <a:pt x="1432340" y="513511"/>
                </a:lnTo>
                <a:cubicBezTo>
                  <a:pt x="1432340" y="532912"/>
                  <a:pt x="1416612" y="548640"/>
                  <a:pt x="1397211" y="548640"/>
                </a:cubicBezTo>
                <a:lnTo>
                  <a:pt x="35129" y="548640"/>
                </a:lnTo>
                <a:cubicBezTo>
                  <a:pt x="15728" y="548640"/>
                  <a:pt x="0" y="532912"/>
                  <a:pt x="0" y="513511"/>
                </a:cubicBezTo>
                <a:lnTo>
                  <a:pt x="0" y="35129"/>
                </a:lnTo>
                <a:cubicBezTo>
                  <a:pt x="0" y="15728"/>
                  <a:pt x="15728" y="0"/>
                  <a:pt x="35129" y="0"/>
                </a:cubicBezTo>
                <a:close/>
              </a:path>
            </a:pathLst>
          </a:custGeom>
          <a:effectLst>
            <a:outerShdw blurRad="190500" dist="50800" dir="2700000" algn="ctr" rotWithShape="0">
              <a:srgbClr val="000000">
                <a:alpha val="25000"/>
              </a:srgbClr>
            </a:outerShdw>
          </a:effectLst>
        </p:spPr>
      </p:pic>
      <p:pic>
        <p:nvPicPr>
          <p:cNvPr id="22" name="Picture 21">
            <a:extLst>
              <a:ext uri="{FF2B5EF4-FFF2-40B4-BE49-F238E27FC236}">
                <a16:creationId xmlns:a16="http://schemas.microsoft.com/office/drawing/2014/main" id="{993F1063-0170-9D1B-C7C5-F1F021D4646C}"/>
              </a:ext>
              <a:ext uri="{C183D7F6-B498-43B3-948B-1728B52AA6E4}">
                <adec:decorative xmlns:adec="http://schemas.microsoft.com/office/drawing/2017/decorative" val="1"/>
              </a:ext>
            </a:extLst>
          </p:cNvPr>
          <p:cNvPicPr>
            <a:picLocks noChangeAspect="1"/>
          </p:cNvPicPr>
          <p:nvPr/>
        </p:nvPicPr>
        <p:blipFill>
          <a:blip r:embed="rId5"/>
          <a:srcRect l="5604" t="41992" r="5653" b="41224"/>
          <a:stretch/>
        </p:blipFill>
        <p:spPr>
          <a:xfrm>
            <a:off x="4895391" y="2957414"/>
            <a:ext cx="2658832" cy="1028881"/>
          </a:xfrm>
          <a:custGeom>
            <a:avLst/>
            <a:gdLst>
              <a:gd name="connsiteX0" fmla="*/ 35129 w 1432340"/>
              <a:gd name="connsiteY0" fmla="*/ 0 h 548640"/>
              <a:gd name="connsiteX1" fmla="*/ 1397211 w 1432340"/>
              <a:gd name="connsiteY1" fmla="*/ 0 h 548640"/>
              <a:gd name="connsiteX2" fmla="*/ 1432340 w 1432340"/>
              <a:gd name="connsiteY2" fmla="*/ 35129 h 548640"/>
              <a:gd name="connsiteX3" fmla="*/ 1432340 w 1432340"/>
              <a:gd name="connsiteY3" fmla="*/ 513511 h 548640"/>
              <a:gd name="connsiteX4" fmla="*/ 1397211 w 1432340"/>
              <a:gd name="connsiteY4" fmla="*/ 548640 h 548640"/>
              <a:gd name="connsiteX5" fmla="*/ 35129 w 1432340"/>
              <a:gd name="connsiteY5" fmla="*/ 548640 h 548640"/>
              <a:gd name="connsiteX6" fmla="*/ 0 w 1432340"/>
              <a:gd name="connsiteY6" fmla="*/ 513511 h 548640"/>
              <a:gd name="connsiteX7" fmla="*/ 0 w 1432340"/>
              <a:gd name="connsiteY7" fmla="*/ 35129 h 548640"/>
              <a:gd name="connsiteX8" fmla="*/ 35129 w 1432340"/>
              <a:gd name="connsiteY8" fmla="*/ 0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2340" h="548640">
                <a:moveTo>
                  <a:pt x="35129" y="0"/>
                </a:moveTo>
                <a:lnTo>
                  <a:pt x="1397211" y="0"/>
                </a:lnTo>
                <a:cubicBezTo>
                  <a:pt x="1416612" y="0"/>
                  <a:pt x="1432340" y="15728"/>
                  <a:pt x="1432340" y="35129"/>
                </a:cubicBezTo>
                <a:lnTo>
                  <a:pt x="1432340" y="513511"/>
                </a:lnTo>
                <a:cubicBezTo>
                  <a:pt x="1432340" y="532912"/>
                  <a:pt x="1416612" y="548640"/>
                  <a:pt x="1397211" y="548640"/>
                </a:cubicBezTo>
                <a:lnTo>
                  <a:pt x="35129" y="548640"/>
                </a:lnTo>
                <a:cubicBezTo>
                  <a:pt x="15728" y="548640"/>
                  <a:pt x="0" y="532912"/>
                  <a:pt x="0" y="513511"/>
                </a:cubicBezTo>
                <a:lnTo>
                  <a:pt x="0" y="35129"/>
                </a:lnTo>
                <a:cubicBezTo>
                  <a:pt x="0" y="15728"/>
                  <a:pt x="15728" y="0"/>
                  <a:pt x="35129" y="0"/>
                </a:cubicBezTo>
                <a:close/>
              </a:path>
            </a:pathLst>
          </a:custGeom>
          <a:effectLst>
            <a:outerShdw blurRad="190500" dist="50800" dir="2700000" algn="ctr" rotWithShape="0">
              <a:srgbClr val="000000">
                <a:alpha val="25000"/>
              </a:srgbClr>
            </a:outerShdw>
          </a:effectLst>
        </p:spPr>
      </p:pic>
    </p:spTree>
    <p:extLst>
      <p:ext uri="{BB962C8B-B14F-4D97-AF65-F5344CB8AC3E}">
        <p14:creationId xmlns:p14="http://schemas.microsoft.com/office/powerpoint/2010/main" val="48905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0"/>
                                  </p:stCondLst>
                                  <p:childTnLst>
                                    <p:animMotion origin="layout" path="M 0 3.33333E-6 L 0 0.04352 " pathEditMode="relative" rAng="0" ptsTypes="AA">
                                      <p:cBhvr>
                                        <p:cTn id="9" dur="500" spd="-100000" fill="hold"/>
                                        <p:tgtEl>
                                          <p:spTgt spid="3"/>
                                        </p:tgtEl>
                                        <p:attrNameLst>
                                          <p:attrName>ppt_x</p:attrName>
                                          <p:attrName>ppt_y</p:attrName>
                                        </p:attrNameLst>
                                      </p:cBhvr>
                                      <p:rCtr x="0" y="2176"/>
                                    </p:animMotion>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6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42" presetClass="path" presetSubtype="0" accel="100000" autoRev="1" fill="hold" nodeType="withEffect">
                                  <p:stCondLst>
                                    <p:cond delay="0"/>
                                  </p:stCondLst>
                                  <p:childTnLst>
                                    <p:animMotion origin="layout" path="M 0 0 L -0.04062 0 " pathEditMode="relative" rAng="0" ptsTypes="AA">
                                      <p:cBhvr>
                                        <p:cTn id="17" dur="600" fill="hold"/>
                                        <p:tgtEl>
                                          <p:spTgt spid="19"/>
                                        </p:tgtEl>
                                        <p:attrNameLst>
                                          <p:attrName>ppt_x</p:attrName>
                                          <p:attrName>ppt_y</p:attrName>
                                        </p:attrNameLst>
                                      </p:cBhvr>
                                      <p:rCtr x="-2031" y="0"/>
                                    </p:animMotion>
                                  </p:childTnLst>
                                </p:cTn>
                              </p:par>
                              <p:par>
                                <p:cTn id="18" presetID="6" presetClass="emph" presetSubtype="0" accel="100000" autoRev="1" fill="hold" nodeType="withEffect">
                                  <p:stCondLst>
                                    <p:cond delay="0"/>
                                  </p:stCondLst>
                                  <p:childTnLst>
                                    <p:animScale>
                                      <p:cBhvr>
                                        <p:cTn id="19" dur="600" fill="hold"/>
                                        <p:tgtEl>
                                          <p:spTgt spid="19"/>
                                        </p:tgtEl>
                                      </p:cBhvr>
                                      <p:by x="40000" y="40000"/>
                                    </p:animScale>
                                  </p:childTnLst>
                                </p:cTn>
                              </p:par>
                            </p:childTnLst>
                          </p:cTn>
                        </p:par>
                        <p:par>
                          <p:cTn id="20" fill="hold">
                            <p:stCondLst>
                              <p:cond delay="175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42" presetClass="path" presetSubtype="0" decel="100000" fill="hold" grpId="1" nodeType="withEffect">
                                  <p:stCondLst>
                                    <p:cond delay="0"/>
                                  </p:stCondLst>
                                  <p:childTnLst>
                                    <p:animMotion origin="layout" path="M -1.45833E-6 3.33333E-6 L -1.45833E-6 0.04352 " pathEditMode="relative" rAng="0" ptsTypes="AA">
                                      <p:cBhvr>
                                        <p:cTn id="25" dur="500" spd="-100000" fill="hold"/>
                                        <p:tgtEl>
                                          <p:spTgt spid="5"/>
                                        </p:tgtEl>
                                        <p:attrNameLst>
                                          <p:attrName>ppt_x</p:attrName>
                                          <p:attrName>ppt_y</p:attrName>
                                        </p:attrNameLst>
                                      </p:cBhvr>
                                      <p:rCtr x="0" y="2176"/>
                                    </p:animMotion>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6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42" presetClass="path" presetSubtype="0" accel="100000" autoRev="1" fill="hold" nodeType="withEffect">
                                  <p:stCondLst>
                                    <p:cond delay="0"/>
                                  </p:stCondLst>
                                  <p:childTnLst>
                                    <p:animMotion origin="layout" path="M -4.58333E-6 3.7037E-7 L -0.04062 3.7037E-7 " pathEditMode="relative" rAng="0" ptsTypes="AA">
                                      <p:cBhvr>
                                        <p:cTn id="33" dur="600" fill="hold"/>
                                        <p:tgtEl>
                                          <p:spTgt spid="21"/>
                                        </p:tgtEl>
                                        <p:attrNameLst>
                                          <p:attrName>ppt_x</p:attrName>
                                          <p:attrName>ppt_y</p:attrName>
                                        </p:attrNameLst>
                                      </p:cBhvr>
                                      <p:rCtr x="-2031" y="0"/>
                                    </p:animMotion>
                                  </p:childTnLst>
                                </p:cTn>
                              </p:par>
                              <p:par>
                                <p:cTn id="34" presetID="6" presetClass="emph" presetSubtype="0" accel="100000" autoRev="1" fill="hold" nodeType="withEffect">
                                  <p:stCondLst>
                                    <p:cond delay="0"/>
                                  </p:stCondLst>
                                  <p:childTnLst>
                                    <p:animScale>
                                      <p:cBhvr>
                                        <p:cTn id="35" dur="600" fill="hold"/>
                                        <p:tgtEl>
                                          <p:spTgt spid="21"/>
                                        </p:tgtEl>
                                      </p:cBhvr>
                                      <p:by x="40000" y="40000"/>
                                    </p:animScale>
                                  </p:childTnLst>
                                </p:cTn>
                              </p:par>
                            </p:childTnLst>
                          </p:cTn>
                        </p:par>
                        <p:par>
                          <p:cTn id="36" fill="hold">
                            <p:stCondLst>
                              <p:cond delay="2950"/>
                            </p:stCondLst>
                            <p:childTnLst>
                              <p:par>
                                <p:cTn id="37" presetID="10" presetClass="entr" presetSubtype="0" fill="hold" grpId="0" nodeType="afterEffect">
                                  <p:stCondLst>
                                    <p:cond delay="5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42" presetClass="path" presetSubtype="0" decel="100000" fill="hold" grpId="1" nodeType="withEffect">
                                  <p:stCondLst>
                                    <p:cond delay="500"/>
                                  </p:stCondLst>
                                  <p:childTnLst>
                                    <p:animMotion origin="layout" path="M 3.125E-6 -2.22222E-6 L 3.125E-6 0.04352 " pathEditMode="relative" rAng="0" ptsTypes="AA">
                                      <p:cBhvr>
                                        <p:cTn id="41" dur="500" spd="-100000" fill="hold"/>
                                        <p:tgtEl>
                                          <p:spTgt spid="10"/>
                                        </p:tgtEl>
                                        <p:attrNameLst>
                                          <p:attrName>ppt_x</p:attrName>
                                          <p:attrName>ppt_y</p:attrName>
                                        </p:attrNameLst>
                                      </p:cBhvr>
                                      <p:rCtr x="0" y="2176"/>
                                    </p:animMotion>
                                  </p:childTnLst>
                                </p:cTn>
                              </p:par>
                              <p:par>
                                <p:cTn id="42" presetID="10" presetClass="entr" presetSubtype="0" fill="hold" nodeType="withEffect">
                                  <p:stCondLst>
                                    <p:cond delay="5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nodeType="withEffect">
                                  <p:stCondLst>
                                    <p:cond delay="11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8" presetID="42" presetClass="path" presetSubtype="0" accel="100000" autoRev="1" fill="hold" nodeType="withEffect">
                                  <p:stCondLst>
                                    <p:cond delay="500"/>
                                  </p:stCondLst>
                                  <p:childTnLst>
                                    <p:animMotion origin="layout" path="M 3.125E-6 0 L -0.04063 0 " pathEditMode="relative" rAng="0" ptsTypes="AA">
                                      <p:cBhvr>
                                        <p:cTn id="49" dur="600" fill="hold"/>
                                        <p:tgtEl>
                                          <p:spTgt spid="22"/>
                                        </p:tgtEl>
                                        <p:attrNameLst>
                                          <p:attrName>ppt_x</p:attrName>
                                          <p:attrName>ppt_y</p:attrName>
                                        </p:attrNameLst>
                                      </p:cBhvr>
                                      <p:rCtr x="-2031" y="0"/>
                                    </p:animMotion>
                                  </p:childTnLst>
                                </p:cTn>
                              </p:par>
                              <p:par>
                                <p:cTn id="50" presetID="6" presetClass="emph" presetSubtype="0" accel="100000" autoRev="1" fill="hold" nodeType="withEffect">
                                  <p:stCondLst>
                                    <p:cond delay="500"/>
                                  </p:stCondLst>
                                  <p:childTnLst>
                                    <p:animScale>
                                      <p:cBhvr>
                                        <p:cTn id="51" dur="600" fill="hold"/>
                                        <p:tgtEl>
                                          <p:spTgt spid="22"/>
                                        </p:tgtEl>
                                      </p:cBhvr>
                                      <p:by x="40000" y="40000"/>
                                    </p:animScale>
                                  </p:childTnLst>
                                </p:cTn>
                              </p:par>
                              <p:par>
                                <p:cTn id="52" presetID="10" presetClass="entr" presetSubtype="0" fill="hold" grpId="0" nodeType="withEffect">
                                  <p:stCondLst>
                                    <p:cond delay="200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500"/>
                                        <p:tgtEl>
                                          <p:spTgt spid="4"/>
                                        </p:tgtEl>
                                      </p:cBhvr>
                                    </p:animEffect>
                                  </p:childTnLst>
                                </p:cTn>
                              </p:par>
                              <p:par>
                                <p:cTn id="55" presetID="10" presetClass="entr" presetSubtype="0" fill="hold" grpId="0" nodeType="withEffect">
                                  <p:stCondLst>
                                    <p:cond delay="225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grpId="0" nodeType="withEffect">
                                  <p:stCondLst>
                                    <p:cond delay="250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5" grpId="0"/>
      <p:bldP spid="5" grpId="1"/>
      <p:bldP spid="7" grpId="0"/>
      <p:bldP spid="10" grpId="0"/>
      <p:bldP spid="10" grpId="1"/>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702E-D3AB-2365-FBEC-2A1BEB101F18}"/>
              </a:ext>
            </a:extLst>
          </p:cNvPr>
          <p:cNvSpPr>
            <a:spLocks noGrp="1"/>
          </p:cNvSpPr>
          <p:nvPr>
            <p:ph type="title"/>
          </p:nvPr>
        </p:nvSpPr>
        <p:spPr/>
        <p:txBody>
          <a:bodyPr/>
          <a:lstStyle/>
          <a:p>
            <a:r>
              <a:rPr lang="en-US" sz="3200">
                <a:solidFill>
                  <a:schemeClr val="tx1"/>
                </a:solidFill>
              </a:rPr>
              <a:t>Face Check Powered by Azure AI Vision API</a:t>
            </a:r>
          </a:p>
        </p:txBody>
      </p:sp>
      <p:sp>
        <p:nvSpPr>
          <p:cNvPr id="4" name="Text Placeholder 2">
            <a:extLst>
              <a:ext uri="{FF2B5EF4-FFF2-40B4-BE49-F238E27FC236}">
                <a16:creationId xmlns:a16="http://schemas.microsoft.com/office/drawing/2014/main" id="{613CBF1F-2DF2-B8F6-636A-87820856FA56}"/>
              </a:ext>
            </a:extLst>
          </p:cNvPr>
          <p:cNvSpPr txBox="1">
            <a:spLocks/>
          </p:cNvSpPr>
          <p:nvPr/>
        </p:nvSpPr>
        <p:spPr>
          <a:xfrm>
            <a:off x="588263" y="1365419"/>
            <a:ext cx="6397911" cy="4127157"/>
          </a:xfrm>
          <a:prstGeom prst="rect">
            <a:avLst/>
          </a:prstGeom>
        </p:spPr>
        <p:txBody>
          <a:bodyPr l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1" i="0" kern="1200" spc="0" baseline="0">
                <a:solidFill>
                  <a:schemeClr val="tx1"/>
                </a:solidFill>
                <a:latin typeface="Segoe Sans Text Semibold" pitchFamily="2" charset="0"/>
                <a:ea typeface="+mn-ea"/>
                <a:cs typeface="Segoe Sans Text Semibold"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Sans Text" pitchFamily="2" charset="0"/>
                <a:ea typeface="+mn-ea"/>
                <a:cs typeface="Segoe Sans Text" pitchFamily="2" charset="0"/>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Sans Text" pitchFamily="2" charset="0"/>
                <a:ea typeface="+mn-ea"/>
                <a:cs typeface="Segoe Sans Text" pitchFamily="2" charset="0"/>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b="0" i="0" kern="1200" spc="0" baseline="0">
                <a:solidFill>
                  <a:schemeClr val="tx1"/>
                </a:solidFill>
                <a:latin typeface="Segoe Sans Text" pitchFamily="2" charset="0"/>
                <a:ea typeface="+mn-ea"/>
                <a:cs typeface="Segoe Sans Text" pitchFamily="2" charset="0"/>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50" b="0" i="0" kern="1200" spc="0" baseline="0">
                <a:solidFill>
                  <a:schemeClr val="tx1"/>
                </a:solidFill>
                <a:latin typeface="Segoe Sans Text" pitchFamily="2" charset="0"/>
                <a:ea typeface="+mn-ea"/>
                <a:cs typeface="Segoe Sans Text"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65760" indent="-365760" defTabSz="914400">
              <a:spcBef>
                <a:spcPts val="0"/>
              </a:spcBef>
              <a:spcAft>
                <a:spcPts val="1200"/>
              </a:spcAft>
              <a:buSzTx/>
              <a:buBlip>
                <a:blip r:embed="rId3"/>
              </a:buBlip>
              <a:defRPr/>
            </a:pPr>
            <a:r>
              <a:rPr lang="en-US" sz="1800" b="0" dirty="0">
                <a:gradFill>
                  <a:gsLst>
                    <a:gs pos="2917">
                      <a:srgbClr val="282828"/>
                    </a:gs>
                    <a:gs pos="100000">
                      <a:srgbClr val="282828"/>
                    </a:gs>
                  </a:gsLst>
                  <a:lin ang="5400000" scaled="0"/>
                </a:gradFill>
                <a:latin typeface="+mn-lt"/>
                <a:cs typeface="+mn-cs"/>
              </a:rPr>
              <a:t>User centric liveness match</a:t>
            </a:r>
          </a:p>
          <a:p>
            <a:pPr marL="365760" indent="-365760" defTabSz="914400">
              <a:spcBef>
                <a:spcPts val="0"/>
              </a:spcBef>
              <a:spcAft>
                <a:spcPts val="1200"/>
              </a:spcAft>
              <a:buSzTx/>
              <a:buBlip>
                <a:blip r:embed="rId3"/>
              </a:buBlip>
              <a:defRPr/>
            </a:pPr>
            <a:r>
              <a:rPr lang="en-US" sz="1800" b="0" dirty="0">
                <a:gradFill>
                  <a:gsLst>
                    <a:gs pos="2917">
                      <a:srgbClr val="282828"/>
                    </a:gs>
                    <a:gs pos="100000">
                      <a:srgbClr val="282828"/>
                    </a:gs>
                  </a:gsLst>
                  <a:lin ang="5400000" scaled="0"/>
                </a:gradFill>
                <a:latin typeface="+mn-lt"/>
                <a:cs typeface="+mn-cs"/>
              </a:rPr>
              <a:t>Verifies that it is a real person in the live footage</a:t>
            </a:r>
          </a:p>
          <a:p>
            <a:pPr marL="365760" indent="-365760" defTabSz="914400">
              <a:spcBef>
                <a:spcPts val="0"/>
              </a:spcBef>
              <a:spcAft>
                <a:spcPts val="1200"/>
              </a:spcAft>
              <a:buSzTx/>
              <a:buBlip>
                <a:blip r:embed="rId3"/>
              </a:buBlip>
              <a:defRPr/>
            </a:pPr>
            <a:r>
              <a:rPr lang="en-US" sz="1800" b="0" dirty="0">
                <a:gradFill>
                  <a:gsLst>
                    <a:gs pos="2917">
                      <a:srgbClr val="282828"/>
                    </a:gs>
                    <a:gs pos="100000">
                      <a:srgbClr val="282828"/>
                    </a:gs>
                  </a:gsLst>
                  <a:lin ang="5400000" scaled="0"/>
                </a:gradFill>
                <a:latin typeface="+mn-lt"/>
                <a:cs typeface="+mn-cs"/>
              </a:rPr>
              <a:t>Only a confidence in match is shared with the app</a:t>
            </a:r>
          </a:p>
          <a:p>
            <a:pPr marL="365760" indent="-365760" defTabSz="914400">
              <a:spcBef>
                <a:spcPts val="0"/>
              </a:spcBef>
              <a:spcAft>
                <a:spcPts val="1200"/>
              </a:spcAft>
              <a:buSzTx/>
              <a:buBlip>
                <a:blip r:embed="rId3"/>
              </a:buBlip>
              <a:defRPr/>
            </a:pPr>
            <a:r>
              <a:rPr lang="en-US" sz="1800" b="0" dirty="0">
                <a:gradFill>
                  <a:gsLst>
                    <a:gs pos="2917">
                      <a:srgbClr val="282828"/>
                    </a:gs>
                    <a:gs pos="100000">
                      <a:srgbClr val="282828"/>
                    </a:gs>
                  </a:gsLst>
                  <a:lin ang="5400000" scaled="0"/>
                </a:gradFill>
                <a:latin typeface="+mn-lt"/>
                <a:cs typeface="+mn-cs"/>
              </a:rPr>
              <a:t>Match performed within the Verification App’s </a:t>
            </a:r>
            <a:br>
              <a:rPr lang="en-US" sz="1800" b="0" dirty="0">
                <a:gradFill>
                  <a:gsLst>
                    <a:gs pos="2917">
                      <a:srgbClr val="282828"/>
                    </a:gs>
                    <a:gs pos="100000">
                      <a:srgbClr val="282828"/>
                    </a:gs>
                  </a:gsLst>
                  <a:lin ang="5400000" scaled="0"/>
                </a:gradFill>
                <a:latin typeface="+mn-lt"/>
                <a:cs typeface="+mn-cs"/>
              </a:rPr>
            </a:br>
            <a:r>
              <a:rPr lang="en-US" sz="1800" b="0" dirty="0">
                <a:gradFill>
                  <a:gsLst>
                    <a:gs pos="2917">
                      <a:srgbClr val="282828"/>
                    </a:gs>
                    <a:gs pos="100000">
                      <a:srgbClr val="282828"/>
                    </a:gs>
                  </a:gsLst>
                  <a:lin ang="5400000" scaled="0"/>
                </a:gradFill>
                <a:latin typeface="+mn-lt"/>
                <a:cs typeface="+mn-cs"/>
              </a:rPr>
              <a:t>cloud data boundary</a:t>
            </a:r>
          </a:p>
          <a:p>
            <a:pPr marL="365760" indent="-365760" defTabSz="914400">
              <a:spcBef>
                <a:spcPts val="0"/>
              </a:spcBef>
              <a:spcAft>
                <a:spcPts val="1200"/>
              </a:spcAft>
              <a:buSzTx/>
              <a:buBlip>
                <a:blip r:embed="rId3"/>
              </a:buBlip>
              <a:defRPr/>
            </a:pPr>
            <a:r>
              <a:rPr lang="en-US" sz="1800" b="0" dirty="0">
                <a:gradFill>
                  <a:gsLst>
                    <a:gs pos="2917">
                      <a:srgbClr val="282828"/>
                    </a:gs>
                    <a:gs pos="100000">
                      <a:srgbClr val="282828"/>
                    </a:gs>
                  </a:gsLst>
                  <a:lin ang="5400000" scaled="0"/>
                </a:gradFill>
                <a:latin typeface="+mn-lt"/>
                <a:cs typeface="+mn-cs"/>
              </a:rPr>
              <a:t>Azure AI Version service can detect a wide variety of spoofing techniques and conformant to ISO/IEC 30107-3 PAD (Presentation Attack Detection) standards as validated by </a:t>
            </a:r>
            <a:r>
              <a:rPr lang="en-US" sz="1800" b="0" dirty="0" err="1">
                <a:gradFill>
                  <a:gsLst>
                    <a:gs pos="2917">
                      <a:srgbClr val="282828"/>
                    </a:gs>
                    <a:gs pos="100000">
                      <a:srgbClr val="282828"/>
                    </a:gs>
                  </a:gsLst>
                  <a:lin ang="5400000" scaled="0"/>
                </a:gradFill>
                <a:latin typeface="+mn-lt"/>
                <a:cs typeface="+mn-cs"/>
              </a:rPr>
              <a:t>iBeta</a:t>
            </a:r>
            <a:r>
              <a:rPr lang="en-US" sz="1800" b="0" dirty="0">
                <a:gradFill>
                  <a:gsLst>
                    <a:gs pos="2917">
                      <a:srgbClr val="282828"/>
                    </a:gs>
                    <a:gs pos="100000">
                      <a:srgbClr val="282828"/>
                    </a:gs>
                  </a:gsLst>
                  <a:lin ang="5400000" scaled="0"/>
                </a:gradFill>
                <a:latin typeface="+mn-lt"/>
                <a:cs typeface="+mn-cs"/>
              </a:rPr>
              <a:t> level 1 and level 2 conformance testing</a:t>
            </a:r>
          </a:p>
          <a:p>
            <a:pPr marL="342900" indent="-342900">
              <a:buFont typeface="Wingdings" panose="05000000000000000000" pitchFamily="2" charset="2"/>
              <a:buAutoNum type="arabicPeriod"/>
            </a:pPr>
            <a:endParaRPr lang="en-US" sz="1800" b="0" dirty="0">
              <a:latin typeface="+mn-lt"/>
            </a:endParaRPr>
          </a:p>
        </p:txBody>
      </p:sp>
      <p:pic>
        <p:nvPicPr>
          <p:cNvPr id="24" name="Picture 23">
            <a:extLst>
              <a:ext uri="{FF2B5EF4-FFF2-40B4-BE49-F238E27FC236}">
                <a16:creationId xmlns:a16="http://schemas.microsoft.com/office/drawing/2014/main" id="{5A70E1E8-697E-6FB6-E080-6BEC77C69F6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871132" y="1026433"/>
            <a:ext cx="2348696" cy="4805131"/>
          </a:xfrm>
          <a:prstGeom prst="rect">
            <a:avLst/>
          </a:prstGeom>
        </p:spPr>
      </p:pic>
    </p:spTree>
    <p:extLst>
      <p:ext uri="{BB962C8B-B14F-4D97-AF65-F5344CB8AC3E}">
        <p14:creationId xmlns:p14="http://schemas.microsoft.com/office/powerpoint/2010/main" val="5159088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D53C-09AA-DF12-26AA-C918B511B44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C5A9DC50-7B39-F7F6-BF47-29D637464EF7}"/>
              </a:ext>
              <a:ext uri="{C183D7F6-B498-43B3-948B-1728B52AA6E4}">
                <adec:decorative xmlns:adec="http://schemas.microsoft.com/office/drawing/2017/decorative" val="1"/>
              </a:ext>
            </a:extLst>
          </p:cNvPr>
          <p:cNvSpPr/>
          <p:nvPr/>
        </p:nvSpPr>
        <p:spPr bwMode="auto">
          <a:xfrm>
            <a:off x="518160" y="1296792"/>
            <a:ext cx="11155680" cy="4480560"/>
          </a:xfrm>
          <a:prstGeom prst="roundRect">
            <a:avLst>
              <a:gd name="adj" fmla="val 5121"/>
            </a:avLst>
          </a:prstGeom>
          <a:solidFill>
            <a:schemeClr val="bg1"/>
          </a:solidFill>
          <a:ln w="1270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CD27114D-344A-B5D0-CDCC-32AA48349009}"/>
              </a:ext>
            </a:extLst>
          </p:cNvPr>
          <p:cNvSpPr>
            <a:spLocks noGrp="1"/>
          </p:cNvSpPr>
          <p:nvPr>
            <p:ph type="title"/>
          </p:nvPr>
        </p:nvSpPr>
        <p:spPr>
          <a:xfrm>
            <a:off x="588263" y="457200"/>
            <a:ext cx="11018520" cy="492443"/>
          </a:xfrm>
        </p:spPr>
        <p:txBody>
          <a:bodyPr/>
          <a:lstStyle/>
          <a:p>
            <a:r>
              <a:rPr lang="en-US" sz="3200"/>
              <a:t>Licensing</a:t>
            </a:r>
            <a:endParaRPr lang="en-US" sz="3600"/>
          </a:p>
        </p:txBody>
      </p:sp>
      <p:sp>
        <p:nvSpPr>
          <p:cNvPr id="18" name="Rectangle: Single Corner Rounded 17">
            <a:extLst>
              <a:ext uri="{FF2B5EF4-FFF2-40B4-BE49-F238E27FC236}">
                <a16:creationId xmlns:a16="http://schemas.microsoft.com/office/drawing/2014/main" id="{E0FECD75-3406-B292-E966-BD77729CC8B2}"/>
              </a:ext>
              <a:ext uri="{C183D7F6-B498-43B3-948B-1728B52AA6E4}">
                <adec:decorative xmlns:adec="http://schemas.microsoft.com/office/drawing/2017/decorative" val="1"/>
              </a:ext>
            </a:extLst>
          </p:cNvPr>
          <p:cNvSpPr/>
          <p:nvPr/>
        </p:nvSpPr>
        <p:spPr bwMode="auto">
          <a:xfrm flipH="1">
            <a:off x="792480" y="1546211"/>
            <a:ext cx="2651760" cy="548640"/>
          </a:xfrm>
          <a:prstGeom prst="round1Rect">
            <a:avLst/>
          </a:prstGeom>
          <a:solidFill>
            <a:schemeClr val="accent1"/>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E4353416-50C1-F403-2A89-D032419262CE}"/>
              </a:ext>
            </a:extLst>
          </p:cNvPr>
          <p:cNvSpPr txBox="1"/>
          <p:nvPr/>
        </p:nvSpPr>
        <p:spPr>
          <a:xfrm>
            <a:off x="1255464" y="1635865"/>
            <a:ext cx="15429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Capabilities</a:t>
            </a: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6" name="Rectangle: Single Corner Rounded 25">
            <a:extLst>
              <a:ext uri="{FF2B5EF4-FFF2-40B4-BE49-F238E27FC236}">
                <a16:creationId xmlns:a16="http://schemas.microsoft.com/office/drawing/2014/main" id="{FE4BA1A3-BFAB-6AFE-4AB2-5687DF2CC830}"/>
              </a:ext>
            </a:extLst>
          </p:cNvPr>
          <p:cNvSpPr/>
          <p:nvPr/>
        </p:nvSpPr>
        <p:spPr bwMode="auto">
          <a:xfrm flipH="1">
            <a:off x="792480" y="2265745"/>
            <a:ext cx="2651760" cy="731520"/>
          </a:xfrm>
          <a:prstGeom prst="round1Rect">
            <a:avLst>
              <a:gd name="adj" fmla="val 0"/>
            </a:avLst>
          </a:prstGeom>
          <a:solidFill>
            <a:schemeClr val="bg1"/>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Anyone can issue/verify</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(up to 50k monthly active users)</a:t>
            </a:r>
          </a:p>
        </p:txBody>
      </p:sp>
      <p:sp>
        <p:nvSpPr>
          <p:cNvPr id="27" name="Rectangle: Single Corner Rounded 26">
            <a:extLst>
              <a:ext uri="{FF2B5EF4-FFF2-40B4-BE49-F238E27FC236}">
                <a16:creationId xmlns:a16="http://schemas.microsoft.com/office/drawing/2014/main" id="{9117683A-1903-78FE-4E72-08F3F1318593}"/>
              </a:ext>
            </a:extLst>
          </p:cNvPr>
          <p:cNvSpPr/>
          <p:nvPr/>
        </p:nvSpPr>
        <p:spPr bwMode="auto">
          <a:xfrm flipH="1">
            <a:off x="792480" y="3087565"/>
            <a:ext cx="2651760" cy="731520"/>
          </a:xfrm>
          <a:prstGeom prst="round1Rect">
            <a:avLst>
              <a:gd name="adj" fmla="val 0"/>
            </a:avLst>
          </a:prstGeom>
          <a:solidFill>
            <a:schemeClr val="bg1"/>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Unlimited Credentials</a:t>
            </a:r>
          </a:p>
        </p:txBody>
      </p:sp>
      <p:sp>
        <p:nvSpPr>
          <p:cNvPr id="28" name="Rectangle: Single Corner Rounded 27">
            <a:extLst>
              <a:ext uri="{FF2B5EF4-FFF2-40B4-BE49-F238E27FC236}">
                <a16:creationId xmlns:a16="http://schemas.microsoft.com/office/drawing/2014/main" id="{22FB4691-244B-AE5B-8FAC-CB5C06780189}"/>
              </a:ext>
            </a:extLst>
          </p:cNvPr>
          <p:cNvSpPr/>
          <p:nvPr/>
        </p:nvSpPr>
        <p:spPr bwMode="auto">
          <a:xfrm flipH="1">
            <a:off x="792480" y="3909385"/>
            <a:ext cx="2651760" cy="731520"/>
          </a:xfrm>
          <a:prstGeom prst="round1Rect">
            <a:avLst>
              <a:gd name="adj" fmla="val 0"/>
            </a:avLst>
          </a:prstGeom>
          <a:solidFill>
            <a:schemeClr val="bg1"/>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Face Check</a:t>
            </a:r>
          </a:p>
        </p:txBody>
      </p:sp>
      <p:sp>
        <p:nvSpPr>
          <p:cNvPr id="29" name="Rectangle: Single Corner Rounded 28">
            <a:extLst>
              <a:ext uri="{FF2B5EF4-FFF2-40B4-BE49-F238E27FC236}">
                <a16:creationId xmlns:a16="http://schemas.microsoft.com/office/drawing/2014/main" id="{83444E58-1868-C772-84D3-1595113341F5}"/>
              </a:ext>
            </a:extLst>
          </p:cNvPr>
          <p:cNvSpPr/>
          <p:nvPr/>
        </p:nvSpPr>
        <p:spPr bwMode="auto">
          <a:xfrm flipH="1">
            <a:off x="792480" y="4731204"/>
            <a:ext cx="2651760" cy="731520"/>
          </a:xfrm>
          <a:prstGeom prst="round1Rect">
            <a:avLst>
              <a:gd name="adj" fmla="val 0"/>
            </a:avLst>
          </a:prstGeom>
          <a:solidFill>
            <a:schemeClr val="bg1"/>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Integration with </a:t>
            </a:r>
            <a:b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br>
            <a:r>
              <a:rPr kumimoji="0" lang="en-US" sz="1200" b="1"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Microsoft Entra ID Governance entitlement management</a:t>
            </a:r>
          </a:p>
        </p:txBody>
      </p:sp>
      <p:sp>
        <p:nvSpPr>
          <p:cNvPr id="19" name="Rectangle 18">
            <a:extLst>
              <a:ext uri="{FF2B5EF4-FFF2-40B4-BE49-F238E27FC236}">
                <a16:creationId xmlns:a16="http://schemas.microsoft.com/office/drawing/2014/main" id="{5C22074A-718C-C2F1-9FE3-4625F90D8476}"/>
              </a:ext>
            </a:extLst>
          </p:cNvPr>
          <p:cNvSpPr/>
          <p:nvPr/>
        </p:nvSpPr>
        <p:spPr bwMode="auto">
          <a:xfrm>
            <a:off x="3627120" y="1546211"/>
            <a:ext cx="2468880" cy="548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Included in </a:t>
            </a:r>
            <a:b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b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Microsoft Entra ID Free</a:t>
            </a:r>
          </a:p>
        </p:txBody>
      </p:sp>
      <p:sp>
        <p:nvSpPr>
          <p:cNvPr id="20" name="Rectangle 19">
            <a:extLst>
              <a:ext uri="{FF2B5EF4-FFF2-40B4-BE49-F238E27FC236}">
                <a16:creationId xmlns:a16="http://schemas.microsoft.com/office/drawing/2014/main" id="{051A3D59-B06F-E418-71C0-AAEEB4DC1DFA}"/>
              </a:ext>
            </a:extLst>
          </p:cNvPr>
          <p:cNvSpPr/>
          <p:nvPr/>
        </p:nvSpPr>
        <p:spPr bwMode="auto">
          <a:xfrm>
            <a:off x="6278880" y="1546211"/>
            <a:ext cx="2468880" cy="548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Included in </a:t>
            </a:r>
            <a:b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b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Microsoft Entra ID P1</a:t>
            </a:r>
          </a:p>
        </p:txBody>
      </p:sp>
      <p:sp>
        <p:nvSpPr>
          <p:cNvPr id="21" name="Rectangle 20">
            <a:extLst>
              <a:ext uri="{FF2B5EF4-FFF2-40B4-BE49-F238E27FC236}">
                <a16:creationId xmlns:a16="http://schemas.microsoft.com/office/drawing/2014/main" id="{956A7E87-7C0A-FC2B-ADB8-F87D183A7C07}"/>
              </a:ext>
            </a:extLst>
          </p:cNvPr>
          <p:cNvSpPr/>
          <p:nvPr/>
        </p:nvSpPr>
        <p:spPr bwMode="auto">
          <a:xfrm>
            <a:off x="8930640" y="1546211"/>
            <a:ext cx="2468880" cy="548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Included in </a:t>
            </a:r>
            <a:b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b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Microsoft Entra Suite</a:t>
            </a:r>
          </a:p>
        </p:txBody>
      </p:sp>
      <p:cxnSp>
        <p:nvCxnSpPr>
          <p:cNvPr id="31" name="Straight Connector 30">
            <a:extLst>
              <a:ext uri="{FF2B5EF4-FFF2-40B4-BE49-F238E27FC236}">
                <a16:creationId xmlns:a16="http://schemas.microsoft.com/office/drawing/2014/main" id="{128C54CC-7FEE-FF9B-7C54-09D8158A2DB6}"/>
              </a:ext>
              <a:ext uri="{C183D7F6-B498-43B3-948B-1728B52AA6E4}">
                <adec:decorative xmlns:adec="http://schemas.microsoft.com/office/drawing/2017/decorative" val="1"/>
              </a:ext>
            </a:extLst>
          </p:cNvPr>
          <p:cNvCxnSpPr>
            <a:cxnSpLocks/>
          </p:cNvCxnSpPr>
          <p:nvPr/>
        </p:nvCxnSpPr>
        <p:spPr>
          <a:xfrm>
            <a:off x="3627120" y="3042415"/>
            <a:ext cx="7772400" cy="0"/>
          </a:xfrm>
          <a:prstGeom prst="line">
            <a:avLst/>
          </a:prstGeom>
          <a:ln w="34925"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E165C3D-E4A6-0CE8-8A9B-856286ECB18F}"/>
              </a:ext>
              <a:ext uri="{C183D7F6-B498-43B3-948B-1728B52AA6E4}">
                <adec:decorative xmlns:adec="http://schemas.microsoft.com/office/drawing/2017/decorative" val="1"/>
              </a:ext>
            </a:extLst>
          </p:cNvPr>
          <p:cNvCxnSpPr>
            <a:cxnSpLocks/>
          </p:cNvCxnSpPr>
          <p:nvPr/>
        </p:nvCxnSpPr>
        <p:spPr>
          <a:xfrm>
            <a:off x="3627120" y="4686054"/>
            <a:ext cx="7772400" cy="0"/>
          </a:xfrm>
          <a:prstGeom prst="line">
            <a:avLst/>
          </a:prstGeom>
          <a:ln w="34925"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6058CE3-B1B3-2D3B-5B6C-5A49F47F5847}"/>
              </a:ext>
              <a:ext uri="{C183D7F6-B498-43B3-948B-1728B52AA6E4}">
                <adec:decorative xmlns:adec="http://schemas.microsoft.com/office/drawing/2017/decorative" val="1"/>
              </a:ext>
            </a:extLst>
          </p:cNvPr>
          <p:cNvCxnSpPr>
            <a:cxnSpLocks/>
          </p:cNvCxnSpPr>
          <p:nvPr/>
        </p:nvCxnSpPr>
        <p:spPr>
          <a:xfrm>
            <a:off x="3627120" y="3864235"/>
            <a:ext cx="7772400" cy="0"/>
          </a:xfrm>
          <a:prstGeom prst="line">
            <a:avLst/>
          </a:prstGeom>
          <a:ln w="34925"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9CA8097-6A4F-3C49-D6BC-087E2B0FB329}"/>
              </a:ext>
              <a:ext uri="{C183D7F6-B498-43B3-948B-1728B52AA6E4}">
                <adec:decorative xmlns:adec="http://schemas.microsoft.com/office/drawing/2017/decorative" val="1"/>
              </a:ext>
            </a:extLst>
          </p:cNvPr>
          <p:cNvGrpSpPr/>
          <p:nvPr/>
        </p:nvGrpSpPr>
        <p:grpSpPr>
          <a:xfrm>
            <a:off x="4587240" y="2357185"/>
            <a:ext cx="548640" cy="548640"/>
            <a:chOff x="9011169" y="1989515"/>
            <a:chExt cx="635158" cy="635158"/>
          </a:xfrm>
        </p:grpSpPr>
        <p:sp>
          <p:nvSpPr>
            <p:cNvPr id="38" name="Oval 37">
              <a:extLst>
                <a:ext uri="{FF2B5EF4-FFF2-40B4-BE49-F238E27FC236}">
                  <a16:creationId xmlns:a16="http://schemas.microsoft.com/office/drawing/2014/main" id="{F19EC66F-5B83-ABEF-9D04-0E1A59B8C13F}"/>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9" name="check 3" title="Icon of a checkmark with a circle around it">
              <a:extLst>
                <a:ext uri="{FF2B5EF4-FFF2-40B4-BE49-F238E27FC236}">
                  <a16:creationId xmlns:a16="http://schemas.microsoft.com/office/drawing/2014/main" id="{32FA084D-8A85-8BCE-F572-236C840FF0F3}"/>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EAD76D01-6A8F-8646-918A-AFD412575140}"/>
              </a:ext>
              <a:ext uri="{C183D7F6-B498-43B3-948B-1728B52AA6E4}">
                <adec:decorative xmlns:adec="http://schemas.microsoft.com/office/drawing/2017/decorative" val="1"/>
              </a:ext>
            </a:extLst>
          </p:cNvPr>
          <p:cNvGrpSpPr/>
          <p:nvPr/>
        </p:nvGrpSpPr>
        <p:grpSpPr>
          <a:xfrm>
            <a:off x="7239000" y="2357185"/>
            <a:ext cx="548640" cy="548640"/>
            <a:chOff x="9011169" y="1989515"/>
            <a:chExt cx="635158" cy="635158"/>
          </a:xfrm>
        </p:grpSpPr>
        <p:sp>
          <p:nvSpPr>
            <p:cNvPr id="41" name="Oval 40">
              <a:extLst>
                <a:ext uri="{FF2B5EF4-FFF2-40B4-BE49-F238E27FC236}">
                  <a16:creationId xmlns:a16="http://schemas.microsoft.com/office/drawing/2014/main" id="{C66772ED-03B1-370B-30CB-1DBA26F06089}"/>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42" name="check 3" title="Icon of a checkmark with a circle around it">
              <a:extLst>
                <a:ext uri="{FF2B5EF4-FFF2-40B4-BE49-F238E27FC236}">
                  <a16:creationId xmlns:a16="http://schemas.microsoft.com/office/drawing/2014/main" id="{F8F1DED1-EDA0-C50E-98D9-1516E6C8A300}"/>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D6D61CCB-AE63-798E-BDA3-D7BA2A23AA17}"/>
              </a:ext>
              <a:ext uri="{C183D7F6-B498-43B3-948B-1728B52AA6E4}">
                <adec:decorative xmlns:adec="http://schemas.microsoft.com/office/drawing/2017/decorative" val="1"/>
              </a:ext>
            </a:extLst>
          </p:cNvPr>
          <p:cNvGrpSpPr/>
          <p:nvPr/>
        </p:nvGrpSpPr>
        <p:grpSpPr>
          <a:xfrm>
            <a:off x="7239000" y="3179005"/>
            <a:ext cx="548640" cy="548640"/>
            <a:chOff x="9011169" y="1989515"/>
            <a:chExt cx="635158" cy="635158"/>
          </a:xfrm>
        </p:grpSpPr>
        <p:sp>
          <p:nvSpPr>
            <p:cNvPr id="44" name="Oval 43">
              <a:extLst>
                <a:ext uri="{FF2B5EF4-FFF2-40B4-BE49-F238E27FC236}">
                  <a16:creationId xmlns:a16="http://schemas.microsoft.com/office/drawing/2014/main" id="{35FCEC95-3279-2355-7849-EA5B6C095C09}"/>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45" name="check 3" title="Icon of a checkmark with a circle around it">
              <a:extLst>
                <a:ext uri="{FF2B5EF4-FFF2-40B4-BE49-F238E27FC236}">
                  <a16:creationId xmlns:a16="http://schemas.microsoft.com/office/drawing/2014/main" id="{AD58AF78-B15B-DB34-6CC7-E72F0DE143DD}"/>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72DAD75C-393F-C3B9-E83C-E8DD4C869DFC}"/>
              </a:ext>
              <a:ext uri="{C183D7F6-B498-43B3-948B-1728B52AA6E4}">
                <adec:decorative xmlns:adec="http://schemas.microsoft.com/office/drawing/2017/decorative" val="1"/>
              </a:ext>
            </a:extLst>
          </p:cNvPr>
          <p:cNvGrpSpPr/>
          <p:nvPr/>
        </p:nvGrpSpPr>
        <p:grpSpPr>
          <a:xfrm>
            <a:off x="9890760" y="2357185"/>
            <a:ext cx="548640" cy="548640"/>
            <a:chOff x="9011169" y="1989515"/>
            <a:chExt cx="635158" cy="635158"/>
          </a:xfrm>
        </p:grpSpPr>
        <p:sp>
          <p:nvSpPr>
            <p:cNvPr id="47" name="Oval 46">
              <a:extLst>
                <a:ext uri="{FF2B5EF4-FFF2-40B4-BE49-F238E27FC236}">
                  <a16:creationId xmlns:a16="http://schemas.microsoft.com/office/drawing/2014/main" id="{D7A46127-6FDF-D600-648B-2E1705DFE9F9}"/>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48" name="check 3" title="Icon of a checkmark with a circle around it">
              <a:extLst>
                <a:ext uri="{FF2B5EF4-FFF2-40B4-BE49-F238E27FC236}">
                  <a16:creationId xmlns:a16="http://schemas.microsoft.com/office/drawing/2014/main" id="{FE45415D-5895-FE51-CA6D-B23FF759ED51}"/>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A582E7AE-278D-714E-A947-AABD596A1979}"/>
              </a:ext>
              <a:ext uri="{C183D7F6-B498-43B3-948B-1728B52AA6E4}">
                <adec:decorative xmlns:adec="http://schemas.microsoft.com/office/drawing/2017/decorative" val="1"/>
              </a:ext>
            </a:extLst>
          </p:cNvPr>
          <p:cNvGrpSpPr/>
          <p:nvPr/>
        </p:nvGrpSpPr>
        <p:grpSpPr>
          <a:xfrm>
            <a:off x="9890760" y="3179005"/>
            <a:ext cx="548640" cy="548640"/>
            <a:chOff x="9011169" y="1989515"/>
            <a:chExt cx="635158" cy="635158"/>
          </a:xfrm>
        </p:grpSpPr>
        <p:sp>
          <p:nvSpPr>
            <p:cNvPr id="50" name="Oval 49">
              <a:extLst>
                <a:ext uri="{FF2B5EF4-FFF2-40B4-BE49-F238E27FC236}">
                  <a16:creationId xmlns:a16="http://schemas.microsoft.com/office/drawing/2014/main" id="{23329C07-4C96-0488-EC18-5ACE11598DE6}"/>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1" name="check 3" title="Icon of a checkmark with a circle around it">
              <a:extLst>
                <a:ext uri="{FF2B5EF4-FFF2-40B4-BE49-F238E27FC236}">
                  <a16:creationId xmlns:a16="http://schemas.microsoft.com/office/drawing/2014/main" id="{9BAEAEC8-9770-7354-6812-06515B661A77}"/>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52" name="Group 51">
            <a:extLst>
              <a:ext uri="{FF2B5EF4-FFF2-40B4-BE49-F238E27FC236}">
                <a16:creationId xmlns:a16="http://schemas.microsoft.com/office/drawing/2014/main" id="{15BD4C5A-329A-B185-5C72-E41781832224}"/>
              </a:ext>
              <a:ext uri="{C183D7F6-B498-43B3-948B-1728B52AA6E4}">
                <adec:decorative xmlns:adec="http://schemas.microsoft.com/office/drawing/2017/decorative" val="1"/>
              </a:ext>
            </a:extLst>
          </p:cNvPr>
          <p:cNvGrpSpPr/>
          <p:nvPr/>
        </p:nvGrpSpPr>
        <p:grpSpPr>
          <a:xfrm>
            <a:off x="9890760" y="4000825"/>
            <a:ext cx="548640" cy="548640"/>
            <a:chOff x="9011169" y="1989515"/>
            <a:chExt cx="635158" cy="635158"/>
          </a:xfrm>
        </p:grpSpPr>
        <p:sp>
          <p:nvSpPr>
            <p:cNvPr id="53" name="Oval 52">
              <a:extLst>
                <a:ext uri="{FF2B5EF4-FFF2-40B4-BE49-F238E27FC236}">
                  <a16:creationId xmlns:a16="http://schemas.microsoft.com/office/drawing/2014/main" id="{84455F60-8261-EB9D-AAB6-2209C354765E}"/>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4" name="check 3" title="Icon of a checkmark with a circle around it">
              <a:extLst>
                <a:ext uri="{FF2B5EF4-FFF2-40B4-BE49-F238E27FC236}">
                  <a16:creationId xmlns:a16="http://schemas.microsoft.com/office/drawing/2014/main" id="{62F0DA4B-19C7-C103-D2F1-3E5A9B13A03D}"/>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55" name="Group 54">
            <a:extLst>
              <a:ext uri="{FF2B5EF4-FFF2-40B4-BE49-F238E27FC236}">
                <a16:creationId xmlns:a16="http://schemas.microsoft.com/office/drawing/2014/main" id="{F8ADF5F8-9749-7E74-5768-BC9326171571}"/>
              </a:ext>
              <a:ext uri="{C183D7F6-B498-43B3-948B-1728B52AA6E4}">
                <adec:decorative xmlns:adec="http://schemas.microsoft.com/office/drawing/2017/decorative" val="1"/>
              </a:ext>
            </a:extLst>
          </p:cNvPr>
          <p:cNvGrpSpPr/>
          <p:nvPr/>
        </p:nvGrpSpPr>
        <p:grpSpPr>
          <a:xfrm>
            <a:off x="9890760" y="4800069"/>
            <a:ext cx="548640" cy="548640"/>
            <a:chOff x="9011169" y="1989515"/>
            <a:chExt cx="635158" cy="635158"/>
          </a:xfrm>
        </p:grpSpPr>
        <p:sp>
          <p:nvSpPr>
            <p:cNvPr id="56" name="Oval 55">
              <a:extLst>
                <a:ext uri="{FF2B5EF4-FFF2-40B4-BE49-F238E27FC236}">
                  <a16:creationId xmlns:a16="http://schemas.microsoft.com/office/drawing/2014/main" id="{1D8436C9-D4AC-FD41-6A37-688045E4E44E}"/>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7" name="check 3" title="Icon of a checkmark with a circle around it">
              <a:extLst>
                <a:ext uri="{FF2B5EF4-FFF2-40B4-BE49-F238E27FC236}">
                  <a16:creationId xmlns:a16="http://schemas.microsoft.com/office/drawing/2014/main" id="{F8DF73BD-C91F-9CE4-8DDF-60B728667D9B}"/>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59" name="TextBox 58">
            <a:extLst>
              <a:ext uri="{FF2B5EF4-FFF2-40B4-BE49-F238E27FC236}">
                <a16:creationId xmlns:a16="http://schemas.microsoft.com/office/drawing/2014/main" id="{D58D2D96-3C22-F6BB-9A37-3BF43EC0A3F0}"/>
              </a:ext>
            </a:extLst>
          </p:cNvPr>
          <p:cNvSpPr txBox="1"/>
          <p:nvPr/>
        </p:nvSpPr>
        <p:spPr>
          <a:xfrm>
            <a:off x="6827520" y="4121257"/>
            <a:ext cx="13716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a:ea typeface="+mn-ea"/>
                <a:cs typeface="+mn-cs"/>
              </a:rPr>
              <a:t>Add-on *</a:t>
            </a:r>
          </a:p>
        </p:txBody>
      </p:sp>
      <p:sp>
        <p:nvSpPr>
          <p:cNvPr id="11" name="TextBox 10">
            <a:extLst>
              <a:ext uri="{FF2B5EF4-FFF2-40B4-BE49-F238E27FC236}">
                <a16:creationId xmlns:a16="http://schemas.microsoft.com/office/drawing/2014/main" id="{38DE23E6-1A80-561B-E271-7B1C9B16D923}"/>
              </a:ext>
            </a:extLst>
          </p:cNvPr>
          <p:cNvSpPr txBox="1"/>
          <p:nvPr/>
        </p:nvSpPr>
        <p:spPr>
          <a:xfrm>
            <a:off x="588263" y="6006693"/>
            <a:ext cx="530352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 $0.25 per verification if purchasing standalone</a:t>
            </a:r>
          </a:p>
        </p:txBody>
      </p:sp>
      <p:sp>
        <p:nvSpPr>
          <p:cNvPr id="60" name="TextBox 59">
            <a:extLst>
              <a:ext uri="{FF2B5EF4-FFF2-40B4-BE49-F238E27FC236}">
                <a16:creationId xmlns:a16="http://schemas.microsoft.com/office/drawing/2014/main" id="{11FB86BD-E479-D2A9-8051-D30D3546F530}"/>
              </a:ext>
            </a:extLst>
          </p:cNvPr>
          <p:cNvSpPr txBox="1"/>
          <p:nvPr/>
        </p:nvSpPr>
        <p:spPr>
          <a:xfrm>
            <a:off x="6302693" y="6006693"/>
            <a:ext cx="530352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 8 Face Checks per user per month included in Entra Suite, $0.25 each for additional verification</a:t>
            </a:r>
          </a:p>
        </p:txBody>
      </p:sp>
      <p:sp>
        <p:nvSpPr>
          <p:cNvPr id="61" name="TextBox 60">
            <a:extLst>
              <a:ext uri="{FF2B5EF4-FFF2-40B4-BE49-F238E27FC236}">
                <a16:creationId xmlns:a16="http://schemas.microsoft.com/office/drawing/2014/main" id="{C7B7547C-59B7-EAA6-EE2A-4D93C0EA751A}"/>
              </a:ext>
              <a:ext uri="{C183D7F6-B498-43B3-948B-1728B52AA6E4}">
                <adec:decorative xmlns:adec="http://schemas.microsoft.com/office/drawing/2017/decorative" val="1"/>
              </a:ext>
            </a:extLst>
          </p:cNvPr>
          <p:cNvSpPr txBox="1"/>
          <p:nvPr/>
        </p:nvSpPr>
        <p:spPr>
          <a:xfrm>
            <a:off x="9320390" y="3989736"/>
            <a:ext cx="1371600"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a:ea typeface="+mn-ea"/>
                <a:cs typeface="+mn-cs"/>
              </a:rPr>
              <a:t>**</a:t>
            </a:r>
          </a:p>
        </p:txBody>
      </p:sp>
    </p:spTree>
    <p:extLst>
      <p:ext uri="{BB962C8B-B14F-4D97-AF65-F5344CB8AC3E}">
        <p14:creationId xmlns:p14="http://schemas.microsoft.com/office/powerpoint/2010/main" val="206468651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AC85C-336D-3770-C028-089369BCF69E}"/>
            </a:ext>
          </a:extLst>
        </p:cNvPr>
        <p:cNvGrpSpPr/>
        <p:nvPr/>
      </p:nvGrpSpPr>
      <p:grpSpPr>
        <a:xfrm>
          <a:off x="0" y="0"/>
          <a:ext cx="0" cy="0"/>
          <a:chOff x="0" y="0"/>
          <a:chExt cx="0" cy="0"/>
        </a:xfrm>
      </p:grpSpPr>
      <p:pic>
        <p:nvPicPr>
          <p:cNvPr id="5" name="Picture 9" descr="Une personne tenant une tablette&#10;&#10;Description générée automatiquement">
            <a:extLst>
              <a:ext uri="{FF2B5EF4-FFF2-40B4-BE49-F238E27FC236}">
                <a16:creationId xmlns:a16="http://schemas.microsoft.com/office/drawing/2014/main" id="{637C58FB-1960-5A31-D4CD-47B0304FA87D}"/>
              </a:ext>
              <a:ext uri="{C183D7F6-B498-43B3-948B-1728B52AA6E4}">
                <adec:decorative xmlns:adec="http://schemas.microsoft.com/office/drawing/2017/decorative" val="0"/>
              </a:ext>
            </a:extLst>
          </p:cNvPr>
          <p:cNvPicPr>
            <a:picLocks noChangeAspect="1"/>
          </p:cNvPicPr>
          <p:nvPr/>
        </p:nvPicPr>
        <p:blipFill>
          <a:blip r:embed="rId3">
            <a:clrChange>
              <a:clrFrom>
                <a:srgbClr val="28375A"/>
              </a:clrFrom>
              <a:clrTo>
                <a:srgbClr val="28375A">
                  <a:alpha val="0"/>
                </a:srgbClr>
              </a:clrTo>
            </a:clrChange>
          </a:blip>
          <a:srcRect t="9" b="9"/>
          <a:stretch/>
        </p:blipFill>
        <p:spPr>
          <a:xfrm flipH="1">
            <a:off x="20" y="1282"/>
            <a:ext cx="12191980" cy="6856718"/>
          </a:xfrm>
          <a:prstGeom prst="rect">
            <a:avLst/>
          </a:prstGeom>
        </p:spPr>
      </p:pic>
      <p:sp>
        <p:nvSpPr>
          <p:cNvPr id="2" name="Titre 1">
            <a:extLst>
              <a:ext uri="{FF2B5EF4-FFF2-40B4-BE49-F238E27FC236}">
                <a16:creationId xmlns:a16="http://schemas.microsoft.com/office/drawing/2014/main" id="{EDA8A069-ACAE-CB03-93C6-9C0CE43D6E10}"/>
              </a:ext>
            </a:extLst>
          </p:cNvPr>
          <p:cNvSpPr>
            <a:spLocks noGrp="1"/>
          </p:cNvSpPr>
          <p:nvPr>
            <p:ph type="title"/>
          </p:nvPr>
        </p:nvSpPr>
        <p:spPr>
          <a:xfrm>
            <a:off x="588263" y="457200"/>
            <a:ext cx="11018520" cy="492443"/>
          </a:xfrm>
        </p:spPr>
        <p:txBody>
          <a:bodyPr/>
          <a:lstStyle/>
          <a:p>
            <a:r>
              <a:rPr lang="fr-FR" noProof="0" dirty="0"/>
              <a:t>Scénarios clés pour la vérification d'identité</a:t>
            </a:r>
          </a:p>
        </p:txBody>
      </p:sp>
      <p:sp>
        <p:nvSpPr>
          <p:cNvPr id="3" name="Espace réservé du texte 2">
            <a:extLst>
              <a:ext uri="{FF2B5EF4-FFF2-40B4-BE49-F238E27FC236}">
                <a16:creationId xmlns:a16="http://schemas.microsoft.com/office/drawing/2014/main" id="{B79019FE-A047-C093-6334-68CBE910170D}"/>
              </a:ext>
            </a:extLst>
          </p:cNvPr>
          <p:cNvSpPr>
            <a:spLocks noGrp="1"/>
          </p:cNvSpPr>
          <p:nvPr>
            <p:ph type="body" sz="quarter" idx="10"/>
          </p:nvPr>
        </p:nvSpPr>
        <p:spPr>
          <a:xfrm>
            <a:off x="586390" y="1434370"/>
            <a:ext cx="6322410" cy="1107996"/>
          </a:xfrm>
        </p:spPr>
        <p:txBody>
          <a:bodyPr/>
          <a:lstStyle/>
          <a:p>
            <a:r>
              <a:rPr lang="fr-FR" noProof="0" dirty="0"/>
              <a:t>Permettre des interactions plus sûres tout en respectant la vie privée grâce à une plateforme mondiale de premier plan</a:t>
            </a:r>
          </a:p>
        </p:txBody>
      </p:sp>
      <p:sp>
        <p:nvSpPr>
          <p:cNvPr id="10" name="TextBox 33">
            <a:extLst>
              <a:ext uri="{FF2B5EF4-FFF2-40B4-BE49-F238E27FC236}">
                <a16:creationId xmlns:a16="http://schemas.microsoft.com/office/drawing/2014/main" id="{8F4093E9-3F7D-6BD5-5A76-2EA63B0F7F01}"/>
              </a:ext>
            </a:extLst>
          </p:cNvPr>
          <p:cNvSpPr txBox="1"/>
          <p:nvPr/>
        </p:nvSpPr>
        <p:spPr>
          <a:xfrm>
            <a:off x="1574758" y="2791622"/>
            <a:ext cx="5977509" cy="1192634"/>
          </a:xfrm>
          <a:prstGeom prst="rect">
            <a:avLst/>
          </a:prstGeom>
          <a:noFill/>
        </p:spPr>
        <p:txBody>
          <a:bodyPr wrap="square">
            <a:spAutoFit/>
          </a:bodyPr>
          <a:lstStyle/>
          <a:p>
            <a:pPr lvl="0" defTabSz="914260">
              <a:lnSpc>
                <a:spcPct val="107000"/>
              </a:lnSpc>
              <a:defRPr/>
            </a:pPr>
            <a:r>
              <a:rPr lang="fr-FR" sz="1800" dirty="0">
                <a:gradFill>
                  <a:gsLst>
                    <a:gs pos="83000">
                      <a:srgbClr val="0078D4"/>
                    </a:gs>
                    <a:gs pos="100000">
                      <a:srgbClr val="0078D4"/>
                    </a:gs>
                  </a:gsLst>
                  <a:lin ang="5400000" scaled="1"/>
                </a:gradFill>
                <a:latin typeface="Segoe UI Semibold"/>
                <a:cs typeface="Segoe UI" panose="020B0502040204020203" pitchFamily="34" charset="0"/>
              </a:rPr>
              <a:t>Intégration transparente et sécurisée des nouveaux </a:t>
            </a:r>
            <a:br>
              <a:rPr lang="fr-FR" sz="1800" dirty="0">
                <a:gradFill>
                  <a:gsLst>
                    <a:gs pos="83000">
                      <a:srgbClr val="0078D4"/>
                    </a:gs>
                    <a:gs pos="100000">
                      <a:srgbClr val="0078D4"/>
                    </a:gs>
                  </a:gsLst>
                  <a:lin ang="5400000" scaled="1"/>
                </a:gradFill>
                <a:latin typeface="Segoe UI Semibold"/>
                <a:cs typeface="Segoe UI" panose="020B0502040204020203" pitchFamily="34" charset="0"/>
              </a:rPr>
            </a:br>
            <a:r>
              <a:rPr lang="fr-FR" sz="1800" dirty="0">
                <a:gradFill>
                  <a:gsLst>
                    <a:gs pos="83000">
                      <a:srgbClr val="0078D4"/>
                    </a:gs>
                    <a:gs pos="100000">
                      <a:srgbClr val="0078D4"/>
                    </a:gs>
                  </a:gsLst>
                  <a:lin ang="5400000" scaled="1"/>
                </a:gradFill>
                <a:latin typeface="Segoe UI Semibold"/>
                <a:cs typeface="Segoe UI" panose="020B0502040204020203" pitchFamily="34" charset="0"/>
              </a:rPr>
              <a:t>utilisateurs</a:t>
            </a:r>
            <a:endParaRPr lang="fr-FR" sz="1800" noProof="0" dirty="0">
              <a:gradFill>
                <a:gsLst>
                  <a:gs pos="83000">
                    <a:srgbClr val="0078D4"/>
                  </a:gs>
                  <a:gs pos="100000">
                    <a:srgbClr val="0078D4"/>
                  </a:gs>
                </a:gsLst>
                <a:lin ang="5400000" scaled="1"/>
              </a:gradFill>
              <a:latin typeface="Segoe UI Semibold"/>
              <a:cs typeface="Segoe UI" panose="020B0502040204020203" pitchFamily="34" charset="0"/>
            </a:endParaRPr>
          </a:p>
          <a:p>
            <a:pPr lvl="0" defTabSz="932719">
              <a:lnSpc>
                <a:spcPct val="107000"/>
              </a:lnSpc>
              <a:defRPr/>
            </a:pPr>
            <a:r>
              <a:rPr lang="fr-FR" sz="1600" noProof="0" dirty="0">
                <a:gradFill>
                  <a:gsLst>
                    <a:gs pos="83000">
                      <a:srgbClr val="000000"/>
                    </a:gs>
                    <a:gs pos="100000">
                      <a:srgbClr val="000000"/>
                    </a:gs>
                  </a:gsLst>
                  <a:lin ang="5400000" scaled="1"/>
                </a:gradFill>
                <a:latin typeface="Segoe UI" panose="020B0502040204020203" pitchFamily="34" charset="0"/>
                <a:cs typeface="Segoe UI" panose="020B0502040204020203" pitchFamily="34" charset="0"/>
              </a:rPr>
              <a:t>Permettre l'inscription en libre-service et la validation de l'identité</a:t>
            </a:r>
          </a:p>
        </p:txBody>
      </p:sp>
      <p:grpSp>
        <p:nvGrpSpPr>
          <p:cNvPr id="11" name="Group 5">
            <a:extLst>
              <a:ext uri="{FF2B5EF4-FFF2-40B4-BE49-F238E27FC236}">
                <a16:creationId xmlns:a16="http://schemas.microsoft.com/office/drawing/2014/main" id="{61F14A18-D1CB-09F3-1645-3FFBF25B70BA}"/>
              </a:ext>
              <a:ext uri="{C183D7F6-B498-43B3-948B-1728B52AA6E4}">
                <adec:decorative xmlns:adec="http://schemas.microsoft.com/office/drawing/2017/decorative" val="1"/>
              </a:ext>
            </a:extLst>
          </p:cNvPr>
          <p:cNvGrpSpPr/>
          <p:nvPr/>
        </p:nvGrpSpPr>
        <p:grpSpPr>
          <a:xfrm>
            <a:off x="586390" y="2779009"/>
            <a:ext cx="831966" cy="831966"/>
            <a:chOff x="1836454" y="1209040"/>
            <a:chExt cx="978337" cy="978337"/>
          </a:xfrm>
        </p:grpSpPr>
        <p:sp>
          <p:nvSpPr>
            <p:cNvPr id="12" name="Oval 6">
              <a:extLst>
                <a:ext uri="{FF2B5EF4-FFF2-40B4-BE49-F238E27FC236}">
                  <a16:creationId xmlns:a16="http://schemas.microsoft.com/office/drawing/2014/main" id="{881EF48C-84DF-4963-4DB2-85DC140ACD37}"/>
                </a:ext>
              </a:extLst>
            </p:cNvPr>
            <p:cNvSpPr/>
            <p:nvPr/>
          </p:nvSpPr>
          <p:spPr bwMode="auto">
            <a:xfrm>
              <a:off x="1836454" y="1209040"/>
              <a:ext cx="978337" cy="978337"/>
            </a:xfrm>
            <a:prstGeom prst="ellipse">
              <a:avLst/>
            </a:prstGeom>
            <a:solidFill>
              <a:schemeClr val="accent1"/>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fr-FR"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3" name="people_4">
              <a:extLst>
                <a:ext uri="{FF2B5EF4-FFF2-40B4-BE49-F238E27FC236}">
                  <a16:creationId xmlns:a16="http://schemas.microsoft.com/office/drawing/2014/main" id="{804FD3CD-679E-9ABD-D7DC-3B1A858ABCA9}"/>
                </a:ext>
              </a:extLst>
            </p:cNvPr>
            <p:cNvSpPr>
              <a:spLocks noChangeAspect="1" noEditPoints="1"/>
            </p:cNvSpPr>
            <p:nvPr/>
          </p:nvSpPr>
          <p:spPr bwMode="auto">
            <a:xfrm>
              <a:off x="2112734" y="1460204"/>
              <a:ext cx="425776" cy="47600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30" b="0" i="0" u="none" strike="noStrike" kern="0" cap="none" spc="0" normalizeH="0" baseline="0" noProof="0" dirty="0">
                <a:ln>
                  <a:noFill/>
                </a:ln>
                <a:solidFill>
                  <a:srgbClr val="000000"/>
                </a:solidFill>
                <a:effectLst/>
                <a:uLnTx/>
                <a:uFillTx/>
                <a:latin typeface="Segoe UI"/>
                <a:ea typeface="+mn-ea"/>
                <a:cs typeface="+mn-cs"/>
              </a:endParaRPr>
            </a:p>
          </p:txBody>
        </p:sp>
      </p:grpSp>
      <p:sp>
        <p:nvSpPr>
          <p:cNvPr id="14" name="TextBox 39">
            <a:extLst>
              <a:ext uri="{FF2B5EF4-FFF2-40B4-BE49-F238E27FC236}">
                <a16:creationId xmlns:a16="http://schemas.microsoft.com/office/drawing/2014/main" id="{31672CE4-741B-FDA8-DBB0-5391C6D3249A}"/>
              </a:ext>
            </a:extLst>
          </p:cNvPr>
          <p:cNvSpPr txBox="1"/>
          <p:nvPr/>
        </p:nvSpPr>
        <p:spPr>
          <a:xfrm>
            <a:off x="1574757" y="4012601"/>
            <a:ext cx="6168846" cy="896271"/>
          </a:xfrm>
          <a:prstGeom prst="rect">
            <a:avLst/>
          </a:prstGeom>
          <a:noFill/>
        </p:spPr>
        <p:txBody>
          <a:bodyPr wrap="square">
            <a:spAutoFit/>
          </a:bodyPr>
          <a:lstStyle/>
          <a:p>
            <a:pPr lvl="0" defTabSz="914260">
              <a:lnSpc>
                <a:spcPct val="107000"/>
              </a:lnSpc>
              <a:defRPr/>
            </a:pPr>
            <a:r>
              <a:rPr lang="fr-FR" sz="1800" dirty="0">
                <a:solidFill>
                  <a:srgbClr val="243A5E"/>
                </a:solidFill>
                <a:latin typeface="Segoe UI Semibold"/>
                <a:cs typeface="Segoe UI" panose="020B0502040204020203" pitchFamily="34" charset="0"/>
              </a:rPr>
              <a:t>Accès sécurisé aux rôles et aux ressources sensibles</a:t>
            </a:r>
            <a:endParaRPr lang="fr-FR" sz="1800" noProof="0" dirty="0">
              <a:solidFill>
                <a:srgbClr val="243A5E"/>
              </a:solidFill>
              <a:latin typeface="Segoe UI Semibold"/>
              <a:cs typeface="Segoe UI" panose="020B0502040204020203" pitchFamily="34" charset="0"/>
            </a:endParaRPr>
          </a:p>
          <a:p>
            <a:pPr lvl="0" defTabSz="932719">
              <a:lnSpc>
                <a:spcPct val="107000"/>
              </a:lnSpc>
              <a:defRPr/>
            </a:pPr>
            <a:r>
              <a:rPr lang="fr-FR" sz="1600" noProof="0" dirty="0">
                <a:gradFill>
                  <a:gsLst>
                    <a:gs pos="83000">
                      <a:srgbClr val="000000"/>
                    </a:gs>
                    <a:gs pos="100000">
                      <a:srgbClr val="000000"/>
                    </a:gs>
                  </a:gsLst>
                  <a:lin ang="5400000" scaled="1"/>
                </a:gradFill>
                <a:latin typeface="Segoe UI" panose="020B0502040204020203" pitchFamily="34" charset="0"/>
                <a:cs typeface="Segoe UI" panose="020B0502040204020203" pitchFamily="34" charset="0"/>
              </a:rPr>
              <a:t>Accorder l'accès de moindre privilège aux rôles et aux ressources en toute confiance</a:t>
            </a:r>
          </a:p>
        </p:txBody>
      </p:sp>
      <p:grpSp>
        <p:nvGrpSpPr>
          <p:cNvPr id="15" name="Group 11">
            <a:extLst>
              <a:ext uri="{FF2B5EF4-FFF2-40B4-BE49-F238E27FC236}">
                <a16:creationId xmlns:a16="http://schemas.microsoft.com/office/drawing/2014/main" id="{B5AF0DB6-46CB-D5CD-D042-796452797A4B}"/>
              </a:ext>
            </a:extLst>
          </p:cNvPr>
          <p:cNvGrpSpPr/>
          <p:nvPr/>
        </p:nvGrpSpPr>
        <p:grpSpPr>
          <a:xfrm>
            <a:off x="619656" y="4002279"/>
            <a:ext cx="831966" cy="831966"/>
            <a:chOff x="5608355" y="2555117"/>
            <a:chExt cx="472662" cy="472662"/>
          </a:xfrm>
        </p:grpSpPr>
        <p:sp>
          <p:nvSpPr>
            <p:cNvPr id="16" name="Oval 12">
              <a:extLst>
                <a:ext uri="{FF2B5EF4-FFF2-40B4-BE49-F238E27FC236}">
                  <a16:creationId xmlns:a16="http://schemas.microsoft.com/office/drawing/2014/main" id="{85AC1CE7-DB0F-2E1F-ED66-D885FD605ACC}"/>
                </a:ext>
              </a:extLst>
            </p:cNvPr>
            <p:cNvSpPr/>
            <p:nvPr/>
          </p:nvSpPr>
          <p:spPr bwMode="auto">
            <a:xfrm>
              <a:off x="5608355" y="2555117"/>
              <a:ext cx="472662" cy="472662"/>
            </a:xfrm>
            <a:prstGeom prst="ellipse">
              <a:avLst/>
            </a:prstGeom>
            <a:solidFill>
              <a:schemeClr val="tx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fr-FR"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7" name="key" title="Icon of a key">
              <a:extLst>
                <a:ext uri="{FF2B5EF4-FFF2-40B4-BE49-F238E27FC236}">
                  <a16:creationId xmlns:a16="http://schemas.microsoft.com/office/drawing/2014/main" id="{DB225B59-C73C-B2B2-820F-8AEE8C1EE9EA}"/>
                </a:ext>
              </a:extLst>
            </p:cNvPr>
            <p:cNvSpPr>
              <a:spLocks noChangeAspect="1" noEditPoints="1"/>
            </p:cNvSpPr>
            <p:nvPr/>
          </p:nvSpPr>
          <p:spPr bwMode="auto">
            <a:xfrm>
              <a:off x="5686747" y="2631401"/>
              <a:ext cx="292021" cy="290523"/>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noProof="0" dirty="0"/>
            </a:p>
          </p:txBody>
        </p:sp>
      </p:grpSp>
      <p:sp>
        <p:nvSpPr>
          <p:cNvPr id="18" name="TextBox 40">
            <a:extLst>
              <a:ext uri="{FF2B5EF4-FFF2-40B4-BE49-F238E27FC236}">
                <a16:creationId xmlns:a16="http://schemas.microsoft.com/office/drawing/2014/main" id="{3789936B-011B-44A3-5EE2-4AC56809AD52}"/>
              </a:ext>
            </a:extLst>
          </p:cNvPr>
          <p:cNvSpPr txBox="1"/>
          <p:nvPr/>
        </p:nvSpPr>
        <p:spPr>
          <a:xfrm>
            <a:off x="1574757" y="5143595"/>
            <a:ext cx="5113746" cy="896271"/>
          </a:xfrm>
          <a:prstGeom prst="rect">
            <a:avLst/>
          </a:prstGeom>
          <a:noFill/>
        </p:spPr>
        <p:txBody>
          <a:bodyPr wrap="square">
            <a:spAutoFit/>
          </a:bodyPr>
          <a:lstStyle/>
          <a:p>
            <a:pPr lvl="0" defTabSz="914260">
              <a:lnSpc>
                <a:spcPct val="107000"/>
              </a:lnSpc>
              <a:defRPr/>
            </a:pPr>
            <a:r>
              <a:rPr lang="fr-FR" sz="1800" dirty="0">
                <a:solidFill>
                  <a:srgbClr val="107C10"/>
                </a:solidFill>
                <a:latin typeface="Segoe UI Semibold"/>
                <a:cs typeface="Segoe UI" panose="020B0502040204020203" pitchFamily="34" charset="0"/>
              </a:rPr>
              <a:t>Support technique et récupération de comptes</a:t>
            </a:r>
            <a:endParaRPr lang="fr-FR" sz="1800" noProof="0" dirty="0">
              <a:solidFill>
                <a:srgbClr val="107C10"/>
              </a:solidFill>
              <a:latin typeface="Segoe UI Semibold"/>
              <a:cs typeface="Segoe UI" panose="020B0502040204020203" pitchFamily="34" charset="0"/>
            </a:endParaRPr>
          </a:p>
          <a:p>
            <a:pPr lvl="0" defTabSz="932719">
              <a:lnSpc>
                <a:spcPct val="107000"/>
              </a:lnSpc>
              <a:defRPr/>
            </a:pPr>
            <a:r>
              <a:rPr lang="fr-FR" sz="1600" noProof="0" dirty="0">
                <a:gradFill>
                  <a:gsLst>
                    <a:gs pos="83000">
                      <a:srgbClr val="000000"/>
                    </a:gs>
                    <a:gs pos="100000">
                      <a:srgbClr val="000000"/>
                    </a:gs>
                  </a:gsLst>
                  <a:lin ang="5400000" scaled="1"/>
                </a:gradFill>
                <a:latin typeface="Segoe UI" panose="020B0502040204020203" pitchFamily="34" charset="0"/>
                <a:cs typeface="Segoe UI" panose="020B0502040204020203" pitchFamily="34" charset="0"/>
              </a:rPr>
              <a:t>Remplacer les appels d'assistance par un processus de libre-service rationalisé</a:t>
            </a:r>
          </a:p>
        </p:txBody>
      </p:sp>
      <p:grpSp>
        <p:nvGrpSpPr>
          <p:cNvPr id="19" name="Group 8">
            <a:extLst>
              <a:ext uri="{FF2B5EF4-FFF2-40B4-BE49-F238E27FC236}">
                <a16:creationId xmlns:a16="http://schemas.microsoft.com/office/drawing/2014/main" id="{33756442-0937-7DDC-BA3B-099AF1DD9D79}"/>
              </a:ext>
              <a:ext uri="{C183D7F6-B498-43B3-948B-1728B52AA6E4}">
                <adec:decorative xmlns:adec="http://schemas.microsoft.com/office/drawing/2017/decorative" val="1"/>
              </a:ext>
            </a:extLst>
          </p:cNvPr>
          <p:cNvGrpSpPr/>
          <p:nvPr/>
        </p:nvGrpSpPr>
        <p:grpSpPr>
          <a:xfrm>
            <a:off x="619656" y="5199214"/>
            <a:ext cx="831966" cy="831966"/>
            <a:chOff x="9380255" y="1209040"/>
            <a:chExt cx="978337" cy="978337"/>
          </a:xfrm>
        </p:grpSpPr>
        <p:sp>
          <p:nvSpPr>
            <p:cNvPr id="20" name="Oval 9">
              <a:extLst>
                <a:ext uri="{FF2B5EF4-FFF2-40B4-BE49-F238E27FC236}">
                  <a16:creationId xmlns:a16="http://schemas.microsoft.com/office/drawing/2014/main" id="{256E0BCD-AE55-56BD-1CFB-363CC3E72573}"/>
                </a:ext>
              </a:extLst>
            </p:cNvPr>
            <p:cNvSpPr/>
            <p:nvPr/>
          </p:nvSpPr>
          <p:spPr bwMode="auto">
            <a:xfrm>
              <a:off x="9380255" y="1209040"/>
              <a:ext cx="978337" cy="978337"/>
            </a:xfrm>
            <a:prstGeom prst="ellipse">
              <a:avLst/>
            </a:prstGeom>
            <a:solidFill>
              <a:schemeClr val="accent3"/>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fr-FR"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1" name="Telemarketer_E7B9">
              <a:extLst>
                <a:ext uri="{FF2B5EF4-FFF2-40B4-BE49-F238E27FC236}">
                  <a16:creationId xmlns:a16="http://schemas.microsoft.com/office/drawing/2014/main" id="{63D398CC-B8A9-6B50-8BC8-C8D6106CFE76}"/>
                </a:ext>
              </a:extLst>
            </p:cNvPr>
            <p:cNvSpPr>
              <a:spLocks noChangeAspect="1" noEditPoints="1"/>
            </p:cNvSpPr>
            <p:nvPr/>
          </p:nvSpPr>
          <p:spPr bwMode="auto">
            <a:xfrm>
              <a:off x="9669860" y="1460204"/>
              <a:ext cx="399126" cy="476009"/>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30" b="0" i="0" u="none" strike="noStrike" kern="0" cap="none" spc="0" normalizeH="0" baseline="0" noProof="0" dirty="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688376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F73A462B-2950-8814-9938-9B05A508CCF0}"/>
              </a:ext>
              <a:ext uri="{C183D7F6-B498-43B3-948B-1728B52AA6E4}">
                <adec:decorative xmlns:adec="http://schemas.microsoft.com/office/drawing/2017/decorative" val="1"/>
              </a:ext>
            </a:extLst>
          </p:cNvPr>
          <p:cNvSpPr/>
          <p:nvPr/>
        </p:nvSpPr>
        <p:spPr bwMode="auto">
          <a:xfrm rot="5400000">
            <a:off x="2423160" y="-1075526"/>
            <a:ext cx="1097280" cy="5943600"/>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Rectangle: Top Corners Rounded 6">
            <a:extLst>
              <a:ext uri="{FF2B5EF4-FFF2-40B4-BE49-F238E27FC236}">
                <a16:creationId xmlns:a16="http://schemas.microsoft.com/office/drawing/2014/main" id="{52060FB5-5628-C140-DA34-1805D722B66B}"/>
              </a:ext>
              <a:ext uri="{C183D7F6-B498-43B3-948B-1728B52AA6E4}">
                <adec:decorative xmlns:adec="http://schemas.microsoft.com/office/drawing/2017/decorative" val="1"/>
              </a:ext>
            </a:extLst>
          </p:cNvPr>
          <p:cNvSpPr/>
          <p:nvPr/>
        </p:nvSpPr>
        <p:spPr bwMode="auto">
          <a:xfrm rot="5400000">
            <a:off x="2423160" y="482280"/>
            <a:ext cx="1097280" cy="5943600"/>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Rectangle: Top Corners Rounded 7">
            <a:extLst>
              <a:ext uri="{FF2B5EF4-FFF2-40B4-BE49-F238E27FC236}">
                <a16:creationId xmlns:a16="http://schemas.microsoft.com/office/drawing/2014/main" id="{BA62A904-627B-4246-9E30-181430691240}"/>
              </a:ext>
              <a:ext uri="{C183D7F6-B498-43B3-948B-1728B52AA6E4}">
                <adec:decorative xmlns:adec="http://schemas.microsoft.com/office/drawing/2017/decorative" val="1"/>
              </a:ext>
            </a:extLst>
          </p:cNvPr>
          <p:cNvSpPr/>
          <p:nvPr/>
        </p:nvSpPr>
        <p:spPr bwMode="auto">
          <a:xfrm rot="5400000">
            <a:off x="2423160" y="2347531"/>
            <a:ext cx="1097280" cy="5943600"/>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Rectangle: Top Corners Rounded 11">
            <a:extLst>
              <a:ext uri="{FF2B5EF4-FFF2-40B4-BE49-F238E27FC236}">
                <a16:creationId xmlns:a16="http://schemas.microsoft.com/office/drawing/2014/main" id="{BFB624D4-507C-8F62-F952-C42835BEBD64}"/>
              </a:ext>
              <a:ext uri="{C183D7F6-B498-43B3-948B-1728B52AA6E4}">
                <adec:decorative xmlns:adec="http://schemas.microsoft.com/office/drawing/2017/decorative" val="1"/>
              </a:ext>
            </a:extLst>
          </p:cNvPr>
          <p:cNvSpPr/>
          <p:nvPr/>
        </p:nvSpPr>
        <p:spPr bwMode="auto">
          <a:xfrm rot="16200000" flipH="1">
            <a:off x="8671560" y="-296623"/>
            <a:ext cx="1097280" cy="5943600"/>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 name="Rectangle: Top Corners Rounded 13">
            <a:extLst>
              <a:ext uri="{FF2B5EF4-FFF2-40B4-BE49-F238E27FC236}">
                <a16:creationId xmlns:a16="http://schemas.microsoft.com/office/drawing/2014/main" id="{EDC53E69-01D6-C32A-FF88-299CB4F9AC64}"/>
              </a:ext>
              <a:ext uri="{C183D7F6-B498-43B3-948B-1728B52AA6E4}">
                <adec:decorative xmlns:adec="http://schemas.microsoft.com/office/drawing/2017/decorative" val="1"/>
              </a:ext>
            </a:extLst>
          </p:cNvPr>
          <p:cNvSpPr/>
          <p:nvPr/>
        </p:nvSpPr>
        <p:spPr bwMode="auto">
          <a:xfrm rot="16200000" flipH="1">
            <a:off x="8671560" y="1414906"/>
            <a:ext cx="1097280" cy="5943600"/>
          </a:xfrm>
          <a:prstGeom prst="round2SameRect">
            <a:avLst>
              <a:gd name="adj1" fmla="val 5000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Title 8">
            <a:extLst>
              <a:ext uri="{FF2B5EF4-FFF2-40B4-BE49-F238E27FC236}">
                <a16:creationId xmlns:a16="http://schemas.microsoft.com/office/drawing/2014/main" id="{CF38E5A6-A246-9315-84B9-A15056350AD4}"/>
              </a:ext>
            </a:extLst>
          </p:cNvPr>
          <p:cNvSpPr>
            <a:spLocks noGrp="1"/>
          </p:cNvSpPr>
          <p:nvPr>
            <p:ph type="title"/>
          </p:nvPr>
        </p:nvSpPr>
        <p:spPr>
          <a:xfrm>
            <a:off x="588263" y="457200"/>
            <a:ext cx="11018520" cy="492443"/>
          </a:xfrm>
        </p:spPr>
        <p:txBody>
          <a:bodyPr/>
          <a:lstStyle/>
          <a:p>
            <a:r>
              <a:rPr lang="fr-FR" sz="3200" dirty="0"/>
              <a:t>La vérific</a:t>
            </a:r>
            <a:r>
              <a:rPr lang="fr-FR" dirty="0"/>
              <a:t>ation d’</a:t>
            </a:r>
            <a:r>
              <a:rPr lang="fr-FR" sz="3200" dirty="0"/>
              <a:t>identité au service de la santé</a:t>
            </a:r>
            <a:endParaRPr lang="en-US" sz="3200" dirty="0"/>
          </a:p>
        </p:txBody>
      </p:sp>
      <p:sp>
        <p:nvSpPr>
          <p:cNvPr id="17" name="Text Placeholder 3">
            <a:extLst>
              <a:ext uri="{FF2B5EF4-FFF2-40B4-BE49-F238E27FC236}">
                <a16:creationId xmlns:a16="http://schemas.microsoft.com/office/drawing/2014/main" id="{79093C07-8AC7-85CE-D60D-AD74DD4C46A7}"/>
              </a:ext>
            </a:extLst>
          </p:cNvPr>
          <p:cNvSpPr txBox="1">
            <a:spLocks/>
          </p:cNvSpPr>
          <p:nvPr/>
        </p:nvSpPr>
        <p:spPr>
          <a:xfrm>
            <a:off x="2227137" y="1621954"/>
            <a:ext cx="2596323" cy="548640"/>
          </a:xfrm>
          <a:prstGeom prst="rect">
            <a:avLst/>
          </a:prstGeom>
        </p:spPr>
        <p:txBody>
          <a:bodyPr vert="horz" wrap="square" lIns="0" tIns="0" rIns="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b="1" i="0" u="none" strike="noStrike" kern="1200" cap="none" spc="0" normalizeH="0" baseline="0" noProof="0">
                <a:ln>
                  <a:noFill/>
                </a:ln>
                <a:effectLst/>
                <a:uLnTx/>
                <a:uFillTx/>
                <a:ea typeface="+mn-ea"/>
                <a:cs typeface="Segoe UI" panose="020B0502040204020203" pitchFamily="34" charset="0"/>
              </a:rPr>
              <a:t>Medical &amp; insurance fraud</a:t>
            </a:r>
          </a:p>
        </p:txBody>
      </p:sp>
      <p:sp>
        <p:nvSpPr>
          <p:cNvPr id="18" name="Text Placeholder 3">
            <a:extLst>
              <a:ext uri="{FF2B5EF4-FFF2-40B4-BE49-F238E27FC236}">
                <a16:creationId xmlns:a16="http://schemas.microsoft.com/office/drawing/2014/main" id="{ED05B69B-29ED-8C0B-A409-2A38AC8D77A9}"/>
              </a:ext>
            </a:extLst>
          </p:cNvPr>
          <p:cNvSpPr txBox="1">
            <a:spLocks/>
          </p:cNvSpPr>
          <p:nvPr/>
        </p:nvSpPr>
        <p:spPr>
          <a:xfrm>
            <a:off x="7369825" y="2400856"/>
            <a:ext cx="3616842" cy="548640"/>
          </a:xfrm>
          <a:prstGeom prst="rect">
            <a:avLst/>
          </a:prstGeom>
        </p:spPr>
        <p:txBody>
          <a:bodyPr vert="horz" wrap="square" lIns="0" tIns="0" rIns="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b="1" i="0" u="none" strike="noStrike" kern="1200" cap="none" spc="0" normalizeH="0" baseline="0" noProof="0">
                <a:ln>
                  <a:noFill/>
                </a:ln>
                <a:effectLst/>
                <a:uLnTx/>
                <a:uFillTx/>
                <a:ea typeface="+mn-ea"/>
                <a:cs typeface="Segoe UI" panose="020B0502040204020203" pitchFamily="34" charset="0"/>
              </a:rPr>
              <a:t>Regulatory compliance: HIPPA, GDPR</a:t>
            </a:r>
          </a:p>
        </p:txBody>
      </p:sp>
      <p:sp>
        <p:nvSpPr>
          <p:cNvPr id="20" name="Text Placeholder 3">
            <a:extLst>
              <a:ext uri="{FF2B5EF4-FFF2-40B4-BE49-F238E27FC236}">
                <a16:creationId xmlns:a16="http://schemas.microsoft.com/office/drawing/2014/main" id="{AB8FA356-AD72-81DD-FD5B-42BB89B1020C}"/>
              </a:ext>
            </a:extLst>
          </p:cNvPr>
          <p:cNvSpPr txBox="1">
            <a:spLocks/>
          </p:cNvSpPr>
          <p:nvPr/>
        </p:nvSpPr>
        <p:spPr>
          <a:xfrm>
            <a:off x="1427755" y="3179760"/>
            <a:ext cx="3395706" cy="548640"/>
          </a:xfrm>
          <a:prstGeom prst="rect">
            <a:avLst/>
          </a:prstGeom>
        </p:spPr>
        <p:txBody>
          <a:bodyPr vert="horz" wrap="square" lIns="0" tIns="0" rIns="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b="1" i="0" u="none" strike="noStrike" kern="1200" cap="none" spc="0" normalizeH="0" baseline="0" noProof="0">
                <a:ln>
                  <a:noFill/>
                </a:ln>
                <a:effectLst/>
                <a:uLnTx/>
                <a:uFillTx/>
                <a:ea typeface="+mn-ea"/>
                <a:cs typeface="Segoe UI" panose="020B0502040204020203" pitchFamily="34" charset="0"/>
              </a:rPr>
              <a:t>Accurate patient identification </a:t>
            </a:r>
          </a:p>
        </p:txBody>
      </p:sp>
      <p:sp>
        <p:nvSpPr>
          <p:cNvPr id="19" name="Text Placeholder 3">
            <a:extLst>
              <a:ext uri="{FF2B5EF4-FFF2-40B4-BE49-F238E27FC236}">
                <a16:creationId xmlns:a16="http://schemas.microsoft.com/office/drawing/2014/main" id="{B033E98E-1398-BC82-0BB1-57DD863DCA26}"/>
              </a:ext>
            </a:extLst>
          </p:cNvPr>
          <p:cNvSpPr txBox="1">
            <a:spLocks/>
          </p:cNvSpPr>
          <p:nvPr/>
        </p:nvSpPr>
        <p:spPr>
          <a:xfrm>
            <a:off x="731521" y="5045011"/>
            <a:ext cx="4091940" cy="548640"/>
          </a:xfrm>
          <a:prstGeom prst="rect">
            <a:avLst/>
          </a:prstGeom>
        </p:spPr>
        <p:txBody>
          <a:bodyPr vert="horz" wrap="square" lIns="0" tIns="0" rIns="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b="1" i="0" u="none" strike="noStrike" kern="1200" cap="none" spc="0" normalizeH="0" baseline="0" noProof="0">
                <a:ln>
                  <a:noFill/>
                </a:ln>
                <a:effectLst/>
                <a:uLnTx/>
                <a:uFillTx/>
                <a:ea typeface="+mn-ea"/>
                <a:cs typeface="Segoe UI" panose="020B0502040204020203" pitchFamily="34" charset="0"/>
              </a:rPr>
              <a:t>Protecting &amp; managing access to medical records, clinical trials, and research</a:t>
            </a:r>
          </a:p>
        </p:txBody>
      </p:sp>
      <p:sp>
        <p:nvSpPr>
          <p:cNvPr id="21" name="Text Placeholder 3">
            <a:extLst>
              <a:ext uri="{FF2B5EF4-FFF2-40B4-BE49-F238E27FC236}">
                <a16:creationId xmlns:a16="http://schemas.microsoft.com/office/drawing/2014/main" id="{3ED5AEE4-CEF0-25D1-D164-26615DABE5D3}"/>
              </a:ext>
            </a:extLst>
          </p:cNvPr>
          <p:cNvSpPr txBox="1">
            <a:spLocks/>
          </p:cNvSpPr>
          <p:nvPr/>
        </p:nvSpPr>
        <p:spPr>
          <a:xfrm>
            <a:off x="7369825" y="4112385"/>
            <a:ext cx="3565816" cy="548640"/>
          </a:xfrm>
          <a:prstGeom prst="rect">
            <a:avLst/>
          </a:prstGeom>
        </p:spPr>
        <p:txBody>
          <a:bodyPr vert="horz" wrap="square" lIns="0" tIns="0" rIns="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b="1" i="0" u="none" strike="noStrike" kern="1200" cap="none" spc="0" normalizeH="0" baseline="0" noProof="0">
                <a:ln>
                  <a:noFill/>
                </a:ln>
                <a:effectLst/>
                <a:uLnTx/>
                <a:uFillTx/>
                <a:ea typeface="+mn-ea"/>
                <a:cs typeface="Segoe UI" panose="020B0502040204020203" pitchFamily="34" charset="0"/>
              </a:rPr>
              <a:t>Digital transformation in managing healthcare data and personnel </a:t>
            </a:r>
          </a:p>
        </p:txBody>
      </p:sp>
      <p:grpSp>
        <p:nvGrpSpPr>
          <p:cNvPr id="34" name="Group 33">
            <a:extLst>
              <a:ext uri="{FF2B5EF4-FFF2-40B4-BE49-F238E27FC236}">
                <a16:creationId xmlns:a16="http://schemas.microsoft.com/office/drawing/2014/main" id="{F0C8B50B-1531-DF84-0678-F2453D66E2F1}"/>
              </a:ext>
              <a:ext uri="{C183D7F6-B498-43B3-948B-1728B52AA6E4}">
                <adec:decorative xmlns:adec="http://schemas.microsoft.com/office/drawing/2017/decorative" val="1"/>
              </a:ext>
            </a:extLst>
          </p:cNvPr>
          <p:cNvGrpSpPr/>
          <p:nvPr/>
        </p:nvGrpSpPr>
        <p:grpSpPr>
          <a:xfrm>
            <a:off x="6380604" y="2250033"/>
            <a:ext cx="850286" cy="850286"/>
            <a:chOff x="4932824" y="1471131"/>
            <a:chExt cx="850286" cy="850286"/>
          </a:xfrm>
        </p:grpSpPr>
        <p:sp>
          <p:nvSpPr>
            <p:cNvPr id="35" name="Oval 34">
              <a:extLst>
                <a:ext uri="{FF2B5EF4-FFF2-40B4-BE49-F238E27FC236}">
                  <a16:creationId xmlns:a16="http://schemas.microsoft.com/office/drawing/2014/main" id="{57BBF3A6-7A60-F356-675D-200937C6DE45}"/>
                </a:ext>
              </a:extLst>
            </p:cNvPr>
            <p:cNvSpPr/>
            <p:nvPr/>
          </p:nvSpPr>
          <p:spPr bwMode="auto">
            <a:xfrm>
              <a:off x="4932824" y="1471131"/>
              <a:ext cx="850286" cy="850286"/>
            </a:xfrm>
            <a:prstGeom prst="ellipse">
              <a:avLst/>
            </a:prstGeom>
            <a:solidFill>
              <a:schemeClr val="accent1"/>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36" name="SurfaceStylus_EC87" title="Icon of a pen with a drawn line below it">
              <a:extLst>
                <a:ext uri="{FF2B5EF4-FFF2-40B4-BE49-F238E27FC236}">
                  <a16:creationId xmlns:a16="http://schemas.microsoft.com/office/drawing/2014/main" id="{840C2185-3CDA-A74C-EB56-315181F40A70}"/>
                </a:ext>
              </a:extLst>
            </p:cNvPr>
            <p:cNvSpPr>
              <a:spLocks noChangeAspect="1" noEditPoints="1"/>
            </p:cNvSpPr>
            <p:nvPr/>
          </p:nvSpPr>
          <p:spPr bwMode="auto">
            <a:xfrm>
              <a:off x="5149257" y="1673816"/>
              <a:ext cx="417421" cy="417621"/>
            </a:xfrm>
            <a:custGeom>
              <a:avLst/>
              <a:gdLst>
                <a:gd name="T0" fmla="*/ 1258 w 3804"/>
                <a:gd name="T1" fmla="*/ 3792 h 3804"/>
                <a:gd name="T2" fmla="*/ 3778 w 3804"/>
                <a:gd name="T3" fmla="*/ 3792 h 3804"/>
                <a:gd name="T4" fmla="*/ 3706 w 3804"/>
                <a:gd name="T5" fmla="*/ 454 h 3804"/>
                <a:gd name="T6" fmla="*/ 3706 w 3804"/>
                <a:gd name="T7" fmla="*/ 98 h 3804"/>
                <a:gd name="T8" fmla="*/ 3350 w 3804"/>
                <a:gd name="T9" fmla="*/ 98 h 3804"/>
                <a:gd name="T10" fmla="*/ 527 w 3804"/>
                <a:gd name="T11" fmla="*/ 2780 h 3804"/>
                <a:gd name="T12" fmla="*/ 282 w 3804"/>
                <a:gd name="T13" fmla="*/ 3103 h 3804"/>
                <a:gd name="T14" fmla="*/ 139 w 3804"/>
                <a:gd name="T15" fmla="*/ 3372 h 3804"/>
                <a:gd name="T16" fmla="*/ 163 w 3804"/>
                <a:gd name="T17" fmla="*/ 3517 h 3804"/>
                <a:gd name="T18" fmla="*/ 287 w 3804"/>
                <a:gd name="T19" fmla="*/ 3641 h 3804"/>
                <a:gd name="T20" fmla="*/ 432 w 3804"/>
                <a:gd name="T21" fmla="*/ 3664 h 3804"/>
                <a:gd name="T22" fmla="*/ 701 w 3804"/>
                <a:gd name="T23" fmla="*/ 3522 h 3804"/>
                <a:gd name="T24" fmla="*/ 1024 w 3804"/>
                <a:gd name="T25" fmla="*/ 3277 h 3804"/>
                <a:gd name="T26" fmla="*/ 3706 w 3804"/>
                <a:gd name="T27" fmla="*/ 454 h 3804"/>
                <a:gd name="T28" fmla="*/ 3150 w 3804"/>
                <a:gd name="T29" fmla="*/ 276 h 3804"/>
                <a:gd name="T30" fmla="*/ 3528 w 3804"/>
                <a:gd name="T31" fmla="*/ 654 h 3804"/>
                <a:gd name="T32" fmla="*/ 0 w 3804"/>
                <a:gd name="T33" fmla="*/ 3804 h 3804"/>
                <a:gd name="T34" fmla="*/ 189 w 3804"/>
                <a:gd name="T35" fmla="*/ 3615 h 3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04" h="3804">
                  <a:moveTo>
                    <a:pt x="1258" y="3792"/>
                  </a:moveTo>
                  <a:cubicBezTo>
                    <a:pt x="3778" y="3792"/>
                    <a:pt x="3778" y="3792"/>
                    <a:pt x="3778" y="3792"/>
                  </a:cubicBezTo>
                  <a:moveTo>
                    <a:pt x="3706" y="454"/>
                  </a:moveTo>
                  <a:cubicBezTo>
                    <a:pt x="3804" y="356"/>
                    <a:pt x="3804" y="196"/>
                    <a:pt x="3706" y="98"/>
                  </a:cubicBezTo>
                  <a:cubicBezTo>
                    <a:pt x="3608" y="0"/>
                    <a:pt x="3448" y="0"/>
                    <a:pt x="3350" y="98"/>
                  </a:cubicBezTo>
                  <a:cubicBezTo>
                    <a:pt x="527" y="2780"/>
                    <a:pt x="527" y="2780"/>
                    <a:pt x="527" y="2780"/>
                  </a:cubicBezTo>
                  <a:cubicBezTo>
                    <a:pt x="428" y="2874"/>
                    <a:pt x="346" y="2983"/>
                    <a:pt x="282" y="3103"/>
                  </a:cubicBezTo>
                  <a:cubicBezTo>
                    <a:pt x="139" y="3372"/>
                    <a:pt x="139" y="3372"/>
                    <a:pt x="139" y="3372"/>
                  </a:cubicBezTo>
                  <a:cubicBezTo>
                    <a:pt x="115" y="3420"/>
                    <a:pt x="125" y="3479"/>
                    <a:pt x="163" y="3517"/>
                  </a:cubicBezTo>
                  <a:cubicBezTo>
                    <a:pt x="287" y="3641"/>
                    <a:pt x="287" y="3641"/>
                    <a:pt x="287" y="3641"/>
                  </a:cubicBezTo>
                  <a:cubicBezTo>
                    <a:pt x="325" y="3679"/>
                    <a:pt x="384" y="3689"/>
                    <a:pt x="432" y="3664"/>
                  </a:cubicBezTo>
                  <a:cubicBezTo>
                    <a:pt x="701" y="3522"/>
                    <a:pt x="701" y="3522"/>
                    <a:pt x="701" y="3522"/>
                  </a:cubicBezTo>
                  <a:cubicBezTo>
                    <a:pt x="821" y="3458"/>
                    <a:pt x="930" y="3376"/>
                    <a:pt x="1024" y="3277"/>
                  </a:cubicBezTo>
                  <a:lnTo>
                    <a:pt x="3706" y="454"/>
                  </a:lnTo>
                  <a:close/>
                  <a:moveTo>
                    <a:pt x="3150" y="276"/>
                  </a:moveTo>
                  <a:cubicBezTo>
                    <a:pt x="3528" y="654"/>
                    <a:pt x="3528" y="654"/>
                    <a:pt x="3528" y="654"/>
                  </a:cubicBezTo>
                  <a:moveTo>
                    <a:pt x="0" y="3804"/>
                  </a:moveTo>
                  <a:cubicBezTo>
                    <a:pt x="189" y="3615"/>
                    <a:pt x="189" y="3615"/>
                    <a:pt x="189" y="3615"/>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FDC936FF-4C98-F866-E3CF-3518EF9964BB}"/>
              </a:ext>
              <a:ext uri="{C183D7F6-B498-43B3-948B-1728B52AA6E4}">
                <adec:decorative xmlns:adec="http://schemas.microsoft.com/office/drawing/2017/decorative" val="1"/>
              </a:ext>
            </a:extLst>
          </p:cNvPr>
          <p:cNvGrpSpPr/>
          <p:nvPr/>
        </p:nvGrpSpPr>
        <p:grpSpPr>
          <a:xfrm>
            <a:off x="4961110" y="1471131"/>
            <a:ext cx="850286" cy="850286"/>
            <a:chOff x="6380604" y="2250033"/>
            <a:chExt cx="850286" cy="850286"/>
          </a:xfrm>
        </p:grpSpPr>
        <p:sp>
          <p:nvSpPr>
            <p:cNvPr id="41" name="Oval 40">
              <a:extLst>
                <a:ext uri="{FF2B5EF4-FFF2-40B4-BE49-F238E27FC236}">
                  <a16:creationId xmlns:a16="http://schemas.microsoft.com/office/drawing/2014/main" id="{FAE1CDB8-39EC-7153-E514-5DB66CCFA1EB}"/>
                </a:ext>
              </a:extLst>
            </p:cNvPr>
            <p:cNvSpPr/>
            <p:nvPr/>
          </p:nvSpPr>
          <p:spPr bwMode="auto">
            <a:xfrm>
              <a:off x="6380604" y="2250033"/>
              <a:ext cx="850286" cy="850286"/>
            </a:xfrm>
            <a:prstGeom prst="ellipse">
              <a:avLst/>
            </a:prstGeom>
            <a:solidFill>
              <a:schemeClr val="accent2"/>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42" name="Eye" title="Icon of an eyeball">
              <a:extLst>
                <a:ext uri="{FF2B5EF4-FFF2-40B4-BE49-F238E27FC236}">
                  <a16:creationId xmlns:a16="http://schemas.microsoft.com/office/drawing/2014/main" id="{2EA9C9A9-9F7D-3164-90A3-3B075E945259}"/>
                </a:ext>
              </a:extLst>
            </p:cNvPr>
            <p:cNvSpPr>
              <a:spLocks noChangeAspect="1" noEditPoints="1"/>
            </p:cNvSpPr>
            <p:nvPr/>
          </p:nvSpPr>
          <p:spPr bwMode="auto">
            <a:xfrm>
              <a:off x="6525413" y="2520399"/>
              <a:ext cx="560669" cy="309555"/>
            </a:xfrm>
            <a:custGeom>
              <a:avLst/>
              <a:gdLst>
                <a:gd name="T0" fmla="*/ 3 w 346"/>
                <a:gd name="T1" fmla="*/ 91 h 190"/>
                <a:gd name="T2" fmla="*/ 173 w 346"/>
                <a:gd name="T3" fmla="*/ 0 h 190"/>
                <a:gd name="T4" fmla="*/ 346 w 346"/>
                <a:gd name="T5" fmla="*/ 95 h 190"/>
                <a:gd name="T6" fmla="*/ 173 w 346"/>
                <a:gd name="T7" fmla="*/ 190 h 190"/>
                <a:gd name="T8" fmla="*/ 6 w 346"/>
                <a:gd name="T9" fmla="*/ 102 h 190"/>
                <a:gd name="T10" fmla="*/ 0 w 346"/>
                <a:gd name="T11" fmla="*/ 95 h 190"/>
                <a:gd name="T12" fmla="*/ 3 w 346"/>
                <a:gd name="T13" fmla="*/ 91 h 190"/>
                <a:gd name="T14" fmla="*/ 173 w 346"/>
                <a:gd name="T15" fmla="*/ 0 h 190"/>
                <a:gd name="T16" fmla="*/ 73 w 346"/>
                <a:gd name="T17" fmla="*/ 95 h 190"/>
                <a:gd name="T18" fmla="*/ 173 w 346"/>
                <a:gd name="T19" fmla="*/ 190 h 190"/>
                <a:gd name="T20" fmla="*/ 273 w 346"/>
                <a:gd name="T21" fmla="*/ 95 h 190"/>
                <a:gd name="T22" fmla="*/ 173 w 346"/>
                <a:gd name="T23" fmla="*/ 0 h 190"/>
                <a:gd name="T24" fmla="*/ 173 w 346"/>
                <a:gd name="T25" fmla="*/ 56 h 190"/>
                <a:gd name="T26" fmla="*/ 134 w 346"/>
                <a:gd name="T27" fmla="*/ 95 h 190"/>
                <a:gd name="T28" fmla="*/ 173 w 346"/>
                <a:gd name="T29" fmla="*/ 135 h 190"/>
                <a:gd name="T30" fmla="*/ 213 w 346"/>
                <a:gd name="T31" fmla="*/ 95 h 190"/>
                <a:gd name="T32" fmla="*/ 173 w 346"/>
                <a:gd name="T33" fmla="*/ 5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6" h="190">
                  <a:moveTo>
                    <a:pt x="3" y="91"/>
                  </a:moveTo>
                  <a:cubicBezTo>
                    <a:pt x="17" y="73"/>
                    <a:pt x="77" y="0"/>
                    <a:pt x="173" y="0"/>
                  </a:cubicBezTo>
                  <a:cubicBezTo>
                    <a:pt x="283" y="0"/>
                    <a:pt x="346" y="95"/>
                    <a:pt x="346" y="95"/>
                  </a:cubicBezTo>
                  <a:cubicBezTo>
                    <a:pt x="346" y="95"/>
                    <a:pt x="283" y="190"/>
                    <a:pt x="173" y="190"/>
                  </a:cubicBezTo>
                  <a:cubicBezTo>
                    <a:pt x="82" y="190"/>
                    <a:pt x="23" y="125"/>
                    <a:pt x="6" y="102"/>
                  </a:cubicBezTo>
                  <a:cubicBezTo>
                    <a:pt x="2" y="98"/>
                    <a:pt x="0" y="95"/>
                    <a:pt x="0" y="95"/>
                  </a:cubicBezTo>
                  <a:cubicBezTo>
                    <a:pt x="0" y="95"/>
                    <a:pt x="1" y="94"/>
                    <a:pt x="3" y="91"/>
                  </a:cubicBezTo>
                  <a:close/>
                  <a:moveTo>
                    <a:pt x="173" y="0"/>
                  </a:moveTo>
                  <a:cubicBezTo>
                    <a:pt x="118" y="0"/>
                    <a:pt x="73" y="42"/>
                    <a:pt x="73" y="95"/>
                  </a:cubicBezTo>
                  <a:cubicBezTo>
                    <a:pt x="73" y="148"/>
                    <a:pt x="118" y="190"/>
                    <a:pt x="173" y="190"/>
                  </a:cubicBezTo>
                  <a:cubicBezTo>
                    <a:pt x="228" y="190"/>
                    <a:pt x="273" y="148"/>
                    <a:pt x="273" y="95"/>
                  </a:cubicBezTo>
                  <a:cubicBezTo>
                    <a:pt x="273" y="42"/>
                    <a:pt x="228" y="0"/>
                    <a:pt x="173" y="0"/>
                  </a:cubicBezTo>
                  <a:close/>
                  <a:moveTo>
                    <a:pt x="173" y="56"/>
                  </a:moveTo>
                  <a:cubicBezTo>
                    <a:pt x="151" y="56"/>
                    <a:pt x="134" y="73"/>
                    <a:pt x="134" y="95"/>
                  </a:cubicBezTo>
                  <a:cubicBezTo>
                    <a:pt x="134" y="117"/>
                    <a:pt x="151" y="135"/>
                    <a:pt x="173" y="135"/>
                  </a:cubicBezTo>
                  <a:cubicBezTo>
                    <a:pt x="195" y="135"/>
                    <a:pt x="213" y="117"/>
                    <a:pt x="213" y="95"/>
                  </a:cubicBezTo>
                  <a:cubicBezTo>
                    <a:pt x="213" y="73"/>
                    <a:pt x="195" y="56"/>
                    <a:pt x="173" y="56"/>
                  </a:cubicBezTo>
                  <a:close/>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44C43F30-27EB-76DC-C8CF-2D2623E197B9}"/>
              </a:ext>
              <a:ext uri="{C183D7F6-B498-43B3-948B-1728B52AA6E4}">
                <adec:decorative xmlns:adec="http://schemas.microsoft.com/office/drawing/2017/decorative" val="1"/>
              </a:ext>
            </a:extLst>
          </p:cNvPr>
          <p:cNvGrpSpPr/>
          <p:nvPr/>
        </p:nvGrpSpPr>
        <p:grpSpPr>
          <a:xfrm>
            <a:off x="6380604" y="3961562"/>
            <a:ext cx="850286" cy="850286"/>
            <a:chOff x="6380604" y="3961562"/>
            <a:chExt cx="850286" cy="850286"/>
          </a:xfrm>
        </p:grpSpPr>
        <p:sp>
          <p:nvSpPr>
            <p:cNvPr id="47" name="Oval 46">
              <a:extLst>
                <a:ext uri="{FF2B5EF4-FFF2-40B4-BE49-F238E27FC236}">
                  <a16:creationId xmlns:a16="http://schemas.microsoft.com/office/drawing/2014/main" id="{56607457-0B41-BE7B-C1EC-4510F07DFFD2}"/>
                </a:ext>
              </a:extLst>
            </p:cNvPr>
            <p:cNvSpPr/>
            <p:nvPr/>
          </p:nvSpPr>
          <p:spPr bwMode="auto">
            <a:xfrm>
              <a:off x="6380604" y="3961562"/>
              <a:ext cx="850286" cy="850286"/>
            </a:xfrm>
            <a:prstGeom prst="ellipse">
              <a:avLst/>
            </a:prstGeom>
            <a:solidFill>
              <a:schemeClr val="accent4"/>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48" name="cloud" title="Icon of a cloud">
              <a:extLst>
                <a:ext uri="{FF2B5EF4-FFF2-40B4-BE49-F238E27FC236}">
                  <a16:creationId xmlns:a16="http://schemas.microsoft.com/office/drawing/2014/main" id="{8A25C92B-913B-9664-F1F1-B9FD80DC596C}"/>
                </a:ext>
              </a:extLst>
            </p:cNvPr>
            <p:cNvSpPr>
              <a:spLocks noChangeAspect="1"/>
            </p:cNvSpPr>
            <p:nvPr/>
          </p:nvSpPr>
          <p:spPr bwMode="auto">
            <a:xfrm>
              <a:off x="6557323" y="4228435"/>
              <a:ext cx="496848" cy="316540"/>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50" name="Group 49">
            <a:extLst>
              <a:ext uri="{FF2B5EF4-FFF2-40B4-BE49-F238E27FC236}">
                <a16:creationId xmlns:a16="http://schemas.microsoft.com/office/drawing/2014/main" id="{B9156BFD-8938-AAAC-739E-6CC9B1C2B6EC}"/>
              </a:ext>
              <a:ext uri="{C183D7F6-B498-43B3-948B-1728B52AA6E4}">
                <adec:decorative xmlns:adec="http://schemas.microsoft.com/office/drawing/2017/decorative" val="1"/>
              </a:ext>
            </a:extLst>
          </p:cNvPr>
          <p:cNvGrpSpPr/>
          <p:nvPr/>
        </p:nvGrpSpPr>
        <p:grpSpPr>
          <a:xfrm>
            <a:off x="10783823" y="457200"/>
            <a:ext cx="822960" cy="822960"/>
            <a:chOff x="6307129" y="2551252"/>
            <a:chExt cx="1097280" cy="1097280"/>
          </a:xfrm>
        </p:grpSpPr>
        <p:sp>
          <p:nvSpPr>
            <p:cNvPr id="52" name="Oval 51">
              <a:extLst>
                <a:ext uri="{FF2B5EF4-FFF2-40B4-BE49-F238E27FC236}">
                  <a16:creationId xmlns:a16="http://schemas.microsoft.com/office/drawing/2014/main" id="{82CD72AF-03B3-F318-CCA4-4BB11DBDBBF3}"/>
                </a:ext>
                <a:ext uri="{C183D7F6-B498-43B3-948B-1728B52AA6E4}">
                  <adec:decorative xmlns:adec="http://schemas.microsoft.com/office/drawing/2017/decorative" val="1"/>
                </a:ext>
              </a:extLst>
            </p:cNvPr>
            <p:cNvSpPr/>
            <p:nvPr/>
          </p:nvSpPr>
          <p:spPr bwMode="auto">
            <a:xfrm>
              <a:off x="6307129" y="2551252"/>
              <a:ext cx="1097280" cy="1097280"/>
            </a:xfrm>
            <a:prstGeom prst="ellipse">
              <a:avLst/>
            </a:prstGeom>
            <a:solidFill>
              <a:schemeClr val="accent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56" name="Freeform 9" title="Icon of a heart with a heartbeat monitor line through the middle">
              <a:extLst>
                <a:ext uri="{FF2B5EF4-FFF2-40B4-BE49-F238E27FC236}">
                  <a16:creationId xmlns:a16="http://schemas.microsoft.com/office/drawing/2014/main" id="{B17822D0-A767-BA97-FAE9-D7814A5E97DD}"/>
                </a:ext>
              </a:extLst>
            </p:cNvPr>
            <p:cNvSpPr>
              <a:spLocks noChangeAspect="1"/>
            </p:cNvSpPr>
            <p:nvPr/>
          </p:nvSpPr>
          <p:spPr bwMode="auto">
            <a:xfrm>
              <a:off x="6577588" y="2864320"/>
              <a:ext cx="556363" cy="471145"/>
            </a:xfrm>
            <a:custGeom>
              <a:avLst/>
              <a:gdLst>
                <a:gd name="T0" fmla="*/ 36 w 3778"/>
                <a:gd name="T1" fmla="*/ 1130 h 3199"/>
                <a:gd name="T2" fmla="*/ 19 w 3778"/>
                <a:gd name="T3" fmla="*/ 1010 h 3199"/>
                <a:gd name="T4" fmla="*/ 291 w 3778"/>
                <a:gd name="T5" fmla="*/ 276 h 3199"/>
                <a:gd name="T6" fmla="*/ 958 w 3778"/>
                <a:gd name="T7" fmla="*/ 0 h 3199"/>
                <a:gd name="T8" fmla="*/ 1624 w 3778"/>
                <a:gd name="T9" fmla="*/ 276 h 3199"/>
                <a:gd name="T10" fmla="*/ 1895 w 3778"/>
                <a:gd name="T11" fmla="*/ 547 h 3199"/>
                <a:gd name="T12" fmla="*/ 2166 w 3778"/>
                <a:gd name="T13" fmla="*/ 276 h 3199"/>
                <a:gd name="T14" fmla="*/ 2833 w 3778"/>
                <a:gd name="T15" fmla="*/ 0 h 3199"/>
                <a:gd name="T16" fmla="*/ 3499 w 3778"/>
                <a:gd name="T17" fmla="*/ 276 h 3199"/>
                <a:gd name="T18" fmla="*/ 3771 w 3778"/>
                <a:gd name="T19" fmla="*/ 906 h 3199"/>
                <a:gd name="T20" fmla="*/ 3579 w 3778"/>
                <a:gd name="T21" fmla="*/ 1510 h 3199"/>
                <a:gd name="T22" fmla="*/ 2768 w 3778"/>
                <a:gd name="T23" fmla="*/ 1510 h 3199"/>
                <a:gd name="T24" fmla="*/ 2520 w 3778"/>
                <a:gd name="T25" fmla="*/ 1262 h 3199"/>
                <a:gd name="T26" fmla="*/ 1895 w 3778"/>
                <a:gd name="T27" fmla="*/ 1887 h 3199"/>
                <a:gd name="T28" fmla="*/ 1020 w 3778"/>
                <a:gd name="T29" fmla="*/ 1012 h 3199"/>
                <a:gd name="T30" fmla="*/ 522 w 3778"/>
                <a:gd name="T31" fmla="*/ 1510 h 3199"/>
                <a:gd name="T32" fmla="*/ 207 w 3778"/>
                <a:gd name="T33" fmla="*/ 1511 h 3199"/>
                <a:gd name="T34" fmla="*/ 1895 w 3778"/>
                <a:gd name="T35" fmla="*/ 3199 h 3199"/>
                <a:gd name="T36" fmla="*/ 3214 w 3778"/>
                <a:gd name="T37" fmla="*/ 1879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78" h="3199">
                  <a:moveTo>
                    <a:pt x="36" y="1130"/>
                  </a:moveTo>
                  <a:cubicBezTo>
                    <a:pt x="19" y="1010"/>
                    <a:pt x="19" y="1010"/>
                    <a:pt x="19" y="1010"/>
                  </a:cubicBezTo>
                  <a:cubicBezTo>
                    <a:pt x="0" y="738"/>
                    <a:pt x="98" y="469"/>
                    <a:pt x="291" y="276"/>
                  </a:cubicBezTo>
                  <a:cubicBezTo>
                    <a:pt x="469" y="98"/>
                    <a:pt x="706" y="0"/>
                    <a:pt x="958" y="0"/>
                  </a:cubicBezTo>
                  <a:cubicBezTo>
                    <a:pt x="1209" y="0"/>
                    <a:pt x="1446" y="98"/>
                    <a:pt x="1624" y="276"/>
                  </a:cubicBezTo>
                  <a:cubicBezTo>
                    <a:pt x="1895" y="547"/>
                    <a:pt x="1895" y="547"/>
                    <a:pt x="1895" y="547"/>
                  </a:cubicBezTo>
                  <a:cubicBezTo>
                    <a:pt x="2166" y="276"/>
                    <a:pt x="2166" y="276"/>
                    <a:pt x="2166" y="276"/>
                  </a:cubicBezTo>
                  <a:cubicBezTo>
                    <a:pt x="2344" y="98"/>
                    <a:pt x="2581" y="0"/>
                    <a:pt x="2833" y="0"/>
                  </a:cubicBezTo>
                  <a:cubicBezTo>
                    <a:pt x="3084" y="0"/>
                    <a:pt x="3321" y="98"/>
                    <a:pt x="3499" y="276"/>
                  </a:cubicBezTo>
                  <a:cubicBezTo>
                    <a:pt x="3667" y="444"/>
                    <a:pt x="3764" y="668"/>
                    <a:pt x="3771" y="906"/>
                  </a:cubicBezTo>
                  <a:cubicBezTo>
                    <a:pt x="3778" y="1125"/>
                    <a:pt x="3710" y="1337"/>
                    <a:pt x="3579" y="1510"/>
                  </a:cubicBezTo>
                  <a:cubicBezTo>
                    <a:pt x="2768" y="1510"/>
                    <a:pt x="2768" y="1510"/>
                    <a:pt x="2768" y="1510"/>
                  </a:cubicBezTo>
                  <a:cubicBezTo>
                    <a:pt x="2520" y="1262"/>
                    <a:pt x="2520" y="1262"/>
                    <a:pt x="2520" y="1262"/>
                  </a:cubicBezTo>
                  <a:cubicBezTo>
                    <a:pt x="1895" y="1887"/>
                    <a:pt x="1895" y="1887"/>
                    <a:pt x="1895" y="1887"/>
                  </a:cubicBezTo>
                  <a:cubicBezTo>
                    <a:pt x="1020" y="1012"/>
                    <a:pt x="1020" y="1012"/>
                    <a:pt x="1020" y="1012"/>
                  </a:cubicBezTo>
                  <a:cubicBezTo>
                    <a:pt x="522" y="1510"/>
                    <a:pt x="522" y="1510"/>
                    <a:pt x="522" y="1510"/>
                  </a:cubicBezTo>
                  <a:cubicBezTo>
                    <a:pt x="207" y="1511"/>
                    <a:pt x="207" y="1511"/>
                    <a:pt x="207" y="1511"/>
                  </a:cubicBezTo>
                  <a:cubicBezTo>
                    <a:pt x="1895" y="3199"/>
                    <a:pt x="1895" y="3199"/>
                    <a:pt x="1895" y="3199"/>
                  </a:cubicBezTo>
                  <a:cubicBezTo>
                    <a:pt x="3214" y="1879"/>
                    <a:pt x="3214" y="1879"/>
                    <a:pt x="3214" y="1879"/>
                  </a:cubicBez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57" name="Group 56">
            <a:extLst>
              <a:ext uri="{FF2B5EF4-FFF2-40B4-BE49-F238E27FC236}">
                <a16:creationId xmlns:a16="http://schemas.microsoft.com/office/drawing/2014/main" id="{76350D8F-179F-2B8E-C9B3-D2E41A116CB4}"/>
              </a:ext>
              <a:ext uri="{C183D7F6-B498-43B3-948B-1728B52AA6E4}">
                <adec:decorative xmlns:adec="http://schemas.microsoft.com/office/drawing/2017/decorative" val="1"/>
              </a:ext>
            </a:extLst>
          </p:cNvPr>
          <p:cNvGrpSpPr/>
          <p:nvPr/>
        </p:nvGrpSpPr>
        <p:grpSpPr>
          <a:xfrm>
            <a:off x="4961110" y="4894188"/>
            <a:ext cx="850286" cy="850286"/>
            <a:chOff x="4961110" y="3028937"/>
            <a:chExt cx="850286" cy="850286"/>
          </a:xfrm>
        </p:grpSpPr>
        <p:sp>
          <p:nvSpPr>
            <p:cNvPr id="58" name="Oval 57">
              <a:extLst>
                <a:ext uri="{FF2B5EF4-FFF2-40B4-BE49-F238E27FC236}">
                  <a16:creationId xmlns:a16="http://schemas.microsoft.com/office/drawing/2014/main" id="{E00AECFB-9383-C834-CCB3-386894CE1830}"/>
                </a:ext>
              </a:extLst>
            </p:cNvPr>
            <p:cNvSpPr/>
            <p:nvPr/>
          </p:nvSpPr>
          <p:spPr bwMode="auto">
            <a:xfrm>
              <a:off x="4961110" y="3028937"/>
              <a:ext cx="850286" cy="850286"/>
            </a:xfrm>
            <a:prstGeom prst="ellipse">
              <a:avLst/>
            </a:prstGeom>
            <a:solidFill>
              <a:schemeClr val="tx2"/>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59" name="Shield_EA18" title="Icon of a shield">
              <a:extLst>
                <a:ext uri="{FF2B5EF4-FFF2-40B4-BE49-F238E27FC236}">
                  <a16:creationId xmlns:a16="http://schemas.microsoft.com/office/drawing/2014/main" id="{4CAFE783-B0A2-9B5C-CF0C-1E9B257388A5}"/>
                </a:ext>
              </a:extLst>
            </p:cNvPr>
            <p:cNvSpPr>
              <a:spLocks noChangeAspect="1"/>
            </p:cNvSpPr>
            <p:nvPr/>
          </p:nvSpPr>
          <p:spPr bwMode="auto">
            <a:xfrm>
              <a:off x="5169977" y="3223818"/>
              <a:ext cx="432553" cy="460525"/>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60" name="Group 59">
            <a:extLst>
              <a:ext uri="{FF2B5EF4-FFF2-40B4-BE49-F238E27FC236}">
                <a16:creationId xmlns:a16="http://schemas.microsoft.com/office/drawing/2014/main" id="{34C4D657-700E-675C-92EE-393B19CB6AC2}"/>
              </a:ext>
              <a:ext uri="{C183D7F6-B498-43B3-948B-1728B52AA6E4}">
                <adec:decorative xmlns:adec="http://schemas.microsoft.com/office/drawing/2017/decorative" val="1"/>
              </a:ext>
            </a:extLst>
          </p:cNvPr>
          <p:cNvGrpSpPr/>
          <p:nvPr/>
        </p:nvGrpSpPr>
        <p:grpSpPr>
          <a:xfrm>
            <a:off x="4961110" y="3028937"/>
            <a:ext cx="850286" cy="850286"/>
            <a:chOff x="4961110" y="4894188"/>
            <a:chExt cx="850286" cy="850286"/>
          </a:xfrm>
        </p:grpSpPr>
        <p:sp>
          <p:nvSpPr>
            <p:cNvPr id="61" name="Oval 60">
              <a:extLst>
                <a:ext uri="{FF2B5EF4-FFF2-40B4-BE49-F238E27FC236}">
                  <a16:creationId xmlns:a16="http://schemas.microsoft.com/office/drawing/2014/main" id="{4CB2773A-A2DF-508E-9716-C37FFEC4DBF1}"/>
                </a:ext>
              </a:extLst>
            </p:cNvPr>
            <p:cNvSpPr/>
            <p:nvPr/>
          </p:nvSpPr>
          <p:spPr bwMode="auto">
            <a:xfrm>
              <a:off x="4961110" y="4894188"/>
              <a:ext cx="850286" cy="850286"/>
            </a:xfrm>
            <a:prstGeom prst="ellipse">
              <a:avLst/>
            </a:prstGeom>
            <a:solidFill>
              <a:schemeClr val="accent3"/>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p:txBody>
        </p:sp>
        <p:sp>
          <p:nvSpPr>
            <p:cNvPr id="62" name="people_12" title="Icon of three people">
              <a:extLst>
                <a:ext uri="{FF2B5EF4-FFF2-40B4-BE49-F238E27FC236}">
                  <a16:creationId xmlns:a16="http://schemas.microsoft.com/office/drawing/2014/main" id="{0B41EC7A-CAC2-0D4E-9665-EBAAE1BF7495}"/>
                </a:ext>
              </a:extLst>
            </p:cNvPr>
            <p:cNvSpPr>
              <a:spLocks noChangeAspect="1" noEditPoints="1"/>
            </p:cNvSpPr>
            <p:nvPr/>
          </p:nvSpPr>
          <p:spPr bwMode="auto">
            <a:xfrm>
              <a:off x="5154767" y="5121833"/>
              <a:ext cx="462972" cy="394997"/>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382470088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DD782-561B-B331-F0A9-B26A1053471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49CCBD0-2BE2-D609-E1FC-212C5EC98179}"/>
              </a:ext>
            </a:extLst>
          </p:cNvPr>
          <p:cNvSpPr>
            <a:spLocks noGrp="1"/>
          </p:cNvSpPr>
          <p:nvPr>
            <p:ph type="title"/>
          </p:nvPr>
        </p:nvSpPr>
        <p:spPr>
          <a:xfrm>
            <a:off x="588263" y="457200"/>
            <a:ext cx="11018520" cy="492443"/>
          </a:xfrm>
        </p:spPr>
        <p:txBody>
          <a:bodyPr/>
          <a:lstStyle/>
          <a:p>
            <a:r>
              <a:rPr lang="fr-FR" sz="3200" dirty="0"/>
              <a:t>La vérific</a:t>
            </a:r>
            <a:r>
              <a:rPr lang="fr-FR" dirty="0"/>
              <a:t>ation d’</a:t>
            </a:r>
            <a:r>
              <a:rPr lang="fr-FR" sz="3200" dirty="0"/>
              <a:t>identité au service de la santé</a:t>
            </a:r>
            <a:endParaRPr lang="en-US" sz="3200" dirty="0">
              <a:solidFill>
                <a:schemeClr val="bg1"/>
              </a:solidFill>
            </a:endParaRPr>
          </a:p>
        </p:txBody>
      </p:sp>
      <p:grpSp>
        <p:nvGrpSpPr>
          <p:cNvPr id="7" name="Group 6">
            <a:extLst>
              <a:ext uri="{FF2B5EF4-FFF2-40B4-BE49-F238E27FC236}">
                <a16:creationId xmlns:a16="http://schemas.microsoft.com/office/drawing/2014/main" id="{0955B8BA-3FD8-2F44-743D-0BC8609C8BC2}"/>
              </a:ext>
              <a:ext uri="{C183D7F6-B498-43B3-948B-1728B52AA6E4}">
                <adec:decorative xmlns:adec="http://schemas.microsoft.com/office/drawing/2017/decorative" val="1"/>
              </a:ext>
            </a:extLst>
          </p:cNvPr>
          <p:cNvGrpSpPr/>
          <p:nvPr/>
        </p:nvGrpSpPr>
        <p:grpSpPr>
          <a:xfrm>
            <a:off x="10783823" y="457200"/>
            <a:ext cx="822960" cy="822960"/>
            <a:chOff x="6307129" y="2551252"/>
            <a:chExt cx="1097280" cy="1097280"/>
          </a:xfrm>
        </p:grpSpPr>
        <p:sp>
          <p:nvSpPr>
            <p:cNvPr id="23" name="Oval 22">
              <a:extLst>
                <a:ext uri="{FF2B5EF4-FFF2-40B4-BE49-F238E27FC236}">
                  <a16:creationId xmlns:a16="http://schemas.microsoft.com/office/drawing/2014/main" id="{92E28BE9-B008-9AF1-8333-5C19787E8CBC}"/>
                </a:ext>
                <a:ext uri="{C183D7F6-B498-43B3-948B-1728B52AA6E4}">
                  <adec:decorative xmlns:adec="http://schemas.microsoft.com/office/drawing/2017/decorative" val="1"/>
                </a:ext>
              </a:extLst>
            </p:cNvPr>
            <p:cNvSpPr/>
            <p:nvPr/>
          </p:nvSpPr>
          <p:spPr bwMode="auto">
            <a:xfrm>
              <a:off x="6307129" y="2551252"/>
              <a:ext cx="1097280" cy="1097280"/>
            </a:xfrm>
            <a:prstGeom prst="ellipse">
              <a:avLst/>
            </a:prstGeom>
            <a:solidFill>
              <a:schemeClr val="accent2"/>
            </a:solid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4" name="Freeform 9" title="Icon of a heart with a heartbeat monitor line through the middle">
              <a:extLst>
                <a:ext uri="{FF2B5EF4-FFF2-40B4-BE49-F238E27FC236}">
                  <a16:creationId xmlns:a16="http://schemas.microsoft.com/office/drawing/2014/main" id="{C691B59B-DD8D-CDBD-937D-8FDFFB4CB90F}"/>
                </a:ext>
              </a:extLst>
            </p:cNvPr>
            <p:cNvSpPr>
              <a:spLocks noChangeAspect="1"/>
            </p:cNvSpPr>
            <p:nvPr/>
          </p:nvSpPr>
          <p:spPr bwMode="auto">
            <a:xfrm>
              <a:off x="6577588" y="2864320"/>
              <a:ext cx="556363" cy="471145"/>
            </a:xfrm>
            <a:custGeom>
              <a:avLst/>
              <a:gdLst>
                <a:gd name="T0" fmla="*/ 36 w 3778"/>
                <a:gd name="T1" fmla="*/ 1130 h 3199"/>
                <a:gd name="T2" fmla="*/ 19 w 3778"/>
                <a:gd name="T3" fmla="*/ 1010 h 3199"/>
                <a:gd name="T4" fmla="*/ 291 w 3778"/>
                <a:gd name="T5" fmla="*/ 276 h 3199"/>
                <a:gd name="T6" fmla="*/ 958 w 3778"/>
                <a:gd name="T7" fmla="*/ 0 h 3199"/>
                <a:gd name="T8" fmla="*/ 1624 w 3778"/>
                <a:gd name="T9" fmla="*/ 276 h 3199"/>
                <a:gd name="T10" fmla="*/ 1895 w 3778"/>
                <a:gd name="T11" fmla="*/ 547 h 3199"/>
                <a:gd name="T12" fmla="*/ 2166 w 3778"/>
                <a:gd name="T13" fmla="*/ 276 h 3199"/>
                <a:gd name="T14" fmla="*/ 2833 w 3778"/>
                <a:gd name="T15" fmla="*/ 0 h 3199"/>
                <a:gd name="T16" fmla="*/ 3499 w 3778"/>
                <a:gd name="T17" fmla="*/ 276 h 3199"/>
                <a:gd name="T18" fmla="*/ 3771 w 3778"/>
                <a:gd name="T19" fmla="*/ 906 h 3199"/>
                <a:gd name="T20" fmla="*/ 3579 w 3778"/>
                <a:gd name="T21" fmla="*/ 1510 h 3199"/>
                <a:gd name="T22" fmla="*/ 2768 w 3778"/>
                <a:gd name="T23" fmla="*/ 1510 h 3199"/>
                <a:gd name="T24" fmla="*/ 2520 w 3778"/>
                <a:gd name="T25" fmla="*/ 1262 h 3199"/>
                <a:gd name="T26" fmla="*/ 1895 w 3778"/>
                <a:gd name="T27" fmla="*/ 1887 h 3199"/>
                <a:gd name="T28" fmla="*/ 1020 w 3778"/>
                <a:gd name="T29" fmla="*/ 1012 h 3199"/>
                <a:gd name="T30" fmla="*/ 522 w 3778"/>
                <a:gd name="T31" fmla="*/ 1510 h 3199"/>
                <a:gd name="T32" fmla="*/ 207 w 3778"/>
                <a:gd name="T33" fmla="*/ 1511 h 3199"/>
                <a:gd name="T34" fmla="*/ 1895 w 3778"/>
                <a:gd name="T35" fmla="*/ 3199 h 3199"/>
                <a:gd name="T36" fmla="*/ 3214 w 3778"/>
                <a:gd name="T37" fmla="*/ 1879 h 3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78" h="3199">
                  <a:moveTo>
                    <a:pt x="36" y="1130"/>
                  </a:moveTo>
                  <a:cubicBezTo>
                    <a:pt x="19" y="1010"/>
                    <a:pt x="19" y="1010"/>
                    <a:pt x="19" y="1010"/>
                  </a:cubicBezTo>
                  <a:cubicBezTo>
                    <a:pt x="0" y="738"/>
                    <a:pt x="98" y="469"/>
                    <a:pt x="291" y="276"/>
                  </a:cubicBezTo>
                  <a:cubicBezTo>
                    <a:pt x="469" y="98"/>
                    <a:pt x="706" y="0"/>
                    <a:pt x="958" y="0"/>
                  </a:cubicBezTo>
                  <a:cubicBezTo>
                    <a:pt x="1209" y="0"/>
                    <a:pt x="1446" y="98"/>
                    <a:pt x="1624" y="276"/>
                  </a:cubicBezTo>
                  <a:cubicBezTo>
                    <a:pt x="1895" y="547"/>
                    <a:pt x="1895" y="547"/>
                    <a:pt x="1895" y="547"/>
                  </a:cubicBezTo>
                  <a:cubicBezTo>
                    <a:pt x="2166" y="276"/>
                    <a:pt x="2166" y="276"/>
                    <a:pt x="2166" y="276"/>
                  </a:cubicBezTo>
                  <a:cubicBezTo>
                    <a:pt x="2344" y="98"/>
                    <a:pt x="2581" y="0"/>
                    <a:pt x="2833" y="0"/>
                  </a:cubicBezTo>
                  <a:cubicBezTo>
                    <a:pt x="3084" y="0"/>
                    <a:pt x="3321" y="98"/>
                    <a:pt x="3499" y="276"/>
                  </a:cubicBezTo>
                  <a:cubicBezTo>
                    <a:pt x="3667" y="444"/>
                    <a:pt x="3764" y="668"/>
                    <a:pt x="3771" y="906"/>
                  </a:cubicBezTo>
                  <a:cubicBezTo>
                    <a:pt x="3778" y="1125"/>
                    <a:pt x="3710" y="1337"/>
                    <a:pt x="3579" y="1510"/>
                  </a:cubicBezTo>
                  <a:cubicBezTo>
                    <a:pt x="2768" y="1510"/>
                    <a:pt x="2768" y="1510"/>
                    <a:pt x="2768" y="1510"/>
                  </a:cubicBezTo>
                  <a:cubicBezTo>
                    <a:pt x="2520" y="1262"/>
                    <a:pt x="2520" y="1262"/>
                    <a:pt x="2520" y="1262"/>
                  </a:cubicBezTo>
                  <a:cubicBezTo>
                    <a:pt x="1895" y="1887"/>
                    <a:pt x="1895" y="1887"/>
                    <a:pt x="1895" y="1887"/>
                  </a:cubicBezTo>
                  <a:cubicBezTo>
                    <a:pt x="1020" y="1012"/>
                    <a:pt x="1020" y="1012"/>
                    <a:pt x="1020" y="1012"/>
                  </a:cubicBezTo>
                  <a:cubicBezTo>
                    <a:pt x="522" y="1510"/>
                    <a:pt x="522" y="1510"/>
                    <a:pt x="522" y="1510"/>
                  </a:cubicBezTo>
                  <a:cubicBezTo>
                    <a:pt x="207" y="1511"/>
                    <a:pt x="207" y="1511"/>
                    <a:pt x="207" y="1511"/>
                  </a:cubicBezTo>
                  <a:cubicBezTo>
                    <a:pt x="1895" y="3199"/>
                    <a:pt x="1895" y="3199"/>
                    <a:pt x="1895" y="3199"/>
                  </a:cubicBezTo>
                  <a:cubicBezTo>
                    <a:pt x="3214" y="1879"/>
                    <a:pt x="3214" y="1879"/>
                    <a:pt x="3214" y="1879"/>
                  </a:cubicBez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25" name="Rectangle: Rounded Corners 24">
            <a:extLst>
              <a:ext uri="{FF2B5EF4-FFF2-40B4-BE49-F238E27FC236}">
                <a16:creationId xmlns:a16="http://schemas.microsoft.com/office/drawing/2014/main" id="{D65E9A4A-5193-00DA-2590-675B252044FA}"/>
              </a:ext>
              <a:ext uri="{C183D7F6-B498-43B3-948B-1728B52AA6E4}">
                <adec:decorative xmlns:adec="http://schemas.microsoft.com/office/drawing/2017/decorative" val="1"/>
              </a:ext>
            </a:extLst>
          </p:cNvPr>
          <p:cNvSpPr/>
          <p:nvPr/>
        </p:nvSpPr>
        <p:spPr bwMode="auto">
          <a:xfrm>
            <a:off x="588263" y="1524371"/>
            <a:ext cx="3383280" cy="4389120"/>
          </a:xfrm>
          <a:prstGeom prst="roundRect">
            <a:avLst>
              <a:gd name="adj" fmla="val 7155"/>
            </a:avLst>
          </a:prstGeom>
          <a:solidFill>
            <a:schemeClr val="bg1">
              <a:lumMod val="95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26" name="Rectangle: Rounded Corners 25">
            <a:extLst>
              <a:ext uri="{FF2B5EF4-FFF2-40B4-BE49-F238E27FC236}">
                <a16:creationId xmlns:a16="http://schemas.microsoft.com/office/drawing/2014/main" id="{D3CB02D8-6405-C553-08A2-D727CE7427A1}"/>
              </a:ext>
              <a:ext uri="{C183D7F6-B498-43B3-948B-1728B52AA6E4}">
                <adec:decorative xmlns:adec="http://schemas.microsoft.com/office/drawing/2017/decorative" val="1"/>
              </a:ext>
            </a:extLst>
          </p:cNvPr>
          <p:cNvSpPr/>
          <p:nvPr/>
        </p:nvSpPr>
        <p:spPr bwMode="auto">
          <a:xfrm>
            <a:off x="4405883" y="1524371"/>
            <a:ext cx="3383280" cy="4389120"/>
          </a:xfrm>
          <a:prstGeom prst="roundRect">
            <a:avLst>
              <a:gd name="adj" fmla="val 7155"/>
            </a:avLst>
          </a:prstGeom>
          <a:solidFill>
            <a:schemeClr val="bg1">
              <a:lumMod val="95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27" name="Rectangle: Rounded Corners 26">
            <a:extLst>
              <a:ext uri="{FF2B5EF4-FFF2-40B4-BE49-F238E27FC236}">
                <a16:creationId xmlns:a16="http://schemas.microsoft.com/office/drawing/2014/main" id="{E3AED771-A39F-11DD-B6DE-D6C1A1266051}"/>
              </a:ext>
              <a:ext uri="{C183D7F6-B498-43B3-948B-1728B52AA6E4}">
                <adec:decorative xmlns:adec="http://schemas.microsoft.com/office/drawing/2017/decorative" val="1"/>
              </a:ext>
            </a:extLst>
          </p:cNvPr>
          <p:cNvSpPr/>
          <p:nvPr/>
        </p:nvSpPr>
        <p:spPr bwMode="auto">
          <a:xfrm>
            <a:off x="8223503" y="1524371"/>
            <a:ext cx="3383280" cy="4389120"/>
          </a:xfrm>
          <a:prstGeom prst="roundRect">
            <a:avLst>
              <a:gd name="adj" fmla="val 7155"/>
            </a:avLst>
          </a:prstGeom>
          <a:solidFill>
            <a:schemeClr val="bg1">
              <a:lumMod val="95000"/>
            </a:schemeClr>
          </a:solid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grpSp>
        <p:nvGrpSpPr>
          <p:cNvPr id="31" name="Group 30">
            <a:extLst>
              <a:ext uri="{FF2B5EF4-FFF2-40B4-BE49-F238E27FC236}">
                <a16:creationId xmlns:a16="http://schemas.microsoft.com/office/drawing/2014/main" id="{FF507058-2673-DAF0-DF81-08CFFCA921E3}"/>
              </a:ext>
              <a:ext uri="{C183D7F6-B498-43B3-948B-1728B52AA6E4}">
                <adec:decorative xmlns:adec="http://schemas.microsoft.com/office/drawing/2017/decorative" val="1"/>
              </a:ext>
            </a:extLst>
          </p:cNvPr>
          <p:cNvGrpSpPr/>
          <p:nvPr/>
        </p:nvGrpSpPr>
        <p:grpSpPr>
          <a:xfrm>
            <a:off x="874581" y="1190870"/>
            <a:ext cx="658800" cy="658800"/>
            <a:chOff x="1836454" y="1209040"/>
            <a:chExt cx="978337" cy="978337"/>
          </a:xfrm>
          <a:effectLst/>
        </p:grpSpPr>
        <p:sp>
          <p:nvSpPr>
            <p:cNvPr id="38" name="Oval 37">
              <a:extLst>
                <a:ext uri="{FF2B5EF4-FFF2-40B4-BE49-F238E27FC236}">
                  <a16:creationId xmlns:a16="http://schemas.microsoft.com/office/drawing/2014/main" id="{555C1F6C-588A-D47C-8B21-EA4FE8F9BEAB}"/>
                </a:ext>
              </a:extLst>
            </p:cNvPr>
            <p:cNvSpPr/>
            <p:nvPr/>
          </p:nvSpPr>
          <p:spPr bwMode="auto">
            <a:xfrm>
              <a:off x="1836454" y="1209040"/>
              <a:ext cx="978337" cy="978337"/>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9" name="people_4">
              <a:extLst>
                <a:ext uri="{FF2B5EF4-FFF2-40B4-BE49-F238E27FC236}">
                  <a16:creationId xmlns:a16="http://schemas.microsoft.com/office/drawing/2014/main" id="{9E83A17D-299A-457C-7303-A137E5E6B394}"/>
                </a:ext>
              </a:extLst>
            </p:cNvPr>
            <p:cNvSpPr>
              <a:spLocks noChangeAspect="1" noEditPoints="1"/>
            </p:cNvSpPr>
            <p:nvPr/>
          </p:nvSpPr>
          <p:spPr bwMode="auto">
            <a:xfrm>
              <a:off x="2112735" y="1447700"/>
              <a:ext cx="425776" cy="47600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C1843321-48B9-A94D-69E3-3E26A3FDA6FB}"/>
              </a:ext>
              <a:ext uri="{C183D7F6-B498-43B3-948B-1728B52AA6E4}">
                <adec:decorative xmlns:adec="http://schemas.microsoft.com/office/drawing/2017/decorative" val="1"/>
              </a:ext>
            </a:extLst>
          </p:cNvPr>
          <p:cNvGrpSpPr/>
          <p:nvPr/>
        </p:nvGrpSpPr>
        <p:grpSpPr>
          <a:xfrm>
            <a:off x="8418381" y="1190870"/>
            <a:ext cx="658800" cy="658800"/>
            <a:chOff x="9380255" y="1247332"/>
            <a:chExt cx="978337" cy="978337"/>
          </a:xfrm>
          <a:effectLst/>
        </p:grpSpPr>
        <p:sp>
          <p:nvSpPr>
            <p:cNvPr id="43" name="Oval 42">
              <a:extLst>
                <a:ext uri="{FF2B5EF4-FFF2-40B4-BE49-F238E27FC236}">
                  <a16:creationId xmlns:a16="http://schemas.microsoft.com/office/drawing/2014/main" id="{C2DAE0B4-C06D-5F56-1E69-ABABC77CA582}"/>
                </a:ext>
              </a:extLst>
            </p:cNvPr>
            <p:cNvSpPr/>
            <p:nvPr/>
          </p:nvSpPr>
          <p:spPr bwMode="auto">
            <a:xfrm>
              <a:off x="9380255" y="1247332"/>
              <a:ext cx="978337" cy="978337"/>
            </a:xfrm>
            <a:prstGeom prst="ellipse">
              <a:avLst/>
            </a:prstGeom>
            <a:solidFill>
              <a:schemeClr val="accent3"/>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9" name="Telemarketer_E7B9">
              <a:extLst>
                <a:ext uri="{FF2B5EF4-FFF2-40B4-BE49-F238E27FC236}">
                  <a16:creationId xmlns:a16="http://schemas.microsoft.com/office/drawing/2014/main" id="{71E70FCA-1A79-378F-18C0-EC88752D512F}"/>
                </a:ext>
              </a:extLst>
            </p:cNvPr>
            <p:cNvSpPr>
              <a:spLocks noChangeAspect="1" noEditPoints="1"/>
            </p:cNvSpPr>
            <p:nvPr/>
          </p:nvSpPr>
          <p:spPr bwMode="auto">
            <a:xfrm>
              <a:off x="9669860" y="1460204"/>
              <a:ext cx="399126" cy="476009"/>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D785B0AE-C83C-E4C1-A263-25E05FE3B202}"/>
              </a:ext>
              <a:ext uri="{C183D7F6-B498-43B3-948B-1728B52AA6E4}">
                <adec:decorative xmlns:adec="http://schemas.microsoft.com/office/drawing/2017/decorative" val="1"/>
              </a:ext>
            </a:extLst>
          </p:cNvPr>
          <p:cNvGrpSpPr/>
          <p:nvPr/>
        </p:nvGrpSpPr>
        <p:grpSpPr>
          <a:xfrm>
            <a:off x="4646481" y="1190870"/>
            <a:ext cx="658800" cy="658800"/>
            <a:chOff x="5608355" y="2555117"/>
            <a:chExt cx="472662" cy="472662"/>
          </a:xfrm>
          <a:effectLst/>
        </p:grpSpPr>
        <p:sp>
          <p:nvSpPr>
            <p:cNvPr id="56" name="Oval 55">
              <a:extLst>
                <a:ext uri="{FF2B5EF4-FFF2-40B4-BE49-F238E27FC236}">
                  <a16:creationId xmlns:a16="http://schemas.microsoft.com/office/drawing/2014/main" id="{80BC31F4-4552-5128-C197-476DC5493720}"/>
                </a:ext>
              </a:extLst>
            </p:cNvPr>
            <p:cNvSpPr/>
            <p:nvPr/>
          </p:nvSpPr>
          <p:spPr bwMode="auto">
            <a:xfrm>
              <a:off x="5608355" y="2555117"/>
              <a:ext cx="472662" cy="472662"/>
            </a:xfrm>
            <a:prstGeom prst="ellipse">
              <a:avLst/>
            </a:prstGeom>
            <a:solidFill>
              <a:schemeClr val="tx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8" name="key" title="Icon of a key">
              <a:extLst>
                <a:ext uri="{FF2B5EF4-FFF2-40B4-BE49-F238E27FC236}">
                  <a16:creationId xmlns:a16="http://schemas.microsoft.com/office/drawing/2014/main" id="{D97EB8A4-A0FF-6917-4EA5-4CE9FF59FAC2}"/>
                </a:ext>
              </a:extLst>
            </p:cNvPr>
            <p:cNvSpPr>
              <a:spLocks noChangeAspect="1" noEditPoints="1"/>
            </p:cNvSpPr>
            <p:nvPr/>
          </p:nvSpPr>
          <p:spPr bwMode="auto">
            <a:xfrm>
              <a:off x="5716986" y="2664404"/>
              <a:ext cx="255399" cy="254089"/>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66" name="Group 65">
            <a:extLst>
              <a:ext uri="{FF2B5EF4-FFF2-40B4-BE49-F238E27FC236}">
                <a16:creationId xmlns:a16="http://schemas.microsoft.com/office/drawing/2014/main" id="{5839A381-DF69-5ABD-17A4-3835650ABD16}"/>
              </a:ext>
              <a:ext uri="{C183D7F6-B498-43B3-948B-1728B52AA6E4}">
                <adec:decorative xmlns:adec="http://schemas.microsoft.com/office/drawing/2017/decorative" val="1"/>
              </a:ext>
            </a:extLst>
          </p:cNvPr>
          <p:cNvGrpSpPr/>
          <p:nvPr/>
        </p:nvGrpSpPr>
        <p:grpSpPr>
          <a:xfrm>
            <a:off x="4038555" y="3678302"/>
            <a:ext cx="300315" cy="264138"/>
            <a:chOff x="3833956" y="3689662"/>
            <a:chExt cx="300315" cy="264138"/>
          </a:xfrm>
        </p:grpSpPr>
        <p:sp>
          <p:nvSpPr>
            <p:cNvPr id="67" name="Graphic 27">
              <a:extLst>
                <a:ext uri="{FF2B5EF4-FFF2-40B4-BE49-F238E27FC236}">
                  <a16:creationId xmlns:a16="http://schemas.microsoft.com/office/drawing/2014/main" id="{22AEBC33-34E3-AFAC-1C04-635C68A8E0F5}"/>
                </a:ext>
              </a:extLst>
            </p:cNvPr>
            <p:cNvSpPr/>
            <p:nvPr/>
          </p:nvSpPr>
          <p:spPr>
            <a:xfrm>
              <a:off x="3833956" y="3690265"/>
              <a:ext cx="160286" cy="263535"/>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solidFill>
              <a:schemeClr val="bg1">
                <a:lumMod val="65000"/>
              </a:schemeClr>
            </a:solid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8" name="Graphic 27">
              <a:extLst>
                <a:ext uri="{FF2B5EF4-FFF2-40B4-BE49-F238E27FC236}">
                  <a16:creationId xmlns:a16="http://schemas.microsoft.com/office/drawing/2014/main" id="{2A158335-58A1-6D3F-5A39-335604743251}"/>
                </a:ext>
              </a:extLst>
            </p:cNvPr>
            <p:cNvSpPr/>
            <p:nvPr/>
          </p:nvSpPr>
          <p:spPr>
            <a:xfrm>
              <a:off x="3973985" y="3689662"/>
              <a:ext cx="160286" cy="263535"/>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solidFill>
              <a:schemeClr val="bg1">
                <a:lumMod val="65000"/>
              </a:schemeClr>
            </a:solid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69" name="Group 68">
            <a:extLst>
              <a:ext uri="{FF2B5EF4-FFF2-40B4-BE49-F238E27FC236}">
                <a16:creationId xmlns:a16="http://schemas.microsoft.com/office/drawing/2014/main" id="{EA568EB1-868B-08E1-9492-69B4A78FBE75}"/>
              </a:ext>
              <a:ext uri="{C183D7F6-B498-43B3-948B-1728B52AA6E4}">
                <adec:decorative xmlns:adec="http://schemas.microsoft.com/office/drawing/2017/decorative" val="1"/>
              </a:ext>
            </a:extLst>
          </p:cNvPr>
          <p:cNvGrpSpPr/>
          <p:nvPr/>
        </p:nvGrpSpPr>
        <p:grpSpPr>
          <a:xfrm>
            <a:off x="7856176" y="3678302"/>
            <a:ext cx="300315" cy="264138"/>
            <a:chOff x="8077575" y="3690225"/>
            <a:chExt cx="300315" cy="264138"/>
          </a:xfrm>
        </p:grpSpPr>
        <p:sp>
          <p:nvSpPr>
            <p:cNvPr id="70" name="Graphic 27">
              <a:extLst>
                <a:ext uri="{FF2B5EF4-FFF2-40B4-BE49-F238E27FC236}">
                  <a16:creationId xmlns:a16="http://schemas.microsoft.com/office/drawing/2014/main" id="{2D542DD6-FFAA-B6D7-DF2B-C4559C2F7F6E}"/>
                </a:ext>
              </a:extLst>
            </p:cNvPr>
            <p:cNvSpPr/>
            <p:nvPr/>
          </p:nvSpPr>
          <p:spPr>
            <a:xfrm>
              <a:off x="8077575" y="3690828"/>
              <a:ext cx="160286" cy="263535"/>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solidFill>
              <a:schemeClr val="bg1">
                <a:lumMod val="65000"/>
              </a:schemeClr>
            </a:solid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 name="Graphic 27">
              <a:extLst>
                <a:ext uri="{FF2B5EF4-FFF2-40B4-BE49-F238E27FC236}">
                  <a16:creationId xmlns:a16="http://schemas.microsoft.com/office/drawing/2014/main" id="{EA972F2C-2AB6-F262-76CA-30635005EE54}"/>
                </a:ext>
              </a:extLst>
            </p:cNvPr>
            <p:cNvSpPr/>
            <p:nvPr/>
          </p:nvSpPr>
          <p:spPr>
            <a:xfrm>
              <a:off x="8217604" y="3690225"/>
              <a:ext cx="160286" cy="263535"/>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solidFill>
              <a:schemeClr val="bg1">
                <a:lumMod val="65000"/>
              </a:schemeClr>
            </a:solid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74" name="Text Placeholder 3">
            <a:extLst>
              <a:ext uri="{FF2B5EF4-FFF2-40B4-BE49-F238E27FC236}">
                <a16:creationId xmlns:a16="http://schemas.microsoft.com/office/drawing/2014/main" id="{255311E6-97C6-7253-3ECA-36461D34F4E8}"/>
              </a:ext>
            </a:extLst>
          </p:cNvPr>
          <p:cNvSpPr txBox="1">
            <a:spLocks/>
          </p:cNvSpPr>
          <p:nvPr/>
        </p:nvSpPr>
        <p:spPr>
          <a:xfrm>
            <a:off x="1502663" y="2095824"/>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i="0" u="none" strike="noStrike" kern="1200" cap="none" spc="0" normalizeH="0" baseline="0" noProof="0" dirty="0">
                <a:ln>
                  <a:noFill/>
                </a:ln>
                <a:effectLst/>
                <a:uLnTx/>
                <a:uFillTx/>
                <a:latin typeface="Segoe UI"/>
                <a:ea typeface="+mn-ea"/>
                <a:cs typeface="Segoe UI" panose="020B0502040204020203" pitchFamily="34" charset="0"/>
              </a:rPr>
              <a:t>Patient verification during registration &amp; check-in</a:t>
            </a:r>
          </a:p>
        </p:txBody>
      </p:sp>
      <p:sp>
        <p:nvSpPr>
          <p:cNvPr id="76" name="Text Placeholder 3">
            <a:extLst>
              <a:ext uri="{FF2B5EF4-FFF2-40B4-BE49-F238E27FC236}">
                <a16:creationId xmlns:a16="http://schemas.microsoft.com/office/drawing/2014/main" id="{21F52C47-8872-53AD-6DF8-DC09798453AD}"/>
              </a:ext>
            </a:extLst>
          </p:cNvPr>
          <p:cNvSpPr txBox="1">
            <a:spLocks/>
          </p:cNvSpPr>
          <p:nvPr/>
        </p:nvSpPr>
        <p:spPr>
          <a:xfrm>
            <a:off x="1502663" y="3065925"/>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a:latin typeface="Segoe UI"/>
              </a:rPr>
              <a:t>Patient verification for telehealth appointments</a:t>
            </a:r>
          </a:p>
        </p:txBody>
      </p:sp>
      <p:sp>
        <p:nvSpPr>
          <p:cNvPr id="92" name="Text Placeholder 3">
            <a:extLst>
              <a:ext uri="{FF2B5EF4-FFF2-40B4-BE49-F238E27FC236}">
                <a16:creationId xmlns:a16="http://schemas.microsoft.com/office/drawing/2014/main" id="{2F192E11-0747-96CC-9754-89B28D374D6D}"/>
              </a:ext>
            </a:extLst>
          </p:cNvPr>
          <p:cNvSpPr txBox="1">
            <a:spLocks/>
          </p:cNvSpPr>
          <p:nvPr/>
        </p:nvSpPr>
        <p:spPr>
          <a:xfrm>
            <a:off x="1502663" y="4036026"/>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a:latin typeface="Segoe UI"/>
              </a:rPr>
              <a:t>Issue digital insurance cards</a:t>
            </a:r>
          </a:p>
        </p:txBody>
      </p:sp>
      <p:sp>
        <p:nvSpPr>
          <p:cNvPr id="98" name="Text Placeholder 3">
            <a:extLst>
              <a:ext uri="{FF2B5EF4-FFF2-40B4-BE49-F238E27FC236}">
                <a16:creationId xmlns:a16="http://schemas.microsoft.com/office/drawing/2014/main" id="{BB328FB0-7A4F-3A7D-F60C-0C67E7A86A7D}"/>
              </a:ext>
            </a:extLst>
          </p:cNvPr>
          <p:cNvSpPr txBox="1">
            <a:spLocks/>
          </p:cNvSpPr>
          <p:nvPr/>
        </p:nvSpPr>
        <p:spPr>
          <a:xfrm>
            <a:off x="1502663" y="5006126"/>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a:latin typeface="Segoe UI"/>
              </a:rPr>
              <a:t>Issue Verified IDs to healthcare workers for certifications or licenses</a:t>
            </a:r>
          </a:p>
        </p:txBody>
      </p:sp>
      <p:grpSp>
        <p:nvGrpSpPr>
          <p:cNvPr id="104" name="Group 103">
            <a:extLst>
              <a:ext uri="{FF2B5EF4-FFF2-40B4-BE49-F238E27FC236}">
                <a16:creationId xmlns:a16="http://schemas.microsoft.com/office/drawing/2014/main" id="{DA6340C6-389D-2EAB-49EB-706EE14F1CA7}"/>
              </a:ext>
              <a:ext uri="{C183D7F6-B498-43B3-948B-1728B52AA6E4}">
                <adec:decorative xmlns:adec="http://schemas.microsoft.com/office/drawing/2017/decorative" val="1"/>
              </a:ext>
            </a:extLst>
          </p:cNvPr>
          <p:cNvGrpSpPr/>
          <p:nvPr/>
        </p:nvGrpSpPr>
        <p:grpSpPr>
          <a:xfrm>
            <a:off x="731225" y="4127466"/>
            <a:ext cx="548640" cy="548640"/>
            <a:chOff x="731225" y="3347871"/>
            <a:chExt cx="548640" cy="548640"/>
          </a:xfrm>
        </p:grpSpPr>
        <p:sp>
          <p:nvSpPr>
            <p:cNvPr id="105" name="Oval 104">
              <a:extLst>
                <a:ext uri="{FF2B5EF4-FFF2-40B4-BE49-F238E27FC236}">
                  <a16:creationId xmlns:a16="http://schemas.microsoft.com/office/drawing/2014/main" id="{C2DF74E1-B268-8606-1677-904896C2A254}"/>
                </a:ext>
              </a:extLst>
            </p:cNvPr>
            <p:cNvSpPr/>
            <p:nvPr/>
          </p:nvSpPr>
          <p:spPr bwMode="auto">
            <a:xfrm>
              <a:off x="731225" y="3347871"/>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106" name="ContactCard_EEBD" title="Icon of a contact card">
              <a:extLst>
                <a:ext uri="{FF2B5EF4-FFF2-40B4-BE49-F238E27FC236}">
                  <a16:creationId xmlns:a16="http://schemas.microsoft.com/office/drawing/2014/main" id="{48EE8945-B6C8-B238-E651-C6977AAA6814}"/>
                </a:ext>
              </a:extLst>
            </p:cNvPr>
            <p:cNvSpPr>
              <a:spLocks noChangeAspect="1" noEditPoints="1"/>
            </p:cNvSpPr>
            <p:nvPr/>
          </p:nvSpPr>
          <p:spPr bwMode="auto">
            <a:xfrm>
              <a:off x="855105" y="3511796"/>
              <a:ext cx="300880" cy="220791"/>
            </a:xfrm>
            <a:custGeom>
              <a:avLst/>
              <a:gdLst>
                <a:gd name="T0" fmla="*/ 2121 w 3742"/>
                <a:gd name="T1" fmla="*/ 998 h 2744"/>
                <a:gd name="T2" fmla="*/ 3368 w 3742"/>
                <a:gd name="T3" fmla="*/ 998 h 2744"/>
                <a:gd name="T4" fmla="*/ 2121 w 3742"/>
                <a:gd name="T5" fmla="*/ 1746 h 2744"/>
                <a:gd name="T6" fmla="*/ 2869 w 3742"/>
                <a:gd name="T7" fmla="*/ 1746 h 2744"/>
                <a:gd name="T8" fmla="*/ 3742 w 3742"/>
                <a:gd name="T9" fmla="*/ 0 h 2744"/>
                <a:gd name="T10" fmla="*/ 0 w 3742"/>
                <a:gd name="T11" fmla="*/ 0 h 2744"/>
                <a:gd name="T12" fmla="*/ 0 w 3742"/>
                <a:gd name="T13" fmla="*/ 2744 h 2744"/>
                <a:gd name="T14" fmla="*/ 3742 w 3742"/>
                <a:gd name="T15" fmla="*/ 2744 h 2744"/>
                <a:gd name="T16" fmla="*/ 3742 w 3742"/>
                <a:gd name="T17" fmla="*/ 0 h 2744"/>
                <a:gd name="T18" fmla="*/ 1123 w 3742"/>
                <a:gd name="T19" fmla="*/ 748 h 2744"/>
                <a:gd name="T20" fmla="*/ 748 w 3742"/>
                <a:gd name="T21" fmla="*/ 1123 h 2744"/>
                <a:gd name="T22" fmla="*/ 1123 w 3742"/>
                <a:gd name="T23" fmla="*/ 1497 h 2744"/>
                <a:gd name="T24" fmla="*/ 1497 w 3742"/>
                <a:gd name="T25" fmla="*/ 1123 h 2744"/>
                <a:gd name="T26" fmla="*/ 1123 w 3742"/>
                <a:gd name="T27" fmla="*/ 748 h 2744"/>
                <a:gd name="T28" fmla="*/ 1746 w 3742"/>
                <a:gd name="T29" fmla="*/ 2121 h 2744"/>
                <a:gd name="T30" fmla="*/ 1123 w 3742"/>
                <a:gd name="T31" fmla="*/ 1497 h 2744"/>
                <a:gd name="T32" fmla="*/ 499 w 3742"/>
                <a:gd name="T33" fmla="*/ 2121 h 2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42" h="2744">
                  <a:moveTo>
                    <a:pt x="2121" y="998"/>
                  </a:moveTo>
                  <a:cubicBezTo>
                    <a:pt x="3368" y="998"/>
                    <a:pt x="3368" y="998"/>
                    <a:pt x="3368" y="998"/>
                  </a:cubicBezTo>
                  <a:moveTo>
                    <a:pt x="2121" y="1746"/>
                  </a:moveTo>
                  <a:cubicBezTo>
                    <a:pt x="2869" y="1746"/>
                    <a:pt x="2869" y="1746"/>
                    <a:pt x="2869" y="1746"/>
                  </a:cubicBezTo>
                  <a:moveTo>
                    <a:pt x="3742" y="0"/>
                  </a:moveTo>
                  <a:cubicBezTo>
                    <a:pt x="0" y="0"/>
                    <a:pt x="0" y="0"/>
                    <a:pt x="0" y="0"/>
                  </a:cubicBezTo>
                  <a:cubicBezTo>
                    <a:pt x="0" y="2744"/>
                    <a:pt x="0" y="2744"/>
                    <a:pt x="0" y="2744"/>
                  </a:cubicBezTo>
                  <a:cubicBezTo>
                    <a:pt x="3742" y="2744"/>
                    <a:pt x="3742" y="2744"/>
                    <a:pt x="3742" y="2744"/>
                  </a:cubicBezTo>
                  <a:lnTo>
                    <a:pt x="3742" y="0"/>
                  </a:lnTo>
                  <a:close/>
                  <a:moveTo>
                    <a:pt x="1123" y="748"/>
                  </a:moveTo>
                  <a:cubicBezTo>
                    <a:pt x="916" y="748"/>
                    <a:pt x="748" y="916"/>
                    <a:pt x="748" y="1123"/>
                  </a:cubicBezTo>
                  <a:cubicBezTo>
                    <a:pt x="748" y="1329"/>
                    <a:pt x="916" y="1497"/>
                    <a:pt x="1123" y="1497"/>
                  </a:cubicBezTo>
                  <a:cubicBezTo>
                    <a:pt x="1329" y="1497"/>
                    <a:pt x="1497" y="1329"/>
                    <a:pt x="1497" y="1123"/>
                  </a:cubicBezTo>
                  <a:cubicBezTo>
                    <a:pt x="1497" y="916"/>
                    <a:pt x="1329" y="748"/>
                    <a:pt x="1123" y="748"/>
                  </a:cubicBezTo>
                  <a:close/>
                  <a:moveTo>
                    <a:pt x="1746" y="2121"/>
                  </a:moveTo>
                  <a:cubicBezTo>
                    <a:pt x="1746" y="1776"/>
                    <a:pt x="1467" y="1497"/>
                    <a:pt x="1123" y="1497"/>
                  </a:cubicBezTo>
                  <a:cubicBezTo>
                    <a:pt x="778" y="1497"/>
                    <a:pt x="499" y="1776"/>
                    <a:pt x="499" y="2121"/>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a:ln>
                  <a:noFill/>
                </a:ln>
                <a:effectLst/>
                <a:uLnTx/>
                <a:uFillTx/>
                <a:latin typeface="Segoe UI"/>
                <a:ea typeface="+mn-ea"/>
                <a:cs typeface="+mn-cs"/>
              </a:endParaRPr>
            </a:p>
          </p:txBody>
        </p:sp>
      </p:grpSp>
      <p:sp>
        <p:nvSpPr>
          <p:cNvPr id="107" name="Text Placeholder 3">
            <a:extLst>
              <a:ext uri="{FF2B5EF4-FFF2-40B4-BE49-F238E27FC236}">
                <a16:creationId xmlns:a16="http://schemas.microsoft.com/office/drawing/2014/main" id="{50626780-235E-71C8-5BFB-075E1C554700}"/>
              </a:ext>
            </a:extLst>
          </p:cNvPr>
          <p:cNvSpPr txBox="1">
            <a:spLocks/>
          </p:cNvSpPr>
          <p:nvPr/>
        </p:nvSpPr>
        <p:spPr>
          <a:xfrm>
            <a:off x="5320283" y="2095824"/>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i="0" u="none" strike="noStrike" kern="1200" cap="none" spc="0" normalizeH="0" baseline="0" noProof="0">
                <a:ln>
                  <a:noFill/>
                </a:ln>
                <a:effectLst/>
                <a:uLnTx/>
                <a:uFillTx/>
                <a:latin typeface="Segoe UI"/>
                <a:ea typeface="+mn-ea"/>
                <a:cs typeface="Segoe UI" panose="020B0502040204020203" pitchFamily="34" charset="0"/>
              </a:rPr>
              <a:t>Distributing prescription medications</a:t>
            </a:r>
          </a:p>
        </p:txBody>
      </p:sp>
      <p:sp>
        <p:nvSpPr>
          <p:cNvPr id="108" name="Text Placeholder 3">
            <a:extLst>
              <a:ext uri="{FF2B5EF4-FFF2-40B4-BE49-F238E27FC236}">
                <a16:creationId xmlns:a16="http://schemas.microsoft.com/office/drawing/2014/main" id="{81390540-81AD-E2A8-90EB-EF0A7835A519}"/>
              </a:ext>
            </a:extLst>
          </p:cNvPr>
          <p:cNvSpPr txBox="1">
            <a:spLocks/>
          </p:cNvSpPr>
          <p:nvPr/>
        </p:nvSpPr>
        <p:spPr>
          <a:xfrm>
            <a:off x="5320283" y="3065925"/>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a:latin typeface="Segoe UI"/>
              </a:rPr>
              <a:t>Access to electronic health records</a:t>
            </a:r>
          </a:p>
        </p:txBody>
      </p:sp>
      <p:sp>
        <p:nvSpPr>
          <p:cNvPr id="109" name="Text Placeholder 3">
            <a:extLst>
              <a:ext uri="{FF2B5EF4-FFF2-40B4-BE49-F238E27FC236}">
                <a16:creationId xmlns:a16="http://schemas.microsoft.com/office/drawing/2014/main" id="{391FA911-BFB5-AE9E-6F59-0DA6FB8FBD50}"/>
              </a:ext>
            </a:extLst>
          </p:cNvPr>
          <p:cNvSpPr txBox="1">
            <a:spLocks/>
          </p:cNvSpPr>
          <p:nvPr/>
        </p:nvSpPr>
        <p:spPr>
          <a:xfrm>
            <a:off x="9137903" y="2095824"/>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600" i="0" u="none" strike="noStrike" kern="1200" cap="none" spc="0" normalizeH="0" baseline="0" noProof="0">
                <a:ln>
                  <a:noFill/>
                </a:ln>
                <a:effectLst/>
                <a:uLnTx/>
                <a:uFillTx/>
                <a:latin typeface="Segoe UI"/>
                <a:ea typeface="+mn-ea"/>
                <a:cs typeface="Segoe UI" panose="020B0502040204020203" pitchFamily="34" charset="0"/>
              </a:rPr>
              <a:t>Verified help desk for billing, insurance, app support, etc.</a:t>
            </a:r>
          </a:p>
        </p:txBody>
      </p:sp>
      <p:sp>
        <p:nvSpPr>
          <p:cNvPr id="110" name="Text Placeholder 3">
            <a:extLst>
              <a:ext uri="{FF2B5EF4-FFF2-40B4-BE49-F238E27FC236}">
                <a16:creationId xmlns:a16="http://schemas.microsoft.com/office/drawing/2014/main" id="{3BFF6D6F-DC97-9CC2-097E-EF6E455F59A1}"/>
              </a:ext>
            </a:extLst>
          </p:cNvPr>
          <p:cNvSpPr txBox="1">
            <a:spLocks/>
          </p:cNvSpPr>
          <p:nvPr/>
        </p:nvSpPr>
        <p:spPr>
          <a:xfrm>
            <a:off x="9137903" y="3065925"/>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spc="-40">
                <a:latin typeface="Segoe UI"/>
              </a:rPr>
              <a:t>Ensure only legitimate patients can recover healthcare or insurance accounts</a:t>
            </a:r>
          </a:p>
        </p:txBody>
      </p:sp>
      <p:grpSp>
        <p:nvGrpSpPr>
          <p:cNvPr id="114" name="Group 113">
            <a:extLst>
              <a:ext uri="{FF2B5EF4-FFF2-40B4-BE49-F238E27FC236}">
                <a16:creationId xmlns:a16="http://schemas.microsoft.com/office/drawing/2014/main" id="{D3B28281-8572-6383-5AF5-5150DF537C40}"/>
              </a:ext>
              <a:ext uri="{C183D7F6-B498-43B3-948B-1728B52AA6E4}">
                <adec:decorative xmlns:adec="http://schemas.microsoft.com/office/drawing/2017/decorative" val="1"/>
              </a:ext>
            </a:extLst>
          </p:cNvPr>
          <p:cNvGrpSpPr/>
          <p:nvPr/>
        </p:nvGrpSpPr>
        <p:grpSpPr>
          <a:xfrm>
            <a:off x="4548845" y="3157365"/>
            <a:ext cx="548640" cy="548640"/>
            <a:chOff x="4548845" y="3347871"/>
            <a:chExt cx="548640" cy="548640"/>
          </a:xfrm>
        </p:grpSpPr>
        <p:sp>
          <p:nvSpPr>
            <p:cNvPr id="115" name="Oval 114">
              <a:extLst>
                <a:ext uri="{FF2B5EF4-FFF2-40B4-BE49-F238E27FC236}">
                  <a16:creationId xmlns:a16="http://schemas.microsoft.com/office/drawing/2014/main" id="{0D8F46DC-0598-E9EE-4173-9F63BB4DD57D}"/>
                </a:ext>
              </a:extLst>
            </p:cNvPr>
            <p:cNvSpPr/>
            <p:nvPr/>
          </p:nvSpPr>
          <p:spPr bwMode="auto">
            <a:xfrm>
              <a:off x="4548845" y="3347871"/>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116" name="CRMArticles_EFF5" title="Icon of two documents stacked together with writing on them">
              <a:extLst>
                <a:ext uri="{FF2B5EF4-FFF2-40B4-BE49-F238E27FC236}">
                  <a16:creationId xmlns:a16="http://schemas.microsoft.com/office/drawing/2014/main" id="{AB1029F8-A169-2D66-B564-D4B84D21A5ED}"/>
                </a:ext>
              </a:extLst>
            </p:cNvPr>
            <p:cNvSpPr>
              <a:spLocks noChangeAspect="1" noEditPoints="1"/>
            </p:cNvSpPr>
            <p:nvPr/>
          </p:nvSpPr>
          <p:spPr bwMode="auto">
            <a:xfrm>
              <a:off x="4716956" y="3499590"/>
              <a:ext cx="212418" cy="245203"/>
            </a:xfrm>
            <a:custGeom>
              <a:avLst/>
              <a:gdLst>
                <a:gd name="T0" fmla="*/ 551 w 3583"/>
                <a:gd name="T1" fmla="*/ 3585 h 4136"/>
                <a:gd name="T2" fmla="*/ 0 w 3583"/>
                <a:gd name="T3" fmla="*/ 3585 h 4136"/>
                <a:gd name="T4" fmla="*/ 0 w 3583"/>
                <a:gd name="T5" fmla="*/ 0 h 4136"/>
                <a:gd name="T6" fmla="*/ 3033 w 3583"/>
                <a:gd name="T7" fmla="*/ 0 h 4136"/>
                <a:gd name="T8" fmla="*/ 3033 w 3583"/>
                <a:gd name="T9" fmla="*/ 1103 h 4136"/>
                <a:gd name="T10" fmla="*/ 2480 w 3583"/>
                <a:gd name="T11" fmla="*/ 551 h 4136"/>
                <a:gd name="T12" fmla="*/ 2480 w 3583"/>
                <a:gd name="T13" fmla="*/ 1654 h 4136"/>
                <a:gd name="T14" fmla="*/ 3583 w 3583"/>
                <a:gd name="T15" fmla="*/ 1654 h 4136"/>
                <a:gd name="T16" fmla="*/ 3583 w 3583"/>
                <a:gd name="T17" fmla="*/ 1654 h 4136"/>
                <a:gd name="T18" fmla="*/ 2480 w 3583"/>
                <a:gd name="T19" fmla="*/ 551 h 4136"/>
                <a:gd name="T20" fmla="*/ 551 w 3583"/>
                <a:gd name="T21" fmla="*/ 551 h 4136"/>
                <a:gd name="T22" fmla="*/ 551 w 3583"/>
                <a:gd name="T23" fmla="*/ 4136 h 4136"/>
                <a:gd name="T24" fmla="*/ 3583 w 3583"/>
                <a:gd name="T25" fmla="*/ 4136 h 4136"/>
                <a:gd name="T26" fmla="*/ 3583 w 3583"/>
                <a:gd name="T27" fmla="*/ 1654 h 4136"/>
                <a:gd name="T28" fmla="*/ 965 w 3583"/>
                <a:gd name="T29" fmla="*/ 2757 h 4136"/>
                <a:gd name="T30" fmla="*/ 2894 w 3583"/>
                <a:gd name="T31" fmla="*/ 2757 h 4136"/>
                <a:gd name="T32" fmla="*/ 965 w 3583"/>
                <a:gd name="T33" fmla="*/ 2206 h 4136"/>
                <a:gd name="T34" fmla="*/ 2894 w 3583"/>
                <a:gd name="T35" fmla="*/ 2206 h 4136"/>
                <a:gd name="T36" fmla="*/ 965 w 3583"/>
                <a:gd name="T37" fmla="*/ 1654 h 4136"/>
                <a:gd name="T38" fmla="*/ 2068 w 3583"/>
                <a:gd name="T39" fmla="*/ 1654 h 4136"/>
                <a:gd name="T40" fmla="*/ 965 w 3583"/>
                <a:gd name="T41" fmla="*/ 1103 h 4136"/>
                <a:gd name="T42" fmla="*/ 2068 w 3583"/>
                <a:gd name="T43" fmla="*/ 1103 h 4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83" h="4136">
                  <a:moveTo>
                    <a:pt x="551" y="3585"/>
                  </a:moveTo>
                  <a:lnTo>
                    <a:pt x="0" y="3585"/>
                  </a:lnTo>
                  <a:lnTo>
                    <a:pt x="0" y="0"/>
                  </a:lnTo>
                  <a:lnTo>
                    <a:pt x="3033" y="0"/>
                  </a:lnTo>
                  <a:lnTo>
                    <a:pt x="3033" y="1103"/>
                  </a:lnTo>
                  <a:moveTo>
                    <a:pt x="2480" y="551"/>
                  </a:moveTo>
                  <a:lnTo>
                    <a:pt x="2480" y="1654"/>
                  </a:lnTo>
                  <a:lnTo>
                    <a:pt x="3583" y="1654"/>
                  </a:lnTo>
                  <a:moveTo>
                    <a:pt x="3583" y="1654"/>
                  </a:moveTo>
                  <a:lnTo>
                    <a:pt x="2480" y="551"/>
                  </a:lnTo>
                  <a:lnTo>
                    <a:pt x="551" y="551"/>
                  </a:lnTo>
                  <a:lnTo>
                    <a:pt x="551" y="4136"/>
                  </a:lnTo>
                  <a:lnTo>
                    <a:pt x="3583" y="4136"/>
                  </a:lnTo>
                  <a:lnTo>
                    <a:pt x="3583" y="1654"/>
                  </a:lnTo>
                  <a:moveTo>
                    <a:pt x="965" y="2757"/>
                  </a:moveTo>
                  <a:lnTo>
                    <a:pt x="2894" y="2757"/>
                  </a:lnTo>
                  <a:moveTo>
                    <a:pt x="965" y="2206"/>
                  </a:moveTo>
                  <a:lnTo>
                    <a:pt x="2894" y="2206"/>
                  </a:lnTo>
                  <a:moveTo>
                    <a:pt x="965" y="1654"/>
                  </a:moveTo>
                  <a:lnTo>
                    <a:pt x="2068" y="1654"/>
                  </a:lnTo>
                  <a:moveTo>
                    <a:pt x="965" y="1103"/>
                  </a:moveTo>
                  <a:lnTo>
                    <a:pt x="2068" y="1103"/>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Segoe UI"/>
              </a:endParaRPr>
            </a:p>
          </p:txBody>
        </p:sp>
      </p:grpSp>
      <p:grpSp>
        <p:nvGrpSpPr>
          <p:cNvPr id="117" name="Group 116">
            <a:extLst>
              <a:ext uri="{FF2B5EF4-FFF2-40B4-BE49-F238E27FC236}">
                <a16:creationId xmlns:a16="http://schemas.microsoft.com/office/drawing/2014/main" id="{C14800F9-8A97-587A-5CA0-173DE9D105A1}"/>
              </a:ext>
              <a:ext uri="{C183D7F6-B498-43B3-948B-1728B52AA6E4}">
                <adec:decorative xmlns:adec="http://schemas.microsoft.com/office/drawing/2017/decorative" val="1"/>
              </a:ext>
            </a:extLst>
          </p:cNvPr>
          <p:cNvGrpSpPr/>
          <p:nvPr/>
        </p:nvGrpSpPr>
        <p:grpSpPr>
          <a:xfrm>
            <a:off x="8366465" y="2187264"/>
            <a:ext cx="548640" cy="548640"/>
            <a:chOff x="8366465" y="2377770"/>
            <a:chExt cx="548640" cy="548640"/>
          </a:xfrm>
        </p:grpSpPr>
        <p:sp>
          <p:nvSpPr>
            <p:cNvPr id="118" name="Oval 117">
              <a:extLst>
                <a:ext uri="{FF2B5EF4-FFF2-40B4-BE49-F238E27FC236}">
                  <a16:creationId xmlns:a16="http://schemas.microsoft.com/office/drawing/2014/main" id="{123C40D9-908B-EAC6-E53C-19E14F7827E7}"/>
                </a:ext>
              </a:extLst>
            </p:cNvPr>
            <p:cNvSpPr/>
            <p:nvPr/>
          </p:nvSpPr>
          <p:spPr bwMode="auto">
            <a:xfrm>
              <a:off x="8366465" y="2377770"/>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119" name="Telemarketer_E7B9">
              <a:extLst>
                <a:ext uri="{FF2B5EF4-FFF2-40B4-BE49-F238E27FC236}">
                  <a16:creationId xmlns:a16="http://schemas.microsoft.com/office/drawing/2014/main" id="{A5EE9D92-939E-3142-D2C6-A2BBA63D3593}"/>
                </a:ext>
              </a:extLst>
            </p:cNvPr>
            <p:cNvSpPr>
              <a:spLocks noChangeAspect="1" noEditPoints="1"/>
            </p:cNvSpPr>
            <p:nvPr/>
          </p:nvSpPr>
          <p:spPr bwMode="auto">
            <a:xfrm>
              <a:off x="8511771" y="2498224"/>
              <a:ext cx="258029" cy="307733"/>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Segoe UI"/>
              </a:endParaRPr>
            </a:p>
          </p:txBody>
        </p:sp>
      </p:grpSp>
      <p:grpSp>
        <p:nvGrpSpPr>
          <p:cNvPr id="120" name="Group 119">
            <a:extLst>
              <a:ext uri="{FF2B5EF4-FFF2-40B4-BE49-F238E27FC236}">
                <a16:creationId xmlns:a16="http://schemas.microsoft.com/office/drawing/2014/main" id="{E95952D0-FFC0-516D-E02D-43D0690A8357}"/>
              </a:ext>
              <a:ext uri="{C183D7F6-B498-43B3-948B-1728B52AA6E4}">
                <adec:decorative xmlns:adec="http://schemas.microsoft.com/office/drawing/2017/decorative" val="1"/>
              </a:ext>
            </a:extLst>
          </p:cNvPr>
          <p:cNvGrpSpPr/>
          <p:nvPr/>
        </p:nvGrpSpPr>
        <p:grpSpPr>
          <a:xfrm>
            <a:off x="8366465" y="3157365"/>
            <a:ext cx="548640" cy="548640"/>
            <a:chOff x="8366465" y="3347871"/>
            <a:chExt cx="548640" cy="548640"/>
          </a:xfrm>
        </p:grpSpPr>
        <p:sp>
          <p:nvSpPr>
            <p:cNvPr id="121" name="Oval 120">
              <a:extLst>
                <a:ext uri="{FF2B5EF4-FFF2-40B4-BE49-F238E27FC236}">
                  <a16:creationId xmlns:a16="http://schemas.microsoft.com/office/drawing/2014/main" id="{D1CD89CE-92B8-F0C2-CECF-AA1A83BF9774}"/>
                </a:ext>
              </a:extLst>
            </p:cNvPr>
            <p:cNvSpPr/>
            <p:nvPr/>
          </p:nvSpPr>
          <p:spPr bwMode="auto">
            <a:xfrm>
              <a:off x="8366465" y="3347871"/>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122" name="arrow_12" title="Icon of a circle made of a curved arrow pointing clockwise">
              <a:extLst>
                <a:ext uri="{FF2B5EF4-FFF2-40B4-BE49-F238E27FC236}">
                  <a16:creationId xmlns:a16="http://schemas.microsoft.com/office/drawing/2014/main" id="{315083D7-3F22-6534-DE62-27ACBD533C56}"/>
                </a:ext>
              </a:extLst>
            </p:cNvPr>
            <p:cNvSpPr>
              <a:spLocks noChangeAspect="1" noEditPoints="1"/>
            </p:cNvSpPr>
            <p:nvPr/>
          </p:nvSpPr>
          <p:spPr bwMode="auto">
            <a:xfrm>
              <a:off x="8509501" y="3493114"/>
              <a:ext cx="262568" cy="258155"/>
            </a:xfrm>
            <a:custGeom>
              <a:avLst/>
              <a:gdLst>
                <a:gd name="T0" fmla="*/ 209 w 328"/>
                <a:gd name="T1" fmla="*/ 0 h 321"/>
                <a:gd name="T2" fmla="*/ 328 w 328"/>
                <a:gd name="T3" fmla="*/ 157 h 321"/>
                <a:gd name="T4" fmla="*/ 164 w 328"/>
                <a:gd name="T5" fmla="*/ 321 h 321"/>
                <a:gd name="T6" fmla="*/ 0 w 328"/>
                <a:gd name="T7" fmla="*/ 157 h 321"/>
                <a:gd name="T8" fmla="*/ 110 w 328"/>
                <a:gd name="T9" fmla="*/ 2 h 321"/>
                <a:gd name="T10" fmla="*/ 110 w 328"/>
                <a:gd name="T11" fmla="*/ 77 h 321"/>
                <a:gd name="T12" fmla="*/ 110 w 328"/>
                <a:gd name="T13" fmla="*/ 2 h 321"/>
                <a:gd name="T14" fmla="*/ 36 w 328"/>
                <a:gd name="T15" fmla="*/ 2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8" h="321">
                  <a:moveTo>
                    <a:pt x="209" y="0"/>
                  </a:moveTo>
                  <a:cubicBezTo>
                    <a:pt x="278" y="19"/>
                    <a:pt x="328" y="82"/>
                    <a:pt x="328" y="157"/>
                  </a:cubicBezTo>
                  <a:cubicBezTo>
                    <a:pt x="328" y="248"/>
                    <a:pt x="254" y="321"/>
                    <a:pt x="164" y="321"/>
                  </a:cubicBezTo>
                  <a:cubicBezTo>
                    <a:pt x="73" y="321"/>
                    <a:pt x="0" y="248"/>
                    <a:pt x="0" y="157"/>
                  </a:cubicBezTo>
                  <a:cubicBezTo>
                    <a:pt x="0" y="85"/>
                    <a:pt x="46" y="24"/>
                    <a:pt x="110" y="2"/>
                  </a:cubicBezTo>
                  <a:moveTo>
                    <a:pt x="110" y="77"/>
                  </a:moveTo>
                  <a:cubicBezTo>
                    <a:pt x="110" y="2"/>
                    <a:pt x="110" y="2"/>
                    <a:pt x="110" y="2"/>
                  </a:cubicBezTo>
                  <a:cubicBezTo>
                    <a:pt x="36" y="2"/>
                    <a:pt x="36" y="2"/>
                    <a:pt x="36" y="2"/>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Segoe UI"/>
              </a:endParaRPr>
            </a:p>
          </p:txBody>
        </p:sp>
      </p:grpSp>
      <p:sp>
        <p:nvSpPr>
          <p:cNvPr id="123" name="Text Placeholder 3">
            <a:extLst>
              <a:ext uri="{FF2B5EF4-FFF2-40B4-BE49-F238E27FC236}">
                <a16:creationId xmlns:a16="http://schemas.microsoft.com/office/drawing/2014/main" id="{214BD277-74DA-5E2B-D09D-5065A745A313}"/>
              </a:ext>
            </a:extLst>
          </p:cNvPr>
          <p:cNvSpPr txBox="1">
            <a:spLocks/>
          </p:cNvSpPr>
          <p:nvPr/>
        </p:nvSpPr>
        <p:spPr>
          <a:xfrm>
            <a:off x="5320283" y="4036026"/>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a:latin typeface="Segoe UI"/>
              </a:rPr>
              <a:t>Streamline transfers of healthcare personnel</a:t>
            </a:r>
          </a:p>
        </p:txBody>
      </p:sp>
      <p:sp>
        <p:nvSpPr>
          <p:cNvPr id="124" name="Text Placeholder 3">
            <a:extLst>
              <a:ext uri="{FF2B5EF4-FFF2-40B4-BE49-F238E27FC236}">
                <a16:creationId xmlns:a16="http://schemas.microsoft.com/office/drawing/2014/main" id="{541FBCB9-2DB3-12A6-DFCF-01B3A6A5D502}"/>
              </a:ext>
            </a:extLst>
          </p:cNvPr>
          <p:cNvSpPr txBox="1">
            <a:spLocks/>
          </p:cNvSpPr>
          <p:nvPr/>
        </p:nvSpPr>
        <p:spPr>
          <a:xfrm>
            <a:off x="5320283" y="5006126"/>
            <a:ext cx="2468880" cy="731520"/>
          </a:xfrm>
          <a:prstGeom prst="rect">
            <a:avLst/>
          </a:prstGeom>
        </p:spPr>
        <p:txBody>
          <a:bodyPr vert="horz" wrap="square" lIns="0" tIns="0" rIns="182880" bIns="0" rtlCol="0" anchor="ctr">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lang="en-US" sz="1600">
                <a:latin typeface="Segoe UI"/>
              </a:rPr>
              <a:t>Secure access to clinical trial &amp; research findings</a:t>
            </a:r>
          </a:p>
        </p:txBody>
      </p:sp>
      <p:grpSp>
        <p:nvGrpSpPr>
          <p:cNvPr id="133" name="Group 132">
            <a:extLst>
              <a:ext uri="{FF2B5EF4-FFF2-40B4-BE49-F238E27FC236}">
                <a16:creationId xmlns:a16="http://schemas.microsoft.com/office/drawing/2014/main" id="{A881B284-725E-0AFE-F9F0-30ED9A28AB8A}"/>
              </a:ext>
              <a:ext uri="{C183D7F6-B498-43B3-948B-1728B52AA6E4}">
                <adec:decorative xmlns:adec="http://schemas.microsoft.com/office/drawing/2017/decorative" val="1"/>
              </a:ext>
            </a:extLst>
          </p:cNvPr>
          <p:cNvGrpSpPr/>
          <p:nvPr/>
        </p:nvGrpSpPr>
        <p:grpSpPr>
          <a:xfrm>
            <a:off x="4548845" y="2187264"/>
            <a:ext cx="548640" cy="548640"/>
            <a:chOff x="4548845" y="2322014"/>
            <a:chExt cx="548640" cy="548640"/>
          </a:xfrm>
        </p:grpSpPr>
        <p:sp>
          <p:nvSpPr>
            <p:cNvPr id="112" name="Oval 111">
              <a:extLst>
                <a:ext uri="{FF2B5EF4-FFF2-40B4-BE49-F238E27FC236}">
                  <a16:creationId xmlns:a16="http://schemas.microsoft.com/office/drawing/2014/main" id="{71498736-826B-BD7A-8944-1E6335C5BA72}"/>
                </a:ext>
              </a:extLst>
            </p:cNvPr>
            <p:cNvSpPr/>
            <p:nvPr/>
          </p:nvSpPr>
          <p:spPr bwMode="auto">
            <a:xfrm>
              <a:off x="4548845" y="2322014"/>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8" name="Hospital_E91D" title="Icon of a first-aid box">
              <a:extLst>
                <a:ext uri="{FF2B5EF4-FFF2-40B4-BE49-F238E27FC236}">
                  <a16:creationId xmlns:a16="http://schemas.microsoft.com/office/drawing/2014/main" id="{678AB080-9FBB-BC87-6841-F7DB9C223501}"/>
                </a:ext>
              </a:extLst>
            </p:cNvPr>
            <p:cNvSpPr>
              <a:spLocks noChangeAspect="1" noEditPoints="1"/>
            </p:cNvSpPr>
            <p:nvPr/>
          </p:nvSpPr>
          <p:spPr bwMode="auto">
            <a:xfrm>
              <a:off x="4679512" y="2471801"/>
              <a:ext cx="287306" cy="249067"/>
            </a:xfrm>
            <a:custGeom>
              <a:avLst/>
              <a:gdLst>
                <a:gd name="T0" fmla="*/ 3500 w 3750"/>
                <a:gd name="T1" fmla="*/ 3250 h 3250"/>
                <a:gd name="T2" fmla="*/ 250 w 3750"/>
                <a:gd name="T3" fmla="*/ 3250 h 3250"/>
                <a:gd name="T4" fmla="*/ 0 w 3750"/>
                <a:gd name="T5" fmla="*/ 3000 h 3250"/>
                <a:gd name="T6" fmla="*/ 0 w 3750"/>
                <a:gd name="T7" fmla="*/ 750 h 3250"/>
                <a:gd name="T8" fmla="*/ 250 w 3750"/>
                <a:gd name="T9" fmla="*/ 500 h 3250"/>
                <a:gd name="T10" fmla="*/ 3500 w 3750"/>
                <a:gd name="T11" fmla="*/ 500 h 3250"/>
                <a:gd name="T12" fmla="*/ 3750 w 3750"/>
                <a:gd name="T13" fmla="*/ 750 h 3250"/>
                <a:gd name="T14" fmla="*/ 3750 w 3750"/>
                <a:gd name="T15" fmla="*/ 3000 h 3250"/>
                <a:gd name="T16" fmla="*/ 3500 w 3750"/>
                <a:gd name="T17" fmla="*/ 3250 h 3250"/>
                <a:gd name="T18" fmla="*/ 2250 w 3750"/>
                <a:gd name="T19" fmla="*/ 2750 h 3250"/>
                <a:gd name="T20" fmla="*/ 2250 w 3750"/>
                <a:gd name="T21" fmla="*/ 2250 h 3250"/>
                <a:gd name="T22" fmla="*/ 2750 w 3750"/>
                <a:gd name="T23" fmla="*/ 2250 h 3250"/>
                <a:gd name="T24" fmla="*/ 2750 w 3750"/>
                <a:gd name="T25" fmla="*/ 1500 h 3250"/>
                <a:gd name="T26" fmla="*/ 2250 w 3750"/>
                <a:gd name="T27" fmla="*/ 1500 h 3250"/>
                <a:gd name="T28" fmla="*/ 2250 w 3750"/>
                <a:gd name="T29" fmla="*/ 1000 h 3250"/>
                <a:gd name="T30" fmla="*/ 1500 w 3750"/>
                <a:gd name="T31" fmla="*/ 1000 h 3250"/>
                <a:gd name="T32" fmla="*/ 1500 w 3750"/>
                <a:gd name="T33" fmla="*/ 1500 h 3250"/>
                <a:gd name="T34" fmla="*/ 1000 w 3750"/>
                <a:gd name="T35" fmla="*/ 1500 h 3250"/>
                <a:gd name="T36" fmla="*/ 1000 w 3750"/>
                <a:gd name="T37" fmla="*/ 2250 h 3250"/>
                <a:gd name="T38" fmla="*/ 1500 w 3750"/>
                <a:gd name="T39" fmla="*/ 2250 h 3250"/>
                <a:gd name="T40" fmla="*/ 1500 w 3750"/>
                <a:gd name="T41" fmla="*/ 2750 h 3250"/>
                <a:gd name="T42" fmla="*/ 2250 w 3750"/>
                <a:gd name="T43" fmla="*/ 2750 h 3250"/>
                <a:gd name="T44" fmla="*/ 2750 w 3750"/>
                <a:gd name="T45" fmla="*/ 500 h 3250"/>
                <a:gd name="T46" fmla="*/ 2750 w 3750"/>
                <a:gd name="T47" fmla="*/ 2 h 3250"/>
                <a:gd name="T48" fmla="*/ 2748 w 3750"/>
                <a:gd name="T49" fmla="*/ 0 h 3250"/>
                <a:gd name="T50" fmla="*/ 1002 w 3750"/>
                <a:gd name="T51" fmla="*/ 0 h 3250"/>
                <a:gd name="T52" fmla="*/ 1000 w 3750"/>
                <a:gd name="T53" fmla="*/ 2 h 3250"/>
                <a:gd name="T54" fmla="*/ 1000 w 3750"/>
                <a:gd name="T55" fmla="*/ 500 h 3250"/>
                <a:gd name="T56" fmla="*/ 2750 w 3750"/>
                <a:gd name="T57" fmla="*/ 500 h 3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50" h="3250">
                  <a:moveTo>
                    <a:pt x="3500" y="3250"/>
                  </a:moveTo>
                  <a:cubicBezTo>
                    <a:pt x="250" y="3250"/>
                    <a:pt x="250" y="3250"/>
                    <a:pt x="250" y="3250"/>
                  </a:cubicBezTo>
                  <a:cubicBezTo>
                    <a:pt x="112" y="3250"/>
                    <a:pt x="0" y="3138"/>
                    <a:pt x="0" y="3000"/>
                  </a:cubicBezTo>
                  <a:cubicBezTo>
                    <a:pt x="0" y="750"/>
                    <a:pt x="0" y="750"/>
                    <a:pt x="0" y="750"/>
                  </a:cubicBezTo>
                  <a:cubicBezTo>
                    <a:pt x="0" y="612"/>
                    <a:pt x="112" y="500"/>
                    <a:pt x="250" y="500"/>
                  </a:cubicBezTo>
                  <a:cubicBezTo>
                    <a:pt x="3500" y="500"/>
                    <a:pt x="3500" y="500"/>
                    <a:pt x="3500" y="500"/>
                  </a:cubicBezTo>
                  <a:cubicBezTo>
                    <a:pt x="3638" y="500"/>
                    <a:pt x="3750" y="612"/>
                    <a:pt x="3750" y="750"/>
                  </a:cubicBezTo>
                  <a:cubicBezTo>
                    <a:pt x="3750" y="3000"/>
                    <a:pt x="3750" y="3000"/>
                    <a:pt x="3750" y="3000"/>
                  </a:cubicBezTo>
                  <a:cubicBezTo>
                    <a:pt x="3750" y="3138"/>
                    <a:pt x="3638" y="3250"/>
                    <a:pt x="3500" y="3250"/>
                  </a:cubicBezTo>
                  <a:close/>
                  <a:moveTo>
                    <a:pt x="2250" y="2750"/>
                  </a:moveTo>
                  <a:cubicBezTo>
                    <a:pt x="2250" y="2250"/>
                    <a:pt x="2250" y="2250"/>
                    <a:pt x="2250" y="2250"/>
                  </a:cubicBezTo>
                  <a:cubicBezTo>
                    <a:pt x="2750" y="2250"/>
                    <a:pt x="2750" y="2250"/>
                    <a:pt x="2750" y="2250"/>
                  </a:cubicBezTo>
                  <a:cubicBezTo>
                    <a:pt x="2750" y="1500"/>
                    <a:pt x="2750" y="1500"/>
                    <a:pt x="2750" y="1500"/>
                  </a:cubicBezTo>
                  <a:cubicBezTo>
                    <a:pt x="2250" y="1500"/>
                    <a:pt x="2250" y="1500"/>
                    <a:pt x="2250" y="1500"/>
                  </a:cubicBezTo>
                  <a:cubicBezTo>
                    <a:pt x="2250" y="1000"/>
                    <a:pt x="2250" y="1000"/>
                    <a:pt x="2250" y="1000"/>
                  </a:cubicBezTo>
                  <a:cubicBezTo>
                    <a:pt x="1500" y="1000"/>
                    <a:pt x="1500" y="1000"/>
                    <a:pt x="1500" y="1000"/>
                  </a:cubicBezTo>
                  <a:cubicBezTo>
                    <a:pt x="1500" y="1500"/>
                    <a:pt x="1500" y="1500"/>
                    <a:pt x="1500" y="1500"/>
                  </a:cubicBezTo>
                  <a:cubicBezTo>
                    <a:pt x="1000" y="1500"/>
                    <a:pt x="1000" y="1500"/>
                    <a:pt x="1000" y="1500"/>
                  </a:cubicBezTo>
                  <a:cubicBezTo>
                    <a:pt x="1000" y="2250"/>
                    <a:pt x="1000" y="2250"/>
                    <a:pt x="1000" y="2250"/>
                  </a:cubicBezTo>
                  <a:cubicBezTo>
                    <a:pt x="1500" y="2250"/>
                    <a:pt x="1500" y="2250"/>
                    <a:pt x="1500" y="2250"/>
                  </a:cubicBezTo>
                  <a:cubicBezTo>
                    <a:pt x="1500" y="2750"/>
                    <a:pt x="1500" y="2750"/>
                    <a:pt x="1500" y="2750"/>
                  </a:cubicBezTo>
                  <a:lnTo>
                    <a:pt x="2250" y="2750"/>
                  </a:lnTo>
                  <a:close/>
                  <a:moveTo>
                    <a:pt x="2750" y="500"/>
                  </a:moveTo>
                  <a:cubicBezTo>
                    <a:pt x="2750" y="2"/>
                    <a:pt x="2750" y="2"/>
                    <a:pt x="2750" y="2"/>
                  </a:cubicBezTo>
                  <a:cubicBezTo>
                    <a:pt x="2750" y="1"/>
                    <a:pt x="2749" y="0"/>
                    <a:pt x="2748" y="0"/>
                  </a:cubicBezTo>
                  <a:cubicBezTo>
                    <a:pt x="1002" y="0"/>
                    <a:pt x="1002" y="0"/>
                    <a:pt x="1002" y="0"/>
                  </a:cubicBezTo>
                  <a:cubicBezTo>
                    <a:pt x="1001" y="0"/>
                    <a:pt x="1000" y="1"/>
                    <a:pt x="1000" y="2"/>
                  </a:cubicBezTo>
                  <a:cubicBezTo>
                    <a:pt x="1000" y="500"/>
                    <a:pt x="1000" y="500"/>
                    <a:pt x="1000" y="500"/>
                  </a:cubicBezTo>
                  <a:lnTo>
                    <a:pt x="2750" y="500"/>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2" name="Group 131">
            <a:extLst>
              <a:ext uri="{FF2B5EF4-FFF2-40B4-BE49-F238E27FC236}">
                <a16:creationId xmlns:a16="http://schemas.microsoft.com/office/drawing/2014/main" id="{31250017-E202-B370-E887-000E9C6586ED}"/>
              </a:ext>
              <a:ext uri="{C183D7F6-B498-43B3-948B-1728B52AA6E4}">
                <adec:decorative xmlns:adec="http://schemas.microsoft.com/office/drawing/2017/decorative" val="1"/>
              </a:ext>
            </a:extLst>
          </p:cNvPr>
          <p:cNvGrpSpPr/>
          <p:nvPr/>
        </p:nvGrpSpPr>
        <p:grpSpPr>
          <a:xfrm>
            <a:off x="731225" y="3157365"/>
            <a:ext cx="548640" cy="548640"/>
            <a:chOff x="731225" y="3292115"/>
            <a:chExt cx="548640" cy="548640"/>
          </a:xfrm>
        </p:grpSpPr>
        <p:sp>
          <p:nvSpPr>
            <p:cNvPr id="99" name="Oval 98">
              <a:extLst>
                <a:ext uri="{FF2B5EF4-FFF2-40B4-BE49-F238E27FC236}">
                  <a16:creationId xmlns:a16="http://schemas.microsoft.com/office/drawing/2014/main" id="{CE636D14-8F92-8BD8-E137-6AE6D0BE3190}"/>
                </a:ext>
                <a:ext uri="{C183D7F6-B498-43B3-948B-1728B52AA6E4}">
                  <adec:decorative xmlns:adec="http://schemas.microsoft.com/office/drawing/2017/decorative" val="1"/>
                </a:ext>
              </a:extLst>
            </p:cNvPr>
            <p:cNvSpPr/>
            <p:nvPr/>
          </p:nvSpPr>
          <p:spPr bwMode="auto">
            <a:xfrm>
              <a:off x="731225" y="3292115"/>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71" name="Broadcasting_F1B5" title="Icon of a communication dish with signal lines">
              <a:extLst>
                <a:ext uri="{FF2B5EF4-FFF2-40B4-BE49-F238E27FC236}">
                  <a16:creationId xmlns:a16="http://schemas.microsoft.com/office/drawing/2014/main" id="{62D3A033-DCDA-CA15-41E0-82A7815BD00C}"/>
                </a:ext>
              </a:extLst>
            </p:cNvPr>
            <p:cNvSpPr>
              <a:spLocks noChangeAspect="1" noEditPoints="1"/>
            </p:cNvSpPr>
            <p:nvPr/>
          </p:nvSpPr>
          <p:spPr bwMode="auto">
            <a:xfrm>
              <a:off x="846583" y="3407399"/>
              <a:ext cx="317924" cy="318072"/>
            </a:xfrm>
            <a:custGeom>
              <a:avLst/>
              <a:gdLst>
                <a:gd name="T0" fmla="*/ 1786 w 3913"/>
                <a:gd name="T1" fmla="*/ 2127 h 3913"/>
                <a:gd name="T2" fmla="*/ 2198 w 3913"/>
                <a:gd name="T3" fmla="*/ 1715 h 3913"/>
                <a:gd name="T4" fmla="*/ 2286 w 3913"/>
                <a:gd name="T5" fmla="*/ 1502 h 3913"/>
                <a:gd name="T6" fmla="*/ 2161 w 3913"/>
                <a:gd name="T7" fmla="*/ 1627 h 3913"/>
                <a:gd name="T8" fmla="*/ 2286 w 3913"/>
                <a:gd name="T9" fmla="*/ 1752 h 3913"/>
                <a:gd name="T10" fmla="*/ 2411 w 3913"/>
                <a:gd name="T11" fmla="*/ 1627 h 3913"/>
                <a:gd name="T12" fmla="*/ 2286 w 3913"/>
                <a:gd name="T13" fmla="*/ 1502 h 3913"/>
                <a:gd name="T14" fmla="*/ 3162 w 3913"/>
                <a:gd name="T15" fmla="*/ 1877 h 3913"/>
                <a:gd name="T16" fmla="*/ 2036 w 3913"/>
                <a:gd name="T17" fmla="*/ 751 h 3913"/>
                <a:gd name="T18" fmla="*/ 3913 w 3913"/>
                <a:gd name="T19" fmla="*/ 1877 h 3913"/>
                <a:gd name="T20" fmla="*/ 2036 w 3913"/>
                <a:gd name="T21" fmla="*/ 0 h 3913"/>
                <a:gd name="T22" fmla="*/ 636 w 3913"/>
                <a:gd name="T23" fmla="*/ 977 h 3913"/>
                <a:gd name="T24" fmla="*/ 636 w 3913"/>
                <a:gd name="T25" fmla="*/ 3277 h 3913"/>
                <a:gd name="T26" fmla="*/ 2936 w 3913"/>
                <a:gd name="T27" fmla="*/ 3277 h 3913"/>
                <a:gd name="T28" fmla="*/ 636 w 3913"/>
                <a:gd name="T29" fmla="*/ 977 h 3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13" h="3913">
                  <a:moveTo>
                    <a:pt x="1786" y="2127"/>
                  </a:moveTo>
                  <a:cubicBezTo>
                    <a:pt x="2198" y="1715"/>
                    <a:pt x="2198" y="1715"/>
                    <a:pt x="2198" y="1715"/>
                  </a:cubicBezTo>
                  <a:moveTo>
                    <a:pt x="2286" y="1502"/>
                  </a:moveTo>
                  <a:cubicBezTo>
                    <a:pt x="2217" y="1502"/>
                    <a:pt x="2161" y="1558"/>
                    <a:pt x="2161" y="1627"/>
                  </a:cubicBezTo>
                  <a:cubicBezTo>
                    <a:pt x="2161" y="1696"/>
                    <a:pt x="2217" y="1752"/>
                    <a:pt x="2286" y="1752"/>
                  </a:cubicBezTo>
                  <a:cubicBezTo>
                    <a:pt x="2355" y="1752"/>
                    <a:pt x="2411" y="1696"/>
                    <a:pt x="2411" y="1627"/>
                  </a:cubicBezTo>
                  <a:cubicBezTo>
                    <a:pt x="2411" y="1558"/>
                    <a:pt x="2355" y="1502"/>
                    <a:pt x="2286" y="1502"/>
                  </a:cubicBezTo>
                  <a:close/>
                  <a:moveTo>
                    <a:pt x="3162" y="1877"/>
                  </a:moveTo>
                  <a:cubicBezTo>
                    <a:pt x="3162" y="1255"/>
                    <a:pt x="2658" y="751"/>
                    <a:pt x="2036" y="751"/>
                  </a:cubicBezTo>
                  <a:moveTo>
                    <a:pt x="3913" y="1877"/>
                  </a:moveTo>
                  <a:cubicBezTo>
                    <a:pt x="3913" y="840"/>
                    <a:pt x="3073" y="0"/>
                    <a:pt x="2036" y="0"/>
                  </a:cubicBezTo>
                  <a:moveTo>
                    <a:pt x="636" y="977"/>
                  </a:moveTo>
                  <a:cubicBezTo>
                    <a:pt x="0" y="1612"/>
                    <a:pt x="0" y="2642"/>
                    <a:pt x="636" y="3277"/>
                  </a:cubicBezTo>
                  <a:cubicBezTo>
                    <a:pt x="1271" y="3913"/>
                    <a:pt x="2301" y="3913"/>
                    <a:pt x="2936" y="3277"/>
                  </a:cubicBezTo>
                  <a:lnTo>
                    <a:pt x="636" y="977"/>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131" name="Group 130">
            <a:extLst>
              <a:ext uri="{FF2B5EF4-FFF2-40B4-BE49-F238E27FC236}">
                <a16:creationId xmlns:a16="http://schemas.microsoft.com/office/drawing/2014/main" id="{8E64E8B4-81D6-4169-610F-41C68A452504}"/>
              </a:ext>
              <a:ext uri="{C183D7F6-B498-43B3-948B-1728B52AA6E4}">
                <adec:decorative xmlns:adec="http://schemas.microsoft.com/office/drawing/2017/decorative" val="1"/>
              </a:ext>
            </a:extLst>
          </p:cNvPr>
          <p:cNvGrpSpPr/>
          <p:nvPr/>
        </p:nvGrpSpPr>
        <p:grpSpPr>
          <a:xfrm>
            <a:off x="731225" y="2187264"/>
            <a:ext cx="548640" cy="548640"/>
            <a:chOff x="731225" y="2322014"/>
            <a:chExt cx="548640" cy="548640"/>
          </a:xfrm>
        </p:grpSpPr>
        <p:sp>
          <p:nvSpPr>
            <p:cNvPr id="102" name="Oval 101">
              <a:extLst>
                <a:ext uri="{FF2B5EF4-FFF2-40B4-BE49-F238E27FC236}">
                  <a16:creationId xmlns:a16="http://schemas.microsoft.com/office/drawing/2014/main" id="{6F78731B-05C8-358F-50AE-42F518EBA5B3}"/>
                </a:ext>
              </a:extLst>
            </p:cNvPr>
            <p:cNvSpPr/>
            <p:nvPr/>
          </p:nvSpPr>
          <p:spPr bwMode="auto">
            <a:xfrm>
              <a:off x="731225" y="2322014"/>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16" name="people_5" title="Icon of a person with a box around them">
              <a:extLst>
                <a:ext uri="{FF2B5EF4-FFF2-40B4-BE49-F238E27FC236}">
                  <a16:creationId xmlns:a16="http://schemas.microsoft.com/office/drawing/2014/main" id="{01C82BA8-E7A5-C5D7-C57E-8D5B81FFE755}"/>
                </a:ext>
              </a:extLst>
            </p:cNvPr>
            <p:cNvSpPr>
              <a:spLocks noChangeAspect="1" noEditPoints="1"/>
            </p:cNvSpPr>
            <p:nvPr/>
          </p:nvSpPr>
          <p:spPr bwMode="auto">
            <a:xfrm>
              <a:off x="864843" y="2456191"/>
              <a:ext cx="281404" cy="28028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4" name="Group 133">
            <a:extLst>
              <a:ext uri="{FF2B5EF4-FFF2-40B4-BE49-F238E27FC236}">
                <a16:creationId xmlns:a16="http://schemas.microsoft.com/office/drawing/2014/main" id="{9B34DEE3-12B9-EDAA-1721-62787804D777}"/>
              </a:ext>
              <a:ext uri="{C183D7F6-B498-43B3-948B-1728B52AA6E4}">
                <adec:decorative xmlns:adec="http://schemas.microsoft.com/office/drawing/2017/decorative" val="1"/>
              </a:ext>
            </a:extLst>
          </p:cNvPr>
          <p:cNvGrpSpPr/>
          <p:nvPr/>
        </p:nvGrpSpPr>
        <p:grpSpPr>
          <a:xfrm>
            <a:off x="4548845" y="5097566"/>
            <a:ext cx="548640" cy="548640"/>
            <a:chOff x="4548845" y="5232316"/>
            <a:chExt cx="548640" cy="548640"/>
          </a:xfrm>
        </p:grpSpPr>
        <p:sp>
          <p:nvSpPr>
            <p:cNvPr id="126" name="Oval 125">
              <a:extLst>
                <a:ext uri="{FF2B5EF4-FFF2-40B4-BE49-F238E27FC236}">
                  <a16:creationId xmlns:a16="http://schemas.microsoft.com/office/drawing/2014/main" id="{1828952A-E983-2D6B-5572-279E43536233}"/>
                </a:ext>
                <a:ext uri="{C183D7F6-B498-43B3-948B-1728B52AA6E4}">
                  <adec:decorative xmlns:adec="http://schemas.microsoft.com/office/drawing/2017/decorative" val="1"/>
                </a:ext>
              </a:extLst>
            </p:cNvPr>
            <p:cNvSpPr/>
            <p:nvPr/>
          </p:nvSpPr>
          <p:spPr bwMode="auto">
            <a:xfrm>
              <a:off x="4548845" y="5232316"/>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21" name="Beaker_F196" title="Icon of a scientific flask with liquid in it">
              <a:extLst>
                <a:ext uri="{FF2B5EF4-FFF2-40B4-BE49-F238E27FC236}">
                  <a16:creationId xmlns:a16="http://schemas.microsoft.com/office/drawing/2014/main" id="{050CE326-E7A1-FF57-7059-F16D7F37AF98}"/>
                </a:ext>
              </a:extLst>
            </p:cNvPr>
            <p:cNvSpPr>
              <a:spLocks noChangeAspect="1" noEditPoints="1"/>
            </p:cNvSpPr>
            <p:nvPr/>
          </p:nvSpPr>
          <p:spPr bwMode="auto">
            <a:xfrm>
              <a:off x="4704735" y="5369798"/>
              <a:ext cx="236860" cy="273677"/>
            </a:xfrm>
            <a:custGeom>
              <a:avLst/>
              <a:gdLst>
                <a:gd name="T0" fmla="*/ 2433 w 3250"/>
                <a:gd name="T1" fmla="*/ 2127 h 3754"/>
                <a:gd name="T2" fmla="*/ 1894 w 3250"/>
                <a:gd name="T3" fmla="*/ 2002 h 3754"/>
                <a:gd name="T4" fmla="*/ 1355 w 3250"/>
                <a:gd name="T5" fmla="*/ 2252 h 3754"/>
                <a:gd name="T6" fmla="*/ 817 w 3250"/>
                <a:gd name="T7" fmla="*/ 2127 h 3754"/>
                <a:gd name="T8" fmla="*/ 874 w 3250"/>
                <a:gd name="T9" fmla="*/ 0 h 3754"/>
                <a:gd name="T10" fmla="*/ 1249 w 3250"/>
                <a:gd name="T11" fmla="*/ 0 h 3754"/>
                <a:gd name="T12" fmla="*/ 1249 w 3250"/>
                <a:gd name="T13" fmla="*/ 1306 h 3754"/>
                <a:gd name="T14" fmla="*/ 1213 w 3250"/>
                <a:gd name="T15" fmla="*/ 1437 h 3754"/>
                <a:gd name="T16" fmla="*/ 100 w 3250"/>
                <a:gd name="T17" fmla="*/ 3375 h 3754"/>
                <a:gd name="T18" fmla="*/ 315 w 3250"/>
                <a:gd name="T19" fmla="*/ 3754 h 3754"/>
                <a:gd name="T20" fmla="*/ 2936 w 3250"/>
                <a:gd name="T21" fmla="*/ 3754 h 3754"/>
                <a:gd name="T22" fmla="*/ 3150 w 3250"/>
                <a:gd name="T23" fmla="*/ 3376 h 3754"/>
                <a:gd name="T24" fmla="*/ 2037 w 3250"/>
                <a:gd name="T25" fmla="*/ 1437 h 3754"/>
                <a:gd name="T26" fmla="*/ 2000 w 3250"/>
                <a:gd name="T27" fmla="*/ 1306 h 3754"/>
                <a:gd name="T28" fmla="*/ 2000 w 3250"/>
                <a:gd name="T29" fmla="*/ 0 h 3754"/>
                <a:gd name="T30" fmla="*/ 2376 w 3250"/>
                <a:gd name="T31" fmla="*/ 0 h 3754"/>
                <a:gd name="T32" fmla="*/ 874 w 3250"/>
                <a:gd name="T33" fmla="*/ 3254 h 3754"/>
                <a:gd name="T34" fmla="*/ 1124 w 3250"/>
                <a:gd name="T35" fmla="*/ 3254 h 3754"/>
                <a:gd name="T36" fmla="*/ 1375 w 3250"/>
                <a:gd name="T37" fmla="*/ 2905 h 3754"/>
                <a:gd name="T38" fmla="*/ 1625 w 3250"/>
                <a:gd name="T39" fmla="*/ 2905 h 3754"/>
                <a:gd name="T40" fmla="*/ 874 w 3250"/>
                <a:gd name="T41" fmla="*/ 2601 h 3754"/>
                <a:gd name="T42" fmla="*/ 1124 w 3250"/>
                <a:gd name="T43" fmla="*/ 2601 h 3754"/>
                <a:gd name="T44" fmla="*/ 1875 w 3250"/>
                <a:gd name="T45" fmla="*/ 2655 h 3754"/>
                <a:gd name="T46" fmla="*/ 2125 w 3250"/>
                <a:gd name="T47" fmla="*/ 2655 h 3754"/>
                <a:gd name="T48" fmla="*/ 2376 w 3250"/>
                <a:gd name="T49" fmla="*/ 3254 h 3754"/>
                <a:gd name="T50" fmla="*/ 2626 w 3250"/>
                <a:gd name="T51" fmla="*/ 3254 h 3754"/>
                <a:gd name="T52" fmla="*/ 1625 w 3250"/>
                <a:gd name="T53" fmla="*/ 3375 h 3754"/>
                <a:gd name="T54" fmla="*/ 1875 w 3250"/>
                <a:gd name="T55" fmla="*/ 3375 h 3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250" h="3754">
                  <a:moveTo>
                    <a:pt x="2433" y="2127"/>
                  </a:moveTo>
                  <a:cubicBezTo>
                    <a:pt x="2433" y="2127"/>
                    <a:pt x="2164" y="2002"/>
                    <a:pt x="1894" y="2002"/>
                  </a:cubicBezTo>
                  <a:cubicBezTo>
                    <a:pt x="1625" y="2002"/>
                    <a:pt x="1625" y="2252"/>
                    <a:pt x="1355" y="2252"/>
                  </a:cubicBezTo>
                  <a:cubicBezTo>
                    <a:pt x="1086" y="2252"/>
                    <a:pt x="817" y="2127"/>
                    <a:pt x="817" y="2127"/>
                  </a:cubicBezTo>
                  <a:moveTo>
                    <a:pt x="874" y="0"/>
                  </a:moveTo>
                  <a:cubicBezTo>
                    <a:pt x="1249" y="0"/>
                    <a:pt x="1249" y="0"/>
                    <a:pt x="1249" y="0"/>
                  </a:cubicBezTo>
                  <a:cubicBezTo>
                    <a:pt x="1249" y="1306"/>
                    <a:pt x="1249" y="1306"/>
                    <a:pt x="1249" y="1306"/>
                  </a:cubicBezTo>
                  <a:cubicBezTo>
                    <a:pt x="1249" y="1352"/>
                    <a:pt x="1237" y="1397"/>
                    <a:pt x="1213" y="1437"/>
                  </a:cubicBezTo>
                  <a:cubicBezTo>
                    <a:pt x="100" y="3375"/>
                    <a:pt x="100" y="3375"/>
                    <a:pt x="100" y="3375"/>
                  </a:cubicBezTo>
                  <a:cubicBezTo>
                    <a:pt x="0" y="3542"/>
                    <a:pt x="120" y="3754"/>
                    <a:pt x="315" y="3754"/>
                  </a:cubicBezTo>
                  <a:cubicBezTo>
                    <a:pt x="2936" y="3754"/>
                    <a:pt x="2936" y="3754"/>
                    <a:pt x="2936" y="3754"/>
                  </a:cubicBezTo>
                  <a:cubicBezTo>
                    <a:pt x="3130" y="3754"/>
                    <a:pt x="3250" y="3543"/>
                    <a:pt x="3150" y="3376"/>
                  </a:cubicBezTo>
                  <a:cubicBezTo>
                    <a:pt x="2037" y="1437"/>
                    <a:pt x="2037" y="1437"/>
                    <a:pt x="2037" y="1437"/>
                  </a:cubicBezTo>
                  <a:cubicBezTo>
                    <a:pt x="2013" y="1397"/>
                    <a:pt x="2000" y="1352"/>
                    <a:pt x="2000" y="1306"/>
                  </a:cubicBezTo>
                  <a:cubicBezTo>
                    <a:pt x="2000" y="0"/>
                    <a:pt x="2000" y="0"/>
                    <a:pt x="2000" y="0"/>
                  </a:cubicBezTo>
                  <a:cubicBezTo>
                    <a:pt x="2376" y="0"/>
                    <a:pt x="2376" y="0"/>
                    <a:pt x="2376" y="0"/>
                  </a:cubicBezTo>
                  <a:moveTo>
                    <a:pt x="874" y="3254"/>
                  </a:moveTo>
                  <a:cubicBezTo>
                    <a:pt x="1124" y="3254"/>
                    <a:pt x="1124" y="3254"/>
                    <a:pt x="1124" y="3254"/>
                  </a:cubicBezTo>
                  <a:moveTo>
                    <a:pt x="1375" y="2905"/>
                  </a:moveTo>
                  <a:cubicBezTo>
                    <a:pt x="1625" y="2905"/>
                    <a:pt x="1625" y="2905"/>
                    <a:pt x="1625" y="2905"/>
                  </a:cubicBezTo>
                  <a:moveTo>
                    <a:pt x="874" y="2601"/>
                  </a:moveTo>
                  <a:cubicBezTo>
                    <a:pt x="1124" y="2601"/>
                    <a:pt x="1124" y="2601"/>
                    <a:pt x="1124" y="2601"/>
                  </a:cubicBezTo>
                  <a:moveTo>
                    <a:pt x="1875" y="2655"/>
                  </a:moveTo>
                  <a:cubicBezTo>
                    <a:pt x="2125" y="2655"/>
                    <a:pt x="2125" y="2655"/>
                    <a:pt x="2125" y="2655"/>
                  </a:cubicBezTo>
                  <a:moveTo>
                    <a:pt x="2376" y="3254"/>
                  </a:moveTo>
                  <a:cubicBezTo>
                    <a:pt x="2626" y="3254"/>
                    <a:pt x="2626" y="3254"/>
                    <a:pt x="2626" y="3254"/>
                  </a:cubicBezTo>
                  <a:moveTo>
                    <a:pt x="1625" y="3375"/>
                  </a:moveTo>
                  <a:cubicBezTo>
                    <a:pt x="1875" y="3375"/>
                    <a:pt x="1875" y="3375"/>
                    <a:pt x="1875" y="3375"/>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5" name="Group 134">
            <a:extLst>
              <a:ext uri="{FF2B5EF4-FFF2-40B4-BE49-F238E27FC236}">
                <a16:creationId xmlns:a16="http://schemas.microsoft.com/office/drawing/2014/main" id="{59A475D9-CBC2-EDA9-F943-01B85D9AFEF8}"/>
              </a:ext>
              <a:ext uri="{C183D7F6-B498-43B3-948B-1728B52AA6E4}">
                <adec:decorative xmlns:adec="http://schemas.microsoft.com/office/drawing/2017/decorative" val="1"/>
              </a:ext>
            </a:extLst>
          </p:cNvPr>
          <p:cNvGrpSpPr/>
          <p:nvPr/>
        </p:nvGrpSpPr>
        <p:grpSpPr>
          <a:xfrm>
            <a:off x="4548845" y="4127466"/>
            <a:ext cx="548640" cy="548640"/>
            <a:chOff x="4548845" y="4262216"/>
            <a:chExt cx="548640" cy="548640"/>
          </a:xfrm>
        </p:grpSpPr>
        <p:sp>
          <p:nvSpPr>
            <p:cNvPr id="125" name="Oval 124">
              <a:extLst>
                <a:ext uri="{FF2B5EF4-FFF2-40B4-BE49-F238E27FC236}">
                  <a16:creationId xmlns:a16="http://schemas.microsoft.com/office/drawing/2014/main" id="{68FAAB38-BA08-9391-7745-8E1D070F2A7B}"/>
                </a:ext>
                <a:ext uri="{C183D7F6-B498-43B3-948B-1728B52AA6E4}">
                  <adec:decorative xmlns:adec="http://schemas.microsoft.com/office/drawing/2017/decorative" val="1"/>
                </a:ext>
              </a:extLst>
            </p:cNvPr>
            <p:cNvSpPr/>
            <p:nvPr/>
          </p:nvSpPr>
          <p:spPr bwMode="auto">
            <a:xfrm>
              <a:off x="4548845" y="4262216"/>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35" name="arrow_6" title="Icon of two arrows pointing in opposite direction of each other">
              <a:extLst>
                <a:ext uri="{FF2B5EF4-FFF2-40B4-BE49-F238E27FC236}">
                  <a16:creationId xmlns:a16="http://schemas.microsoft.com/office/drawing/2014/main" id="{2171B882-C0B1-F081-8E4A-1433EA05376F}"/>
                </a:ext>
              </a:extLst>
            </p:cNvPr>
            <p:cNvSpPr>
              <a:spLocks noChangeAspect="1" noEditPoints="1"/>
            </p:cNvSpPr>
            <p:nvPr/>
          </p:nvSpPr>
          <p:spPr bwMode="auto">
            <a:xfrm>
              <a:off x="4677476" y="4399698"/>
              <a:ext cx="291378" cy="273677"/>
            </a:xfrm>
            <a:custGeom>
              <a:avLst/>
              <a:gdLst>
                <a:gd name="T0" fmla="*/ 162 w 214"/>
                <a:gd name="T1" fmla="*/ 0 h 201"/>
                <a:gd name="T2" fmla="*/ 214 w 214"/>
                <a:gd name="T3" fmla="*/ 53 h 201"/>
                <a:gd name="T4" fmla="*/ 162 w 214"/>
                <a:gd name="T5" fmla="*/ 105 h 201"/>
                <a:gd name="T6" fmla="*/ 214 w 214"/>
                <a:gd name="T7" fmla="*/ 53 h 201"/>
                <a:gd name="T8" fmla="*/ 0 w 214"/>
                <a:gd name="T9" fmla="*/ 53 h 201"/>
                <a:gd name="T10" fmla="*/ 52 w 214"/>
                <a:gd name="T11" fmla="*/ 96 h 201"/>
                <a:gd name="T12" fmla="*/ 0 w 214"/>
                <a:gd name="T13" fmla="*/ 148 h 201"/>
                <a:gd name="T14" fmla="*/ 52 w 214"/>
                <a:gd name="T15" fmla="*/ 201 h 201"/>
                <a:gd name="T16" fmla="*/ 0 w 214"/>
                <a:gd name="T17" fmla="*/ 148 h 201"/>
                <a:gd name="T18" fmla="*/ 214 w 214"/>
                <a:gd name="T19" fmla="*/ 14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4" h="201">
                  <a:moveTo>
                    <a:pt x="162" y="0"/>
                  </a:moveTo>
                  <a:lnTo>
                    <a:pt x="214" y="53"/>
                  </a:lnTo>
                  <a:lnTo>
                    <a:pt x="162" y="105"/>
                  </a:lnTo>
                  <a:moveTo>
                    <a:pt x="214" y="53"/>
                  </a:moveTo>
                  <a:lnTo>
                    <a:pt x="0" y="53"/>
                  </a:lnTo>
                  <a:moveTo>
                    <a:pt x="52" y="96"/>
                  </a:moveTo>
                  <a:lnTo>
                    <a:pt x="0" y="148"/>
                  </a:lnTo>
                  <a:lnTo>
                    <a:pt x="52" y="201"/>
                  </a:lnTo>
                  <a:moveTo>
                    <a:pt x="0" y="148"/>
                  </a:moveTo>
                  <a:lnTo>
                    <a:pt x="214" y="148"/>
                  </a:lnTo>
                </a:path>
              </a:pathLst>
            </a:custGeom>
            <a:no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grpSp>
      <p:grpSp>
        <p:nvGrpSpPr>
          <p:cNvPr id="3" name="Group 2">
            <a:extLst>
              <a:ext uri="{FF2B5EF4-FFF2-40B4-BE49-F238E27FC236}">
                <a16:creationId xmlns:a16="http://schemas.microsoft.com/office/drawing/2014/main" id="{45CD4C40-C526-512C-04EA-3C304BEE28A6}"/>
              </a:ext>
              <a:ext uri="{C183D7F6-B498-43B3-948B-1728B52AA6E4}">
                <adec:decorative xmlns:adec="http://schemas.microsoft.com/office/drawing/2017/decorative" val="1"/>
              </a:ext>
            </a:extLst>
          </p:cNvPr>
          <p:cNvGrpSpPr/>
          <p:nvPr/>
        </p:nvGrpSpPr>
        <p:grpSpPr>
          <a:xfrm>
            <a:off x="731225" y="5097566"/>
            <a:ext cx="548640" cy="548640"/>
            <a:chOff x="731225" y="5232316"/>
            <a:chExt cx="548640" cy="548640"/>
          </a:xfrm>
        </p:grpSpPr>
        <p:sp>
          <p:nvSpPr>
            <p:cNvPr id="128" name="Oval 127">
              <a:extLst>
                <a:ext uri="{FF2B5EF4-FFF2-40B4-BE49-F238E27FC236}">
                  <a16:creationId xmlns:a16="http://schemas.microsoft.com/office/drawing/2014/main" id="{29115AD5-D2B1-00AF-DDEA-9A117E39F86C}"/>
                </a:ext>
              </a:extLst>
            </p:cNvPr>
            <p:cNvSpPr/>
            <p:nvPr/>
          </p:nvSpPr>
          <p:spPr bwMode="auto">
            <a:xfrm>
              <a:off x="731225" y="5232316"/>
              <a:ext cx="548640" cy="54864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2" name="Directory">
              <a:extLst>
                <a:ext uri="{FF2B5EF4-FFF2-40B4-BE49-F238E27FC236}">
                  <a16:creationId xmlns:a16="http://schemas.microsoft.com/office/drawing/2014/main" id="{B99F058E-3ADD-679A-25C3-3DF22F61CF9C}"/>
                </a:ext>
              </a:extLst>
            </p:cNvPr>
            <p:cNvSpPr>
              <a:spLocks noChangeAspect="1" noEditPoints="1"/>
            </p:cNvSpPr>
            <p:nvPr/>
          </p:nvSpPr>
          <p:spPr bwMode="auto">
            <a:xfrm>
              <a:off x="869712" y="5370320"/>
              <a:ext cx="271666" cy="272633"/>
            </a:xfrm>
            <a:custGeom>
              <a:avLst/>
              <a:gdLst>
                <a:gd name="T0" fmla="*/ 91 w 317"/>
                <a:gd name="T1" fmla="*/ 135 h 318"/>
                <a:gd name="T2" fmla="*/ 126 w 317"/>
                <a:gd name="T3" fmla="*/ 100 h 318"/>
                <a:gd name="T4" fmla="*/ 162 w 317"/>
                <a:gd name="T5" fmla="*/ 135 h 318"/>
                <a:gd name="T6" fmla="*/ 126 w 317"/>
                <a:gd name="T7" fmla="*/ 170 h 318"/>
                <a:gd name="T8" fmla="*/ 91 w 317"/>
                <a:gd name="T9" fmla="*/ 135 h 318"/>
                <a:gd name="T10" fmla="*/ 190 w 317"/>
                <a:gd name="T11" fmla="*/ 234 h 318"/>
                <a:gd name="T12" fmla="*/ 126 w 317"/>
                <a:gd name="T13" fmla="*/ 170 h 318"/>
                <a:gd name="T14" fmla="*/ 63 w 317"/>
                <a:gd name="T15" fmla="*/ 234 h 318"/>
                <a:gd name="T16" fmla="*/ 0 w 317"/>
                <a:gd name="T17" fmla="*/ 284 h 318"/>
                <a:gd name="T18" fmla="*/ 34 w 317"/>
                <a:gd name="T19" fmla="*/ 318 h 318"/>
                <a:gd name="T20" fmla="*/ 283 w 317"/>
                <a:gd name="T21" fmla="*/ 318 h 318"/>
                <a:gd name="T22" fmla="*/ 317 w 317"/>
                <a:gd name="T23" fmla="*/ 284 h 318"/>
                <a:gd name="T24" fmla="*/ 317 w 317"/>
                <a:gd name="T25" fmla="*/ 35 h 318"/>
                <a:gd name="T26" fmla="*/ 283 w 317"/>
                <a:gd name="T27" fmla="*/ 1 h 318"/>
                <a:gd name="T28" fmla="*/ 34 w 317"/>
                <a:gd name="T29" fmla="*/ 1 h 318"/>
                <a:gd name="T30" fmla="*/ 0 w 317"/>
                <a:gd name="T31" fmla="*/ 35 h 318"/>
                <a:gd name="T32" fmla="*/ 0 w 317"/>
                <a:gd name="T33" fmla="*/ 284 h 318"/>
                <a:gd name="T34" fmla="*/ 239 w 317"/>
                <a:gd name="T35" fmla="*/ 318 h 318"/>
                <a:gd name="T36" fmla="*/ 239 w 317"/>
                <a:gd name="T37" fmla="*/ 0 h 318"/>
                <a:gd name="T38" fmla="*/ 239 w 317"/>
                <a:gd name="T39" fmla="*/ 107 h 318"/>
                <a:gd name="T40" fmla="*/ 317 w 317"/>
                <a:gd name="T41" fmla="*/ 107 h 318"/>
                <a:gd name="T42" fmla="*/ 239 w 317"/>
                <a:gd name="T43" fmla="*/ 212 h 318"/>
                <a:gd name="T44" fmla="*/ 317 w 317"/>
                <a:gd name="T45" fmla="*/ 2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7" h="318">
                  <a:moveTo>
                    <a:pt x="91" y="135"/>
                  </a:moveTo>
                  <a:cubicBezTo>
                    <a:pt x="91" y="115"/>
                    <a:pt x="107" y="100"/>
                    <a:pt x="126" y="100"/>
                  </a:cubicBezTo>
                  <a:cubicBezTo>
                    <a:pt x="146" y="100"/>
                    <a:pt x="162" y="115"/>
                    <a:pt x="162" y="135"/>
                  </a:cubicBezTo>
                  <a:cubicBezTo>
                    <a:pt x="162" y="154"/>
                    <a:pt x="146" y="170"/>
                    <a:pt x="126" y="170"/>
                  </a:cubicBezTo>
                  <a:cubicBezTo>
                    <a:pt x="107" y="170"/>
                    <a:pt x="91" y="154"/>
                    <a:pt x="91" y="135"/>
                  </a:cubicBezTo>
                  <a:close/>
                  <a:moveTo>
                    <a:pt x="190" y="234"/>
                  </a:moveTo>
                  <a:cubicBezTo>
                    <a:pt x="190" y="198"/>
                    <a:pt x="161" y="170"/>
                    <a:pt x="126" y="170"/>
                  </a:cubicBezTo>
                  <a:cubicBezTo>
                    <a:pt x="92" y="170"/>
                    <a:pt x="63" y="198"/>
                    <a:pt x="63" y="234"/>
                  </a:cubicBezTo>
                  <a:moveTo>
                    <a:pt x="0" y="284"/>
                  </a:moveTo>
                  <a:cubicBezTo>
                    <a:pt x="0" y="303"/>
                    <a:pt x="15" y="318"/>
                    <a:pt x="34" y="318"/>
                  </a:cubicBezTo>
                  <a:cubicBezTo>
                    <a:pt x="283" y="318"/>
                    <a:pt x="283" y="318"/>
                    <a:pt x="283" y="318"/>
                  </a:cubicBezTo>
                  <a:cubicBezTo>
                    <a:pt x="301" y="318"/>
                    <a:pt x="317" y="303"/>
                    <a:pt x="317" y="284"/>
                  </a:cubicBezTo>
                  <a:cubicBezTo>
                    <a:pt x="317" y="35"/>
                    <a:pt x="317" y="35"/>
                    <a:pt x="317" y="35"/>
                  </a:cubicBezTo>
                  <a:cubicBezTo>
                    <a:pt x="317" y="16"/>
                    <a:pt x="301" y="1"/>
                    <a:pt x="283" y="1"/>
                  </a:cubicBezTo>
                  <a:cubicBezTo>
                    <a:pt x="34" y="1"/>
                    <a:pt x="34" y="1"/>
                    <a:pt x="34" y="1"/>
                  </a:cubicBezTo>
                  <a:cubicBezTo>
                    <a:pt x="15" y="1"/>
                    <a:pt x="0" y="16"/>
                    <a:pt x="0" y="35"/>
                  </a:cubicBezTo>
                  <a:lnTo>
                    <a:pt x="0" y="284"/>
                  </a:lnTo>
                  <a:close/>
                  <a:moveTo>
                    <a:pt x="239" y="318"/>
                  </a:moveTo>
                  <a:cubicBezTo>
                    <a:pt x="239" y="0"/>
                    <a:pt x="239" y="0"/>
                    <a:pt x="239" y="0"/>
                  </a:cubicBezTo>
                  <a:moveTo>
                    <a:pt x="239" y="107"/>
                  </a:moveTo>
                  <a:cubicBezTo>
                    <a:pt x="317" y="107"/>
                    <a:pt x="317" y="107"/>
                    <a:pt x="317" y="107"/>
                  </a:cubicBezTo>
                  <a:moveTo>
                    <a:pt x="239" y="212"/>
                  </a:moveTo>
                  <a:cubicBezTo>
                    <a:pt x="317" y="212"/>
                    <a:pt x="317" y="212"/>
                    <a:pt x="317" y="212"/>
                  </a:cubicBezTo>
                </a:path>
              </a:pathLst>
            </a:custGeom>
            <a:noFill/>
            <a:ln w="158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endParaRPr>
            </a:p>
          </p:txBody>
        </p:sp>
      </p:grpSp>
      <p:sp>
        <p:nvSpPr>
          <p:cNvPr id="12" name="Rectangle: Top Corners Rounded 11">
            <a:extLst>
              <a:ext uri="{FF2B5EF4-FFF2-40B4-BE49-F238E27FC236}">
                <a16:creationId xmlns:a16="http://schemas.microsoft.com/office/drawing/2014/main" id="{E82213EA-BC5F-070F-F41D-1A198112594F}"/>
              </a:ext>
              <a:ext uri="{C183D7F6-B498-43B3-948B-1728B52AA6E4}">
                <adec:decorative xmlns:adec="http://schemas.microsoft.com/office/drawing/2017/decorative" val="1"/>
              </a:ext>
            </a:extLst>
          </p:cNvPr>
          <p:cNvSpPr/>
          <p:nvPr/>
        </p:nvSpPr>
        <p:spPr bwMode="auto">
          <a:xfrm>
            <a:off x="585217" y="6217920"/>
            <a:ext cx="11018520" cy="640080"/>
          </a:xfrm>
          <a:prstGeom prst="round2SameRect">
            <a:avLst>
              <a:gd name="adj1" fmla="val 50000"/>
              <a:gd name="adj2" fmla="val 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13" name="Oval 12">
            <a:extLst>
              <a:ext uri="{FF2B5EF4-FFF2-40B4-BE49-F238E27FC236}">
                <a16:creationId xmlns:a16="http://schemas.microsoft.com/office/drawing/2014/main" id="{57850658-5213-0871-63A6-0B7E237EE43B}"/>
              </a:ext>
            </a:extLst>
          </p:cNvPr>
          <p:cNvSpPr/>
          <p:nvPr/>
        </p:nvSpPr>
        <p:spPr bwMode="auto">
          <a:xfrm>
            <a:off x="4276665" y="6330892"/>
            <a:ext cx="457200" cy="457200"/>
          </a:xfrm>
          <a:prstGeom prst="ellipse">
            <a:avLst/>
          </a:prstGeom>
          <a:solidFill>
            <a:schemeClr val="bg1"/>
          </a:solidFill>
          <a:ln w="254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i="0" u="none" strike="noStrike" kern="1200" cap="none" spc="0" normalizeH="0" baseline="0" noProof="0">
              <a:ln>
                <a:noFill/>
              </a:ln>
              <a:solidFill>
                <a:schemeClr val="tx1"/>
              </a:solidFill>
              <a:effectLst/>
              <a:uLnTx/>
              <a:uFillTx/>
              <a:latin typeface="Segoe UI Semibold"/>
              <a:ea typeface="Segoe UI" pitchFamily="34" charset="0"/>
              <a:cs typeface="Segoe UI" pitchFamily="34" charset="0"/>
            </a:endParaRPr>
          </a:p>
        </p:txBody>
      </p:sp>
      <p:sp>
        <p:nvSpPr>
          <p:cNvPr id="14" name="TextBox 13">
            <a:extLst>
              <a:ext uri="{FF2B5EF4-FFF2-40B4-BE49-F238E27FC236}">
                <a16:creationId xmlns:a16="http://schemas.microsoft.com/office/drawing/2014/main" id="{3F775F9B-0C66-77D0-67C9-0EA6DB8C3D91}"/>
              </a:ext>
            </a:extLst>
          </p:cNvPr>
          <p:cNvSpPr txBox="1"/>
          <p:nvPr/>
        </p:nvSpPr>
        <p:spPr>
          <a:xfrm>
            <a:off x="4821406" y="6390215"/>
            <a:ext cx="4356486" cy="397877"/>
          </a:xfrm>
          <a:prstGeom prst="rect">
            <a:avLst/>
          </a:prstGeom>
          <a:noFill/>
        </p:spPr>
        <p:txBody>
          <a:bodyPr wrap="square" lIns="0">
            <a:noAutofit/>
          </a:bodyPr>
          <a:lstStyle/>
          <a:p>
            <a:pPr lvl="0" defTabSz="914400">
              <a:defRPr/>
            </a:pPr>
            <a:r>
              <a:rPr lang="fr-FR" sz="1600" b="1" dirty="0">
                <a:solidFill>
                  <a:srgbClr val="000000"/>
                </a:solidFill>
                <a:latin typeface="+mj-lt"/>
                <a:cs typeface="Segoe UI" panose="020B0502040204020203" pitchFamily="34" charset="0"/>
              </a:rPr>
              <a:t>Et bien d'autres applications encore</a:t>
            </a:r>
            <a:r>
              <a:rPr kumimoji="0" lang="fr-FR" sz="1600" b="1" i="0" u="none" strike="noStrike" kern="1200" cap="none" spc="0" normalizeH="0" baseline="0" noProof="0" dirty="0">
                <a:ln>
                  <a:noFill/>
                </a:ln>
                <a:solidFill>
                  <a:srgbClr val="000000"/>
                </a:solidFill>
                <a:effectLst/>
                <a:uLnTx/>
                <a:uFillTx/>
                <a:latin typeface="+mj-lt"/>
                <a:ea typeface="+mn-ea"/>
                <a:cs typeface="Segoe UI" panose="020B0502040204020203" pitchFamily="34" charset="0"/>
              </a:rPr>
              <a:t>…</a:t>
            </a:r>
            <a:endParaRPr kumimoji="0" lang="fr-FR" sz="1600" b="1" i="0" u="none" strike="noStrike" kern="1200" cap="none" spc="0" normalizeH="0" baseline="0" noProof="0" dirty="0">
              <a:ln>
                <a:noFill/>
              </a:ln>
              <a:solidFill>
                <a:srgbClr val="000000"/>
              </a:solidFill>
              <a:effectLst/>
              <a:uLnTx/>
              <a:uFillTx/>
              <a:latin typeface="+mj-lt"/>
              <a:ea typeface="+mn-ea"/>
              <a:cs typeface="+mn-cs"/>
            </a:endParaRPr>
          </a:p>
        </p:txBody>
      </p:sp>
      <p:sp>
        <p:nvSpPr>
          <p:cNvPr id="15" name="Graphic 17">
            <a:extLst>
              <a:ext uri="{FF2B5EF4-FFF2-40B4-BE49-F238E27FC236}">
                <a16:creationId xmlns:a16="http://schemas.microsoft.com/office/drawing/2014/main" id="{A1932569-F27A-1A68-1C02-66300E3E23E5}"/>
              </a:ext>
              <a:ext uri="{C183D7F6-B498-43B3-948B-1728B52AA6E4}">
                <adec:decorative xmlns:adec="http://schemas.microsoft.com/office/drawing/2017/decorative" val="1"/>
              </a:ext>
            </a:extLst>
          </p:cNvPr>
          <p:cNvSpPr/>
          <p:nvPr/>
        </p:nvSpPr>
        <p:spPr>
          <a:xfrm>
            <a:off x="4364206" y="6444789"/>
            <a:ext cx="296564" cy="268281"/>
          </a:xfrm>
          <a:custGeom>
            <a:avLst/>
            <a:gdLst>
              <a:gd name="connsiteX0" fmla="*/ 759562 w 898636"/>
              <a:gd name="connsiteY0" fmla="*/ 0 h 812936"/>
              <a:gd name="connsiteX1" fmla="*/ 855844 w 898636"/>
              <a:gd name="connsiteY1" fmla="*/ 96282 h 812936"/>
              <a:gd name="connsiteX2" fmla="*/ 855844 w 898636"/>
              <a:gd name="connsiteY2" fmla="*/ 331973 h 812936"/>
              <a:gd name="connsiteX3" fmla="*/ 791656 w 898636"/>
              <a:gd name="connsiteY3" fmla="*/ 304317 h 812936"/>
              <a:gd name="connsiteX4" fmla="*/ 791656 w 898636"/>
              <a:gd name="connsiteY4" fmla="*/ 96282 h 812936"/>
              <a:gd name="connsiteX5" fmla="*/ 759562 w 898636"/>
              <a:gd name="connsiteY5" fmla="*/ 64188 h 812936"/>
              <a:gd name="connsiteX6" fmla="*/ 96282 w 898636"/>
              <a:gd name="connsiteY6" fmla="*/ 64188 h 812936"/>
              <a:gd name="connsiteX7" fmla="*/ 64188 w 898636"/>
              <a:gd name="connsiteY7" fmla="*/ 96282 h 812936"/>
              <a:gd name="connsiteX8" fmla="*/ 64188 w 898636"/>
              <a:gd name="connsiteY8" fmla="*/ 588590 h 812936"/>
              <a:gd name="connsiteX9" fmla="*/ 96282 w 898636"/>
              <a:gd name="connsiteY9" fmla="*/ 620684 h 812936"/>
              <a:gd name="connsiteX10" fmla="*/ 599091 w 898636"/>
              <a:gd name="connsiteY10" fmla="*/ 620684 h 812936"/>
              <a:gd name="connsiteX11" fmla="*/ 599091 w 898636"/>
              <a:gd name="connsiteY11" fmla="*/ 684872 h 812936"/>
              <a:gd name="connsiteX12" fmla="*/ 96282 w 898636"/>
              <a:gd name="connsiteY12" fmla="*/ 684872 h 812936"/>
              <a:gd name="connsiteX13" fmla="*/ 0 w 898636"/>
              <a:gd name="connsiteY13" fmla="*/ 588590 h 812936"/>
              <a:gd name="connsiteX14" fmla="*/ 0 w 898636"/>
              <a:gd name="connsiteY14" fmla="*/ 96282 h 812936"/>
              <a:gd name="connsiteX15" fmla="*/ 96282 w 898636"/>
              <a:gd name="connsiteY15" fmla="*/ 0 h 812936"/>
              <a:gd name="connsiteX16" fmla="*/ 759562 w 898636"/>
              <a:gd name="connsiteY16" fmla="*/ 0 h 812936"/>
              <a:gd name="connsiteX17" fmla="*/ 481511 w 898636"/>
              <a:gd name="connsiteY17" fmla="*/ 384963 h 812936"/>
              <a:gd name="connsiteX18" fmla="*/ 588838 w 898636"/>
              <a:gd name="connsiteY18" fmla="*/ 384963 h 812936"/>
              <a:gd name="connsiteX19" fmla="*/ 561109 w 898636"/>
              <a:gd name="connsiteY19" fmla="*/ 449151 h 812936"/>
              <a:gd name="connsiteX20" fmla="*/ 481511 w 898636"/>
              <a:gd name="connsiteY20" fmla="*/ 449151 h 812936"/>
              <a:gd name="connsiteX21" fmla="*/ 449417 w 898636"/>
              <a:gd name="connsiteY21" fmla="*/ 417057 h 812936"/>
              <a:gd name="connsiteX22" fmla="*/ 477155 w 898636"/>
              <a:gd name="connsiteY22" fmla="*/ 385258 h 812936"/>
              <a:gd name="connsiteX23" fmla="*/ 481511 w 898636"/>
              <a:gd name="connsiteY23" fmla="*/ 384963 h 812936"/>
              <a:gd name="connsiteX24" fmla="*/ 331640 w 898636"/>
              <a:gd name="connsiteY24" fmla="*/ 363734 h 812936"/>
              <a:gd name="connsiteX25" fmla="*/ 363734 w 898636"/>
              <a:gd name="connsiteY25" fmla="*/ 395828 h 812936"/>
              <a:gd name="connsiteX26" fmla="*/ 363734 w 898636"/>
              <a:gd name="connsiteY26" fmla="*/ 416912 h 812936"/>
              <a:gd name="connsiteX27" fmla="*/ 363396 w 898636"/>
              <a:gd name="connsiteY27" fmla="*/ 421559 h 812936"/>
              <a:gd name="connsiteX28" fmla="*/ 256751 w 898636"/>
              <a:gd name="connsiteY28" fmla="*/ 492149 h 812936"/>
              <a:gd name="connsiteX29" fmla="*/ 150110 w 898636"/>
              <a:gd name="connsiteY29" fmla="*/ 421508 h 812936"/>
              <a:gd name="connsiteX30" fmla="*/ 149773 w 898636"/>
              <a:gd name="connsiteY30" fmla="*/ 416873 h 812936"/>
              <a:gd name="connsiteX31" fmla="*/ 149773 w 898636"/>
              <a:gd name="connsiteY31" fmla="*/ 395828 h 812936"/>
              <a:gd name="connsiteX32" fmla="*/ 181867 w 898636"/>
              <a:gd name="connsiteY32" fmla="*/ 363734 h 812936"/>
              <a:gd name="connsiteX33" fmla="*/ 331640 w 898636"/>
              <a:gd name="connsiteY33" fmla="*/ 363734 h 812936"/>
              <a:gd name="connsiteX34" fmla="*/ 256753 w 898636"/>
              <a:gd name="connsiteY34" fmla="*/ 192658 h 812936"/>
              <a:gd name="connsiteX35" fmla="*/ 320940 w 898636"/>
              <a:gd name="connsiteY35" fmla="*/ 256847 h 812936"/>
              <a:gd name="connsiteX36" fmla="*/ 256753 w 898636"/>
              <a:gd name="connsiteY36" fmla="*/ 321031 h 812936"/>
              <a:gd name="connsiteX37" fmla="*/ 192566 w 898636"/>
              <a:gd name="connsiteY37" fmla="*/ 256847 h 812936"/>
              <a:gd name="connsiteX38" fmla="*/ 256753 w 898636"/>
              <a:gd name="connsiteY38" fmla="*/ 192658 h 812936"/>
              <a:gd name="connsiteX39" fmla="*/ 481511 w 898636"/>
              <a:gd name="connsiteY39" fmla="*/ 235357 h 812936"/>
              <a:gd name="connsiteX40" fmla="*/ 673977 w 898636"/>
              <a:gd name="connsiteY40" fmla="*/ 235357 h 812936"/>
              <a:gd name="connsiteX41" fmla="*/ 706071 w 898636"/>
              <a:gd name="connsiteY41" fmla="*/ 267451 h 812936"/>
              <a:gd name="connsiteX42" fmla="*/ 678334 w 898636"/>
              <a:gd name="connsiteY42" fmla="*/ 299254 h 812936"/>
              <a:gd name="connsiteX43" fmla="*/ 673977 w 898636"/>
              <a:gd name="connsiteY43" fmla="*/ 299545 h 812936"/>
              <a:gd name="connsiteX44" fmla="*/ 481511 w 898636"/>
              <a:gd name="connsiteY44" fmla="*/ 299545 h 812936"/>
              <a:gd name="connsiteX45" fmla="*/ 449417 w 898636"/>
              <a:gd name="connsiteY45" fmla="*/ 267451 h 812936"/>
              <a:gd name="connsiteX46" fmla="*/ 477155 w 898636"/>
              <a:gd name="connsiteY46" fmla="*/ 235650 h 812936"/>
              <a:gd name="connsiteX47" fmla="*/ 481511 w 898636"/>
              <a:gd name="connsiteY47" fmla="*/ 235357 h 812936"/>
              <a:gd name="connsiteX48" fmla="*/ 898636 w 898636"/>
              <a:gd name="connsiteY48" fmla="*/ 492110 h 812936"/>
              <a:gd name="connsiteX49" fmla="*/ 748864 w 898636"/>
              <a:gd name="connsiteY49" fmla="*/ 641883 h 812936"/>
              <a:gd name="connsiteX50" fmla="*/ 599091 w 898636"/>
              <a:gd name="connsiteY50" fmla="*/ 492110 h 812936"/>
              <a:gd name="connsiteX51" fmla="*/ 748864 w 898636"/>
              <a:gd name="connsiteY51" fmla="*/ 342338 h 812936"/>
              <a:gd name="connsiteX52" fmla="*/ 898636 w 898636"/>
              <a:gd name="connsiteY52" fmla="*/ 492110 h 812936"/>
              <a:gd name="connsiteX53" fmla="*/ 641883 w 898636"/>
              <a:gd name="connsiteY53" fmla="*/ 652247 h 812936"/>
              <a:gd name="connsiteX54" fmla="*/ 641883 w 898636"/>
              <a:gd name="connsiteY54" fmla="*/ 782494 h 812936"/>
              <a:gd name="connsiteX55" fmla="*/ 693747 w 898636"/>
              <a:gd name="connsiteY55" fmla="*/ 803976 h 812936"/>
              <a:gd name="connsiteX56" fmla="*/ 748864 w 898636"/>
              <a:gd name="connsiteY56" fmla="*/ 748864 h 812936"/>
              <a:gd name="connsiteX57" fmla="*/ 803980 w 898636"/>
              <a:gd name="connsiteY57" fmla="*/ 803976 h 812936"/>
              <a:gd name="connsiteX58" fmla="*/ 855844 w 898636"/>
              <a:gd name="connsiteY58" fmla="*/ 782494 h 812936"/>
              <a:gd name="connsiteX59" fmla="*/ 855844 w 898636"/>
              <a:gd name="connsiteY59" fmla="*/ 652247 h 812936"/>
              <a:gd name="connsiteX60" fmla="*/ 748864 w 898636"/>
              <a:gd name="connsiteY60" fmla="*/ 684675 h 812936"/>
              <a:gd name="connsiteX61" fmla="*/ 641883 w 898636"/>
              <a:gd name="connsiteY61" fmla="*/ 652247 h 812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898636" h="812936">
                <a:moveTo>
                  <a:pt x="759562" y="0"/>
                </a:moveTo>
                <a:cubicBezTo>
                  <a:pt x="812735" y="0"/>
                  <a:pt x="855844" y="43107"/>
                  <a:pt x="855844" y="96282"/>
                </a:cubicBezTo>
                <a:lnTo>
                  <a:pt x="855844" y="331973"/>
                </a:lnTo>
                <a:cubicBezTo>
                  <a:pt x="836613" y="319102"/>
                  <a:pt x="814935" y="309602"/>
                  <a:pt x="791656" y="304317"/>
                </a:cubicBezTo>
                <a:lnTo>
                  <a:pt x="791656" y="96282"/>
                </a:lnTo>
                <a:cubicBezTo>
                  <a:pt x="791656" y="78558"/>
                  <a:pt x="777286" y="64188"/>
                  <a:pt x="759562" y="64188"/>
                </a:cubicBezTo>
                <a:lnTo>
                  <a:pt x="96282" y="64188"/>
                </a:lnTo>
                <a:cubicBezTo>
                  <a:pt x="78558" y="64188"/>
                  <a:pt x="64188" y="78558"/>
                  <a:pt x="64188" y="96282"/>
                </a:cubicBezTo>
                <a:lnTo>
                  <a:pt x="64188" y="588590"/>
                </a:lnTo>
                <a:cubicBezTo>
                  <a:pt x="64188" y="606314"/>
                  <a:pt x="78558" y="620684"/>
                  <a:pt x="96282" y="620684"/>
                </a:cubicBezTo>
                <a:lnTo>
                  <a:pt x="599091" y="620684"/>
                </a:lnTo>
                <a:lnTo>
                  <a:pt x="599091" y="684872"/>
                </a:lnTo>
                <a:lnTo>
                  <a:pt x="96282" y="684872"/>
                </a:lnTo>
                <a:cubicBezTo>
                  <a:pt x="43107" y="684872"/>
                  <a:pt x="0" y="641763"/>
                  <a:pt x="0" y="588590"/>
                </a:cubicBezTo>
                <a:lnTo>
                  <a:pt x="0" y="96282"/>
                </a:lnTo>
                <a:cubicBezTo>
                  <a:pt x="0" y="43107"/>
                  <a:pt x="43107" y="0"/>
                  <a:pt x="96282" y="0"/>
                </a:cubicBezTo>
                <a:lnTo>
                  <a:pt x="759562" y="0"/>
                </a:lnTo>
                <a:close/>
                <a:moveTo>
                  <a:pt x="481511" y="384963"/>
                </a:moveTo>
                <a:lnTo>
                  <a:pt x="588838" y="384963"/>
                </a:lnTo>
                <a:cubicBezTo>
                  <a:pt x="575940" y="404190"/>
                  <a:pt x="566415" y="425868"/>
                  <a:pt x="561109" y="449151"/>
                </a:cubicBezTo>
                <a:lnTo>
                  <a:pt x="481511" y="449151"/>
                </a:lnTo>
                <a:cubicBezTo>
                  <a:pt x="463786" y="449151"/>
                  <a:pt x="449417" y="434786"/>
                  <a:pt x="449417" y="417057"/>
                </a:cubicBezTo>
                <a:cubicBezTo>
                  <a:pt x="449417" y="400809"/>
                  <a:pt x="461488" y="387381"/>
                  <a:pt x="477155" y="385258"/>
                </a:cubicBezTo>
                <a:lnTo>
                  <a:pt x="481511" y="384963"/>
                </a:lnTo>
                <a:close/>
                <a:moveTo>
                  <a:pt x="331640" y="363734"/>
                </a:moveTo>
                <a:cubicBezTo>
                  <a:pt x="349364" y="363734"/>
                  <a:pt x="363734" y="378103"/>
                  <a:pt x="363734" y="395828"/>
                </a:cubicBezTo>
                <a:lnTo>
                  <a:pt x="363734" y="416912"/>
                </a:lnTo>
                <a:lnTo>
                  <a:pt x="363396" y="421559"/>
                </a:lnTo>
                <a:cubicBezTo>
                  <a:pt x="356429" y="469182"/>
                  <a:pt x="316563" y="492149"/>
                  <a:pt x="256751" y="492149"/>
                </a:cubicBezTo>
                <a:cubicBezTo>
                  <a:pt x="196935" y="492149"/>
                  <a:pt x="157068" y="469161"/>
                  <a:pt x="150110" y="421508"/>
                </a:cubicBezTo>
                <a:lnTo>
                  <a:pt x="149773" y="416873"/>
                </a:lnTo>
                <a:lnTo>
                  <a:pt x="149773" y="395828"/>
                </a:lnTo>
                <a:cubicBezTo>
                  <a:pt x="149773" y="378103"/>
                  <a:pt x="164142" y="363734"/>
                  <a:pt x="181867" y="363734"/>
                </a:cubicBezTo>
                <a:lnTo>
                  <a:pt x="331640" y="363734"/>
                </a:lnTo>
                <a:close/>
                <a:moveTo>
                  <a:pt x="256753" y="192658"/>
                </a:moveTo>
                <a:cubicBezTo>
                  <a:pt x="292203" y="192658"/>
                  <a:pt x="320940" y="221396"/>
                  <a:pt x="320940" y="256847"/>
                </a:cubicBezTo>
                <a:cubicBezTo>
                  <a:pt x="320940" y="292296"/>
                  <a:pt x="292203" y="321031"/>
                  <a:pt x="256753" y="321031"/>
                </a:cubicBezTo>
                <a:cubicBezTo>
                  <a:pt x="221304" y="321031"/>
                  <a:pt x="192566" y="292296"/>
                  <a:pt x="192566" y="256847"/>
                </a:cubicBezTo>
                <a:cubicBezTo>
                  <a:pt x="192566" y="221396"/>
                  <a:pt x="221304" y="192658"/>
                  <a:pt x="256753" y="192658"/>
                </a:cubicBezTo>
                <a:close/>
                <a:moveTo>
                  <a:pt x="481511" y="235357"/>
                </a:moveTo>
                <a:lnTo>
                  <a:pt x="673977" y="235357"/>
                </a:lnTo>
                <a:cubicBezTo>
                  <a:pt x="691702" y="235357"/>
                  <a:pt x="706071" y="249726"/>
                  <a:pt x="706071" y="267451"/>
                </a:cubicBezTo>
                <a:cubicBezTo>
                  <a:pt x="706071" y="283700"/>
                  <a:pt x="693996" y="297128"/>
                  <a:pt x="678334" y="299254"/>
                </a:cubicBezTo>
                <a:lnTo>
                  <a:pt x="673977" y="299545"/>
                </a:lnTo>
                <a:lnTo>
                  <a:pt x="481511" y="299545"/>
                </a:lnTo>
                <a:cubicBezTo>
                  <a:pt x="463786" y="299545"/>
                  <a:pt x="449417" y="285176"/>
                  <a:pt x="449417" y="267451"/>
                </a:cubicBezTo>
                <a:cubicBezTo>
                  <a:pt x="449417" y="251203"/>
                  <a:pt x="461488" y="237775"/>
                  <a:pt x="477155" y="235650"/>
                </a:cubicBezTo>
                <a:lnTo>
                  <a:pt x="481511" y="235357"/>
                </a:lnTo>
                <a:close/>
                <a:moveTo>
                  <a:pt x="898636" y="492110"/>
                </a:moveTo>
                <a:cubicBezTo>
                  <a:pt x="898636" y="574828"/>
                  <a:pt x="831581" y="641883"/>
                  <a:pt x="748864" y="641883"/>
                </a:cubicBezTo>
                <a:cubicBezTo>
                  <a:pt x="666146" y="641883"/>
                  <a:pt x="599091" y="574828"/>
                  <a:pt x="599091" y="492110"/>
                </a:cubicBezTo>
                <a:cubicBezTo>
                  <a:pt x="599091" y="409393"/>
                  <a:pt x="666146" y="342338"/>
                  <a:pt x="748864" y="342338"/>
                </a:cubicBezTo>
                <a:cubicBezTo>
                  <a:pt x="831581" y="342338"/>
                  <a:pt x="898636" y="409393"/>
                  <a:pt x="898636" y="492110"/>
                </a:cubicBezTo>
                <a:close/>
                <a:moveTo>
                  <a:pt x="641883" y="652247"/>
                </a:moveTo>
                <a:lnTo>
                  <a:pt x="641883" y="782494"/>
                </a:lnTo>
                <a:cubicBezTo>
                  <a:pt x="641883" y="809560"/>
                  <a:pt x="674611" y="823117"/>
                  <a:pt x="693747" y="803976"/>
                </a:cubicBezTo>
                <a:lnTo>
                  <a:pt x="748864" y="748864"/>
                </a:lnTo>
                <a:lnTo>
                  <a:pt x="803980" y="803976"/>
                </a:lnTo>
                <a:cubicBezTo>
                  <a:pt x="823117" y="823117"/>
                  <a:pt x="855844" y="809560"/>
                  <a:pt x="855844" y="782494"/>
                </a:cubicBezTo>
                <a:lnTo>
                  <a:pt x="855844" y="652247"/>
                </a:lnTo>
                <a:cubicBezTo>
                  <a:pt x="825248" y="672728"/>
                  <a:pt x="788451" y="684675"/>
                  <a:pt x="748864" y="684675"/>
                </a:cubicBezTo>
                <a:cubicBezTo>
                  <a:pt x="709277" y="684675"/>
                  <a:pt x="672480" y="672728"/>
                  <a:pt x="641883" y="652247"/>
                </a:cubicBezTo>
                <a:close/>
              </a:path>
            </a:pathLst>
          </a:custGeom>
          <a:solidFill>
            <a:schemeClr val="tx1"/>
          </a:solidFill>
          <a:ln w="4246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14925944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98EA456-2E54-311E-110F-11404EE512A0}"/>
              </a:ext>
              <a:ext uri="{C183D7F6-B498-43B3-948B-1728B52AA6E4}">
                <adec:decorative xmlns:adec="http://schemas.microsoft.com/office/drawing/2017/decorative" val="1"/>
              </a:ext>
            </a:extLst>
          </p:cNvPr>
          <p:cNvSpPr/>
          <p:nvPr/>
        </p:nvSpPr>
        <p:spPr bwMode="auto">
          <a:xfrm rot="5400000">
            <a:off x="-548640" y="548640"/>
            <a:ext cx="6858000" cy="5760720"/>
          </a:xfrm>
          <a:prstGeom prst="round2SameRect">
            <a:avLst>
              <a:gd name="adj1" fmla="val 7101"/>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extBox 1">
            <a:extLst>
              <a:ext uri="{FF2B5EF4-FFF2-40B4-BE49-F238E27FC236}">
                <a16:creationId xmlns:a16="http://schemas.microsoft.com/office/drawing/2014/main" id="{FD8CEB75-9E22-AF62-6237-3B7292C4BDE4}"/>
              </a:ext>
              <a:ext uri="{C183D7F6-B498-43B3-948B-1728B52AA6E4}">
                <adec:decorative xmlns:adec="http://schemas.microsoft.com/office/drawing/2017/decorative" val="1"/>
              </a:ext>
            </a:extLst>
          </p:cNvPr>
          <p:cNvSpPr txBox="1"/>
          <p:nvPr/>
        </p:nvSpPr>
        <p:spPr>
          <a:xfrm>
            <a:off x="586740" y="1695941"/>
            <a:ext cx="4480560" cy="1733059"/>
          </a:xfrm>
          <a:prstGeom prst="roundRect">
            <a:avLst>
              <a:gd name="adj" fmla="val 7223"/>
            </a:avLst>
          </a:prstGeom>
          <a:solidFill>
            <a:schemeClr val="bg1">
              <a:lumMod val="95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defPPr>
              <a:defRPr lang="en-US"/>
            </a:defPPr>
            <a:lvl1pPr defTabSz="914102" fontAlgn="base">
              <a:spcBef>
                <a:spcPct val="0"/>
              </a:spcBef>
              <a:spcAft>
                <a:spcPct val="0"/>
              </a:spcAft>
              <a:defRPr sz="1961" kern="0">
                <a:gradFill>
                  <a:gsLst>
                    <a:gs pos="83000">
                      <a:srgbClr val="FFFFFF"/>
                    </a:gs>
                    <a:gs pos="100000">
                      <a:srgbClr val="FFFFFF"/>
                    </a:gs>
                  </a:gsLst>
                  <a:lin ang="5400000" scaled="1"/>
                </a:gradFill>
                <a:latin typeface="Segoe UI"/>
                <a:cs typeface="Segoe UI" pitchFamily="34" charset="0"/>
              </a:defRPr>
            </a:lvl1pPr>
          </a:lstStyle>
          <a:p>
            <a:pPr>
              <a:spcAft>
                <a:spcPts val="600"/>
              </a:spcAft>
            </a:pPr>
            <a:r>
              <a:rPr lang="fr-FR" sz="1200" kern="1200" dirty="0">
                <a:solidFill>
                  <a:srgbClr val="328E32"/>
                </a:solidFill>
                <a:latin typeface="+mj-lt"/>
                <a:cs typeface="+mn-cs"/>
              </a:rPr>
              <a:t>Problème</a:t>
            </a:r>
            <a:endParaRPr lang="en-US" sz="1000" kern="1200" dirty="0">
              <a:solidFill>
                <a:srgbClr val="328E32"/>
              </a:solidFill>
              <a:latin typeface="+mj-lt"/>
              <a:cs typeface="+mn-cs"/>
            </a:endParaRPr>
          </a:p>
          <a:p>
            <a:pPr marL="285750" indent="-285750">
              <a:buFont typeface="Arial" panose="020B0604020202020204" pitchFamily="34" charset="0"/>
              <a:buChar char="•"/>
            </a:pPr>
            <a:r>
              <a:rPr lang="fr-FR" sz="1100" dirty="0">
                <a:solidFill>
                  <a:schemeClr val="tx1"/>
                </a:solidFill>
              </a:rPr>
              <a:t>Difficulté à déplacer rapidement les prestataires de soins de santé entre plus de 200 établissements hospitaliers</a:t>
            </a:r>
          </a:p>
          <a:p>
            <a:pPr marL="285750" indent="-285750">
              <a:buFont typeface="Arial" panose="020B0604020202020204" pitchFamily="34" charset="0"/>
              <a:buChar char="•"/>
            </a:pPr>
            <a:r>
              <a:rPr lang="fr-FR" sz="1100" dirty="0">
                <a:solidFill>
                  <a:schemeClr val="tx1"/>
                </a:solidFill>
              </a:rPr>
              <a:t>Traitement des tâches administratives pouvant prendre plusieurs jours</a:t>
            </a:r>
          </a:p>
          <a:p>
            <a:pPr marL="285750" indent="-285750">
              <a:buFont typeface="Arial" panose="020B0604020202020204" pitchFamily="34" charset="0"/>
              <a:buChar char="•"/>
            </a:pPr>
            <a:r>
              <a:rPr lang="fr-FR" sz="1100" dirty="0">
                <a:solidFill>
                  <a:schemeClr val="tx1"/>
                </a:solidFill>
              </a:rPr>
              <a:t>Aucun moyen simple pour les prestataires de soins de santé de présenter leurs licences et certifications</a:t>
            </a:r>
          </a:p>
        </p:txBody>
      </p:sp>
      <p:sp>
        <p:nvSpPr>
          <p:cNvPr id="3" name="TextBox 2">
            <a:extLst>
              <a:ext uri="{FF2B5EF4-FFF2-40B4-BE49-F238E27FC236}">
                <a16:creationId xmlns:a16="http://schemas.microsoft.com/office/drawing/2014/main" id="{EBF2EB64-AE76-7B2F-61DB-E5948DD24373}"/>
              </a:ext>
              <a:ext uri="{C183D7F6-B498-43B3-948B-1728B52AA6E4}">
                <adec:decorative xmlns:adec="http://schemas.microsoft.com/office/drawing/2017/decorative" val="1"/>
              </a:ext>
            </a:extLst>
          </p:cNvPr>
          <p:cNvSpPr txBox="1"/>
          <p:nvPr/>
        </p:nvSpPr>
        <p:spPr>
          <a:xfrm>
            <a:off x="585217" y="3830209"/>
            <a:ext cx="4480560" cy="1729336"/>
          </a:xfrm>
          <a:prstGeom prst="roundRect">
            <a:avLst>
              <a:gd name="adj" fmla="val 9445"/>
            </a:avLst>
          </a:prstGeom>
          <a:solidFill>
            <a:schemeClr val="bg1">
              <a:lumMod val="95000"/>
            </a:schemeClr>
          </a:solidFill>
          <a:ln w="38100" cap="flat" cmpd="sng" algn="ctr">
            <a:noFill/>
            <a:prstDash val="solid"/>
            <a:headEnd type="none" w="med" len="med"/>
            <a:tailEnd type="none" w="med" len="med"/>
          </a:ln>
          <a:effectLst/>
        </p:spPr>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defPPr>
              <a:defRPr lang="en-US"/>
            </a:defPPr>
            <a:lvl1pPr defTabSz="914102" fontAlgn="base">
              <a:spcBef>
                <a:spcPct val="0"/>
              </a:spcBef>
              <a:spcAft>
                <a:spcPct val="0"/>
              </a:spcAft>
              <a:defRPr sz="1961" kern="0">
                <a:gradFill>
                  <a:gsLst>
                    <a:gs pos="83000">
                      <a:srgbClr val="FFFFFF"/>
                    </a:gs>
                    <a:gs pos="100000">
                      <a:srgbClr val="FFFFFF"/>
                    </a:gs>
                  </a:gsLst>
                  <a:lin ang="5400000" scaled="1"/>
                </a:gradFill>
                <a:latin typeface="Segoe UI"/>
                <a:cs typeface="Segoe UI" pitchFamily="34" charset="0"/>
              </a:defRPr>
            </a:lvl1pPr>
          </a:lstStyle>
          <a:p>
            <a:pPr>
              <a:spcAft>
                <a:spcPts val="600"/>
              </a:spcAft>
            </a:pPr>
            <a:r>
              <a:rPr lang="en-US" sz="1400" dirty="0">
                <a:solidFill>
                  <a:schemeClr val="tx2"/>
                </a:solidFill>
                <a:latin typeface="+mj-lt"/>
              </a:rPr>
              <a:t>Solution</a:t>
            </a:r>
            <a:endParaRPr lang="en-US" sz="1800" dirty="0">
              <a:solidFill>
                <a:schemeClr val="tx2"/>
              </a:solidFill>
              <a:latin typeface="+mj-lt"/>
            </a:endParaRPr>
          </a:p>
          <a:p>
            <a:pPr marL="285750" indent="-285750">
              <a:buFont typeface="Arial" panose="020B0604020202020204" pitchFamily="34" charset="0"/>
              <a:buChar char="•"/>
            </a:pPr>
            <a:r>
              <a:rPr lang="en-US" sz="1100" dirty="0">
                <a:solidFill>
                  <a:schemeClr val="tx1"/>
                </a:solidFill>
                <a:hlinkClick r:id="rId3"/>
              </a:rPr>
              <a:t>Digital Staff Passport</a:t>
            </a:r>
            <a:r>
              <a:rPr lang="en-US" sz="1100" dirty="0">
                <a:solidFill>
                  <a:schemeClr val="tx1"/>
                </a:solidFill>
              </a:rPr>
              <a:t> </a:t>
            </a:r>
            <a:r>
              <a:rPr lang="fr-FR" sz="1100" dirty="0">
                <a:solidFill>
                  <a:schemeClr val="tx1"/>
                </a:solidFill>
              </a:rPr>
              <a:t>pour favoriser la mobilité rapide du personnel entre les établissements</a:t>
            </a:r>
          </a:p>
          <a:p>
            <a:pPr marL="285750" indent="-285750">
              <a:buFont typeface="Arial" panose="020B0604020202020204" pitchFamily="34" charset="0"/>
              <a:buChar char="•"/>
            </a:pPr>
            <a:r>
              <a:rPr lang="fr-FR" sz="1100" dirty="0">
                <a:solidFill>
                  <a:schemeClr val="tx1"/>
                </a:solidFill>
              </a:rPr>
              <a:t>Le personnel peut stocker ses propres justificatifs  vérifiables en matière d'emploi, d'habilitations et d'autres attributs.</a:t>
            </a:r>
          </a:p>
          <a:p>
            <a:pPr marL="285750" indent="-285750">
              <a:buFont typeface="Arial" panose="020B0604020202020204" pitchFamily="34" charset="0"/>
              <a:buChar char="•"/>
            </a:pPr>
            <a:r>
              <a:rPr lang="fr-FR" sz="1100" dirty="0">
                <a:solidFill>
                  <a:schemeClr val="tx1"/>
                </a:solidFill>
              </a:rPr>
              <a:t>Le personnel peut fournir instantanément le ou les justificatifs attendus</a:t>
            </a:r>
            <a:endParaRPr lang="en-US" sz="1100" dirty="0">
              <a:solidFill>
                <a:schemeClr val="tx1"/>
              </a:solidFill>
            </a:endParaRPr>
          </a:p>
        </p:txBody>
      </p:sp>
      <p:sp>
        <p:nvSpPr>
          <p:cNvPr id="29" name="Title 28">
            <a:extLst>
              <a:ext uri="{FF2B5EF4-FFF2-40B4-BE49-F238E27FC236}">
                <a16:creationId xmlns:a16="http://schemas.microsoft.com/office/drawing/2014/main" id="{48F0174D-7D8F-7482-9AAD-1C5B255DD0CE}"/>
              </a:ext>
            </a:extLst>
          </p:cNvPr>
          <p:cNvSpPr>
            <a:spLocks noGrp="1"/>
          </p:cNvSpPr>
          <p:nvPr>
            <p:ph type="title"/>
          </p:nvPr>
        </p:nvSpPr>
        <p:spPr>
          <a:xfrm>
            <a:off x="588263" y="926769"/>
            <a:ext cx="11018520" cy="492443"/>
          </a:xfrm>
        </p:spPr>
        <p:txBody>
          <a:bodyPr/>
          <a:lstStyle/>
          <a:p>
            <a:pPr algn="r"/>
            <a:r>
              <a:rPr lang="en-US" sz="3200" dirty="0">
                <a:solidFill>
                  <a:schemeClr val="bg1"/>
                </a:solidFill>
              </a:rPr>
              <a:t>National Health Service (NHS)</a:t>
            </a:r>
          </a:p>
        </p:txBody>
      </p:sp>
      <p:sp>
        <p:nvSpPr>
          <p:cNvPr id="12" name="Rectangle: Single Corner Rounded 11">
            <a:extLst>
              <a:ext uri="{FF2B5EF4-FFF2-40B4-BE49-F238E27FC236}">
                <a16:creationId xmlns:a16="http://schemas.microsoft.com/office/drawing/2014/main" id="{EE9FD0C5-076C-995D-8578-E1BA54CA76D7}"/>
              </a:ext>
              <a:ext uri="{C183D7F6-B498-43B3-948B-1728B52AA6E4}">
                <adec:decorative xmlns:adec="http://schemas.microsoft.com/office/drawing/2017/decorative" val="1"/>
              </a:ext>
            </a:extLst>
          </p:cNvPr>
          <p:cNvSpPr/>
          <p:nvPr/>
        </p:nvSpPr>
        <p:spPr bwMode="auto">
          <a:xfrm flipH="1">
            <a:off x="9174480" y="5760720"/>
            <a:ext cx="3017520" cy="1097280"/>
          </a:xfrm>
          <a:prstGeom prst="round1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16ADAEF6-3FDE-7FE6-1105-6B896AB025F8}"/>
              </a:ext>
              <a:ext uri="{C183D7F6-B498-43B3-948B-1728B52AA6E4}">
                <adec:decorative xmlns:adec="http://schemas.microsoft.com/office/drawing/2017/decorative" val="1"/>
              </a:ext>
            </a:extLst>
          </p:cNvPr>
          <p:cNvGrpSpPr/>
          <p:nvPr/>
        </p:nvGrpSpPr>
        <p:grpSpPr>
          <a:xfrm>
            <a:off x="4108281" y="1366825"/>
            <a:ext cx="658230" cy="658230"/>
            <a:chOff x="4172401" y="1029116"/>
            <a:chExt cx="658230" cy="658230"/>
          </a:xfrm>
          <a:solidFill>
            <a:schemeClr val="accent3"/>
          </a:solidFill>
        </p:grpSpPr>
        <p:sp>
          <p:nvSpPr>
            <p:cNvPr id="15" name="Oval 14">
              <a:extLst>
                <a:ext uri="{FF2B5EF4-FFF2-40B4-BE49-F238E27FC236}">
                  <a16:creationId xmlns:a16="http://schemas.microsoft.com/office/drawing/2014/main" id="{701A6000-6845-9E75-2675-DE16B5D2E8EF}"/>
                </a:ext>
              </a:extLst>
            </p:cNvPr>
            <p:cNvSpPr/>
            <p:nvPr/>
          </p:nvSpPr>
          <p:spPr bwMode="auto">
            <a:xfrm>
              <a:off x="4172401" y="1029116"/>
              <a:ext cx="658230" cy="658230"/>
            </a:xfrm>
            <a:prstGeom prst="ellipse">
              <a:avLst/>
            </a:prstGeom>
            <a:grp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16" name="Graphic 29">
              <a:extLst>
                <a:ext uri="{FF2B5EF4-FFF2-40B4-BE49-F238E27FC236}">
                  <a16:creationId xmlns:a16="http://schemas.microsoft.com/office/drawing/2014/main" id="{8FD46404-215B-7292-6EC1-C3221A1CA246}"/>
                </a:ext>
              </a:extLst>
            </p:cNvPr>
            <p:cNvSpPr/>
            <p:nvPr/>
          </p:nvSpPr>
          <p:spPr>
            <a:xfrm>
              <a:off x="4328170" y="1170596"/>
              <a:ext cx="346692" cy="346691"/>
            </a:xfrm>
            <a:custGeom>
              <a:avLst/>
              <a:gdLst>
                <a:gd name="connsiteX0" fmla="*/ -236 w 268605"/>
                <a:gd name="connsiteY0" fmla="*/ 268164 h 268604"/>
                <a:gd name="connsiteX1" fmla="*/ 134162 w 268605"/>
                <a:gd name="connsiteY1" fmla="*/ -441 h 268604"/>
                <a:gd name="connsiteX2" fmla="*/ 268369 w 268605"/>
                <a:gd name="connsiteY2" fmla="*/ 268164 h 268604"/>
                <a:gd name="connsiteX3" fmla="*/ -236 w 268605"/>
                <a:gd name="connsiteY3" fmla="*/ 268164 h 268604"/>
                <a:gd name="connsiteX4" fmla="*/ 134162 w 268605"/>
                <a:gd name="connsiteY4" fmla="*/ 77664 h 268604"/>
                <a:gd name="connsiteX5" fmla="*/ 134162 w 268605"/>
                <a:gd name="connsiteY5" fmla="*/ 178915 h 268604"/>
                <a:gd name="connsiteX6" fmla="*/ 134162 w 268605"/>
                <a:gd name="connsiteY6" fmla="*/ 217968 h 268604"/>
                <a:gd name="connsiteX7" fmla="*/ 134162 w 268605"/>
                <a:gd name="connsiteY7" fmla="*/ 238065 h 26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605" h="268604">
                  <a:moveTo>
                    <a:pt x="-236" y="268164"/>
                  </a:moveTo>
                  <a:lnTo>
                    <a:pt x="134162" y="-441"/>
                  </a:lnTo>
                  <a:lnTo>
                    <a:pt x="268369" y="268164"/>
                  </a:lnTo>
                  <a:lnTo>
                    <a:pt x="-236" y="268164"/>
                  </a:lnTo>
                  <a:moveTo>
                    <a:pt x="134162" y="77664"/>
                  </a:moveTo>
                  <a:lnTo>
                    <a:pt x="134162" y="178915"/>
                  </a:lnTo>
                  <a:moveTo>
                    <a:pt x="134162" y="217968"/>
                  </a:moveTo>
                  <a:lnTo>
                    <a:pt x="134162" y="238065"/>
                  </a:ln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endParaRPr>
            </a:p>
          </p:txBody>
        </p:sp>
      </p:grpSp>
      <p:grpSp>
        <p:nvGrpSpPr>
          <p:cNvPr id="17" name="Group 16">
            <a:extLst>
              <a:ext uri="{FF2B5EF4-FFF2-40B4-BE49-F238E27FC236}">
                <a16:creationId xmlns:a16="http://schemas.microsoft.com/office/drawing/2014/main" id="{A5B62938-1B3B-AA07-248D-10125D725CAE}"/>
              </a:ext>
              <a:ext uri="{C183D7F6-B498-43B3-948B-1728B52AA6E4}">
                <adec:decorative xmlns:adec="http://schemas.microsoft.com/office/drawing/2017/decorative" val="1"/>
              </a:ext>
            </a:extLst>
          </p:cNvPr>
          <p:cNvGrpSpPr/>
          <p:nvPr/>
        </p:nvGrpSpPr>
        <p:grpSpPr>
          <a:xfrm>
            <a:off x="4108281" y="3524474"/>
            <a:ext cx="658230" cy="658230"/>
            <a:chOff x="4108281" y="3341854"/>
            <a:chExt cx="658230" cy="658230"/>
          </a:xfrm>
          <a:solidFill>
            <a:schemeClr val="tx2"/>
          </a:solidFill>
        </p:grpSpPr>
        <p:sp>
          <p:nvSpPr>
            <p:cNvPr id="18" name="Oval 17">
              <a:extLst>
                <a:ext uri="{FF2B5EF4-FFF2-40B4-BE49-F238E27FC236}">
                  <a16:creationId xmlns:a16="http://schemas.microsoft.com/office/drawing/2014/main" id="{A2022284-7AF8-A76C-5EAE-AB55248DAFC0}"/>
                </a:ext>
              </a:extLst>
            </p:cNvPr>
            <p:cNvSpPr/>
            <p:nvPr/>
          </p:nvSpPr>
          <p:spPr bwMode="auto">
            <a:xfrm>
              <a:off x="4108281" y="3341854"/>
              <a:ext cx="658230" cy="658230"/>
            </a:xfrm>
            <a:prstGeom prst="ellipse">
              <a:avLst/>
            </a:prstGeom>
            <a:grpFill/>
            <a:ln w="381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19" name="light">
              <a:extLst>
                <a:ext uri="{FF2B5EF4-FFF2-40B4-BE49-F238E27FC236}">
                  <a16:creationId xmlns:a16="http://schemas.microsoft.com/office/drawing/2014/main" id="{933B4D5B-B214-C673-40C9-E786D5329E0B}"/>
                </a:ext>
              </a:extLst>
            </p:cNvPr>
            <p:cNvSpPr>
              <a:spLocks noChangeAspect="1" noEditPoints="1"/>
            </p:cNvSpPr>
            <p:nvPr/>
          </p:nvSpPr>
          <p:spPr bwMode="auto">
            <a:xfrm>
              <a:off x="4308035" y="3478912"/>
              <a:ext cx="258722" cy="384115"/>
            </a:xfrm>
            <a:custGeom>
              <a:avLst/>
              <a:gdLst>
                <a:gd name="T0" fmla="*/ 156 w 224"/>
                <a:gd name="T1" fmla="*/ 312 h 334"/>
                <a:gd name="T2" fmla="*/ 134 w 224"/>
                <a:gd name="T3" fmla="*/ 334 h 334"/>
                <a:gd name="T4" fmla="*/ 89 w 224"/>
                <a:gd name="T5" fmla="*/ 334 h 334"/>
                <a:gd name="T6" fmla="*/ 67 w 224"/>
                <a:gd name="T7" fmla="*/ 312 h 334"/>
                <a:gd name="T8" fmla="*/ 67 w 224"/>
                <a:gd name="T9" fmla="*/ 261 h 334"/>
                <a:gd name="T10" fmla="*/ 37 w 224"/>
                <a:gd name="T11" fmla="*/ 195 h 334"/>
                <a:gd name="T12" fmla="*/ 27 w 224"/>
                <a:gd name="T13" fmla="*/ 185 h 334"/>
                <a:gd name="T14" fmla="*/ 0 w 224"/>
                <a:gd name="T15" fmla="*/ 112 h 334"/>
                <a:gd name="T16" fmla="*/ 112 w 224"/>
                <a:gd name="T17" fmla="*/ 0 h 334"/>
                <a:gd name="T18" fmla="*/ 224 w 224"/>
                <a:gd name="T19" fmla="*/ 112 h 334"/>
                <a:gd name="T20" fmla="*/ 197 w 224"/>
                <a:gd name="T21" fmla="*/ 185 h 334"/>
                <a:gd name="T22" fmla="*/ 200 w 224"/>
                <a:gd name="T23" fmla="*/ 181 h 334"/>
                <a:gd name="T24" fmla="*/ 197 w 224"/>
                <a:gd name="T25" fmla="*/ 185 h 334"/>
                <a:gd name="T26" fmla="*/ 156 w 224"/>
                <a:gd name="T27" fmla="*/ 265 h 334"/>
                <a:gd name="T28" fmla="*/ 156 w 224"/>
                <a:gd name="T29" fmla="*/ 312 h 334"/>
                <a:gd name="T30" fmla="*/ 156 w 224"/>
                <a:gd name="T31" fmla="*/ 312 h 334"/>
                <a:gd name="T32" fmla="*/ 67 w 224"/>
                <a:gd name="T33" fmla="*/ 269 h 334"/>
                <a:gd name="T34" fmla="*/ 156 w 224"/>
                <a:gd name="T35" fmla="*/ 26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334">
                  <a:moveTo>
                    <a:pt x="156" y="312"/>
                  </a:moveTo>
                  <a:cubicBezTo>
                    <a:pt x="156" y="324"/>
                    <a:pt x="146" y="334"/>
                    <a:pt x="134" y="334"/>
                  </a:cubicBezTo>
                  <a:cubicBezTo>
                    <a:pt x="89" y="334"/>
                    <a:pt x="89" y="334"/>
                    <a:pt x="89" y="334"/>
                  </a:cubicBezTo>
                  <a:cubicBezTo>
                    <a:pt x="76" y="334"/>
                    <a:pt x="67" y="324"/>
                    <a:pt x="67" y="312"/>
                  </a:cubicBezTo>
                  <a:cubicBezTo>
                    <a:pt x="67" y="312"/>
                    <a:pt x="67" y="300"/>
                    <a:pt x="67" y="261"/>
                  </a:cubicBezTo>
                  <a:cubicBezTo>
                    <a:pt x="67" y="221"/>
                    <a:pt x="37" y="195"/>
                    <a:pt x="37" y="195"/>
                  </a:cubicBezTo>
                  <a:cubicBezTo>
                    <a:pt x="27" y="185"/>
                    <a:pt x="27" y="185"/>
                    <a:pt x="27" y="185"/>
                  </a:cubicBezTo>
                  <a:cubicBezTo>
                    <a:pt x="10" y="166"/>
                    <a:pt x="0" y="140"/>
                    <a:pt x="0" y="112"/>
                  </a:cubicBezTo>
                  <a:cubicBezTo>
                    <a:pt x="0" y="50"/>
                    <a:pt x="50" y="0"/>
                    <a:pt x="112" y="0"/>
                  </a:cubicBezTo>
                  <a:cubicBezTo>
                    <a:pt x="174" y="0"/>
                    <a:pt x="224" y="50"/>
                    <a:pt x="224" y="112"/>
                  </a:cubicBezTo>
                  <a:cubicBezTo>
                    <a:pt x="224" y="140"/>
                    <a:pt x="214" y="166"/>
                    <a:pt x="197" y="185"/>
                  </a:cubicBezTo>
                  <a:moveTo>
                    <a:pt x="200" y="181"/>
                  </a:moveTo>
                  <a:cubicBezTo>
                    <a:pt x="197" y="185"/>
                    <a:pt x="197" y="185"/>
                    <a:pt x="197" y="185"/>
                  </a:cubicBezTo>
                  <a:cubicBezTo>
                    <a:pt x="197" y="185"/>
                    <a:pt x="156" y="217"/>
                    <a:pt x="156" y="265"/>
                  </a:cubicBezTo>
                  <a:cubicBezTo>
                    <a:pt x="156" y="312"/>
                    <a:pt x="156" y="312"/>
                    <a:pt x="156" y="312"/>
                  </a:cubicBezTo>
                  <a:cubicBezTo>
                    <a:pt x="156" y="312"/>
                    <a:pt x="156" y="312"/>
                    <a:pt x="156" y="312"/>
                  </a:cubicBezTo>
                  <a:moveTo>
                    <a:pt x="67" y="269"/>
                  </a:moveTo>
                  <a:cubicBezTo>
                    <a:pt x="156" y="269"/>
                    <a:pt x="156" y="269"/>
                    <a:pt x="156" y="269"/>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gradFill>
                <a:effectLst/>
                <a:uLnTx/>
                <a:uFillTx/>
              </a:endParaRPr>
            </a:p>
          </p:txBody>
        </p:sp>
      </p:grpSp>
      <p:pic>
        <p:nvPicPr>
          <p:cNvPr id="37" name="Picture 36">
            <a:extLst>
              <a:ext uri="{FF2B5EF4-FFF2-40B4-BE49-F238E27FC236}">
                <a16:creationId xmlns:a16="http://schemas.microsoft.com/office/drawing/2014/main" id="{CAF65C01-DB45-8C7A-7AEC-7142B4730E9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t="42353" b="27665"/>
          <a:stretch>
            <a:fillRect/>
          </a:stretch>
        </p:blipFill>
        <p:spPr>
          <a:xfrm>
            <a:off x="2" y="0"/>
            <a:ext cx="5065775" cy="1294732"/>
          </a:xfrm>
          <a:custGeom>
            <a:avLst/>
            <a:gdLst>
              <a:gd name="connsiteX0" fmla="*/ 0 w 5760719"/>
              <a:gd name="connsiteY0" fmla="*/ 0 h 1294732"/>
              <a:gd name="connsiteX1" fmla="*/ 5356245 w 5760719"/>
              <a:gd name="connsiteY1" fmla="*/ 0 h 1294732"/>
              <a:gd name="connsiteX2" fmla="*/ 5760719 w 5760719"/>
              <a:gd name="connsiteY2" fmla="*/ 404474 h 1294732"/>
              <a:gd name="connsiteX3" fmla="*/ 5760719 w 5760719"/>
              <a:gd name="connsiteY3" fmla="*/ 1294732 h 1294732"/>
              <a:gd name="connsiteX4" fmla="*/ 0 w 5760719"/>
              <a:gd name="connsiteY4" fmla="*/ 1294732 h 1294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719" h="1294732">
                <a:moveTo>
                  <a:pt x="0" y="0"/>
                </a:moveTo>
                <a:lnTo>
                  <a:pt x="5356245" y="0"/>
                </a:lnTo>
                <a:cubicBezTo>
                  <a:pt x="5579630" y="0"/>
                  <a:pt x="5760719" y="181089"/>
                  <a:pt x="5760719" y="404474"/>
                </a:cubicBezTo>
                <a:lnTo>
                  <a:pt x="5760719" y="1294732"/>
                </a:lnTo>
                <a:lnTo>
                  <a:pt x="0" y="1294732"/>
                </a:lnTo>
                <a:close/>
              </a:path>
            </a:pathLst>
          </a:custGeom>
        </p:spPr>
      </p:pic>
      <p:sp>
        <p:nvSpPr>
          <p:cNvPr id="10" name="TextBox 9">
            <a:extLst>
              <a:ext uri="{FF2B5EF4-FFF2-40B4-BE49-F238E27FC236}">
                <a16:creationId xmlns:a16="http://schemas.microsoft.com/office/drawing/2014/main" id="{37DABEA4-82D8-B753-3C80-85FE32501FD4}"/>
              </a:ext>
            </a:extLst>
          </p:cNvPr>
          <p:cNvSpPr txBox="1"/>
          <p:nvPr/>
        </p:nvSpPr>
        <p:spPr>
          <a:xfrm>
            <a:off x="1401927" y="5893301"/>
            <a:ext cx="3224765" cy="307777"/>
          </a:xfrm>
          <a:prstGeom prst="rect">
            <a:avLst/>
          </a:prstGeom>
          <a:noFill/>
        </p:spPr>
        <p:txBody>
          <a:bodyPr wrap="square">
            <a:spAutoFit/>
          </a:bodyPr>
          <a:lstStyle/>
          <a:p>
            <a:pPr>
              <a:defRPr/>
            </a:pPr>
            <a:r>
              <a:rPr lang="fr-FR" sz="1400" u="sng" noProof="0" dirty="0">
                <a:solidFill>
                  <a:srgbClr val="0078D4"/>
                </a:solidFill>
                <a:latin typeface="+mj-lt"/>
              </a:rPr>
              <a:t>Lire le témoignage complet</a:t>
            </a:r>
          </a:p>
        </p:txBody>
      </p:sp>
      <p:grpSp>
        <p:nvGrpSpPr>
          <p:cNvPr id="11" name="Group 10">
            <a:extLst>
              <a:ext uri="{FF2B5EF4-FFF2-40B4-BE49-F238E27FC236}">
                <a16:creationId xmlns:a16="http://schemas.microsoft.com/office/drawing/2014/main" id="{B90EF430-B657-7B29-24C8-8A2A8EFABA37}"/>
              </a:ext>
              <a:ext uri="{C183D7F6-B498-43B3-948B-1728B52AA6E4}">
                <adec:decorative xmlns:adec="http://schemas.microsoft.com/office/drawing/2017/decorative" val="1"/>
              </a:ext>
            </a:extLst>
          </p:cNvPr>
          <p:cNvGrpSpPr/>
          <p:nvPr/>
        </p:nvGrpSpPr>
        <p:grpSpPr>
          <a:xfrm>
            <a:off x="601167" y="5825020"/>
            <a:ext cx="619722" cy="619722"/>
            <a:chOff x="11211132" y="63007"/>
            <a:chExt cx="590136" cy="590136"/>
          </a:xfrm>
          <a:solidFill>
            <a:schemeClr val="tx2">
              <a:lumMod val="50000"/>
            </a:schemeClr>
          </a:solidFill>
        </p:grpSpPr>
        <p:sp>
          <p:nvSpPr>
            <p:cNvPr id="13" name="Oval 12">
              <a:extLst>
                <a:ext uri="{FF2B5EF4-FFF2-40B4-BE49-F238E27FC236}">
                  <a16:creationId xmlns:a16="http://schemas.microsoft.com/office/drawing/2014/main" id="{378BEAFF-3E37-F960-E681-8F4D9EBF03BA}"/>
                </a:ext>
              </a:extLst>
            </p:cNvPr>
            <p:cNvSpPr/>
            <p:nvPr/>
          </p:nvSpPr>
          <p:spPr bwMode="auto">
            <a:xfrm>
              <a:off x="11211132" y="63007"/>
              <a:ext cx="590136" cy="590136"/>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Touch_E815">
              <a:extLst>
                <a:ext uri="{FF2B5EF4-FFF2-40B4-BE49-F238E27FC236}">
                  <a16:creationId xmlns:a16="http://schemas.microsoft.com/office/drawing/2014/main" id="{92C89132-913E-D03B-AC15-9E0DA3C25ADA}"/>
                </a:ext>
                <a:ext uri="{C183D7F6-B498-43B3-948B-1728B52AA6E4}">
                  <adec:decorative xmlns:adec="http://schemas.microsoft.com/office/drawing/2017/decorative" val="1"/>
                </a:ext>
              </a:extLst>
            </p:cNvPr>
            <p:cNvSpPr>
              <a:spLocks noChangeAspect="1" noEditPoints="1"/>
            </p:cNvSpPr>
            <p:nvPr/>
          </p:nvSpPr>
          <p:spPr bwMode="auto">
            <a:xfrm>
              <a:off x="11383527" y="178790"/>
              <a:ext cx="245346" cy="358570"/>
            </a:xfrm>
            <a:custGeom>
              <a:avLst/>
              <a:gdLst>
                <a:gd name="T0" fmla="*/ 1238 w 2563"/>
                <a:gd name="T1" fmla="*/ 1510 h 3746"/>
                <a:gd name="T2" fmla="*/ 1238 w 2563"/>
                <a:gd name="T3" fmla="*/ 1758 h 3746"/>
                <a:gd name="T4" fmla="*/ 1238 w 2563"/>
                <a:gd name="T5" fmla="*/ 654 h 3746"/>
                <a:gd name="T6" fmla="*/ 1017 w 2563"/>
                <a:gd name="T7" fmla="*/ 433 h 3746"/>
                <a:gd name="T8" fmla="*/ 796 w 2563"/>
                <a:gd name="T9" fmla="*/ 654 h 3746"/>
                <a:gd name="T10" fmla="*/ 796 w 2563"/>
                <a:gd name="T11" fmla="*/ 669 h 3746"/>
                <a:gd name="T12" fmla="*/ 796 w 2563"/>
                <a:gd name="T13" fmla="*/ 2453 h 3746"/>
                <a:gd name="T14" fmla="*/ 662 w 2563"/>
                <a:gd name="T15" fmla="*/ 2508 h 3746"/>
                <a:gd name="T16" fmla="*/ 423 w 2563"/>
                <a:gd name="T17" fmla="*/ 2269 h 3746"/>
                <a:gd name="T18" fmla="*/ 92 w 2563"/>
                <a:gd name="T19" fmla="*/ 2269 h 3746"/>
                <a:gd name="T20" fmla="*/ 92 w 2563"/>
                <a:gd name="T21" fmla="*/ 2600 h 3746"/>
                <a:gd name="T22" fmla="*/ 906 w 2563"/>
                <a:gd name="T23" fmla="*/ 3415 h 3746"/>
                <a:gd name="T24" fmla="*/ 1680 w 2563"/>
                <a:gd name="T25" fmla="*/ 3746 h 3746"/>
                <a:gd name="T26" fmla="*/ 2563 w 2563"/>
                <a:gd name="T27" fmla="*/ 2863 h 3746"/>
                <a:gd name="T28" fmla="*/ 2563 w 2563"/>
                <a:gd name="T29" fmla="*/ 2013 h 3746"/>
                <a:gd name="T30" fmla="*/ 2396 w 2563"/>
                <a:gd name="T31" fmla="*/ 1799 h 3746"/>
                <a:gd name="T32" fmla="*/ 1238 w 2563"/>
                <a:gd name="T33" fmla="*/ 1510 h 3746"/>
                <a:gd name="T34" fmla="*/ 1238 w 2563"/>
                <a:gd name="T35" fmla="*/ 654 h 3746"/>
                <a:gd name="T36" fmla="*/ 1238 w 2563"/>
                <a:gd name="T37" fmla="*/ 1268 h 3746"/>
                <a:gd name="T38" fmla="*/ 1669 w 2563"/>
                <a:gd name="T39" fmla="*/ 654 h 3746"/>
                <a:gd name="T40" fmla="*/ 1016 w 2563"/>
                <a:gd name="T41" fmla="*/ 0 h 3746"/>
                <a:gd name="T42" fmla="*/ 363 w 2563"/>
                <a:gd name="T43" fmla="*/ 654 h 3746"/>
                <a:gd name="T44" fmla="*/ 796 w 2563"/>
                <a:gd name="T45" fmla="*/ 1269 h 3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63" h="3746">
                  <a:moveTo>
                    <a:pt x="1238" y="1510"/>
                  </a:moveTo>
                  <a:cubicBezTo>
                    <a:pt x="1238" y="1758"/>
                    <a:pt x="1238" y="1758"/>
                    <a:pt x="1238" y="1758"/>
                  </a:cubicBezTo>
                  <a:moveTo>
                    <a:pt x="1238" y="654"/>
                  </a:moveTo>
                  <a:cubicBezTo>
                    <a:pt x="1238" y="532"/>
                    <a:pt x="1139" y="433"/>
                    <a:pt x="1017" y="433"/>
                  </a:cubicBezTo>
                  <a:cubicBezTo>
                    <a:pt x="895" y="433"/>
                    <a:pt x="796" y="532"/>
                    <a:pt x="796" y="654"/>
                  </a:cubicBezTo>
                  <a:cubicBezTo>
                    <a:pt x="796" y="654"/>
                    <a:pt x="796" y="659"/>
                    <a:pt x="796" y="669"/>
                  </a:cubicBezTo>
                  <a:cubicBezTo>
                    <a:pt x="796" y="818"/>
                    <a:pt x="796" y="2026"/>
                    <a:pt x="796" y="2453"/>
                  </a:cubicBezTo>
                  <a:cubicBezTo>
                    <a:pt x="796" y="2523"/>
                    <a:pt x="712" y="2557"/>
                    <a:pt x="662" y="2508"/>
                  </a:cubicBezTo>
                  <a:cubicBezTo>
                    <a:pt x="423" y="2269"/>
                    <a:pt x="423" y="2269"/>
                    <a:pt x="423" y="2269"/>
                  </a:cubicBezTo>
                  <a:cubicBezTo>
                    <a:pt x="331" y="2177"/>
                    <a:pt x="183" y="2177"/>
                    <a:pt x="92" y="2269"/>
                  </a:cubicBezTo>
                  <a:cubicBezTo>
                    <a:pt x="0" y="2360"/>
                    <a:pt x="0" y="2508"/>
                    <a:pt x="92" y="2600"/>
                  </a:cubicBezTo>
                  <a:cubicBezTo>
                    <a:pt x="906" y="3415"/>
                    <a:pt x="906" y="3415"/>
                    <a:pt x="906" y="3415"/>
                  </a:cubicBezTo>
                  <a:cubicBezTo>
                    <a:pt x="1104" y="3619"/>
                    <a:pt x="1377" y="3746"/>
                    <a:pt x="1680" y="3746"/>
                  </a:cubicBezTo>
                  <a:cubicBezTo>
                    <a:pt x="2168" y="3746"/>
                    <a:pt x="2563" y="3351"/>
                    <a:pt x="2563" y="2863"/>
                  </a:cubicBezTo>
                  <a:cubicBezTo>
                    <a:pt x="2563" y="2013"/>
                    <a:pt x="2563" y="2013"/>
                    <a:pt x="2563" y="2013"/>
                  </a:cubicBezTo>
                  <a:cubicBezTo>
                    <a:pt x="2563" y="1912"/>
                    <a:pt x="2494" y="1824"/>
                    <a:pt x="2396" y="1799"/>
                  </a:cubicBezTo>
                  <a:cubicBezTo>
                    <a:pt x="1238" y="1510"/>
                    <a:pt x="1238" y="1510"/>
                    <a:pt x="1238" y="1510"/>
                  </a:cubicBezTo>
                  <a:lnTo>
                    <a:pt x="1238" y="654"/>
                  </a:lnTo>
                  <a:close/>
                  <a:moveTo>
                    <a:pt x="1238" y="1268"/>
                  </a:moveTo>
                  <a:cubicBezTo>
                    <a:pt x="1489" y="1177"/>
                    <a:pt x="1669" y="936"/>
                    <a:pt x="1669" y="654"/>
                  </a:cubicBezTo>
                  <a:cubicBezTo>
                    <a:pt x="1669" y="293"/>
                    <a:pt x="1377" y="0"/>
                    <a:pt x="1016" y="0"/>
                  </a:cubicBezTo>
                  <a:cubicBezTo>
                    <a:pt x="655" y="0"/>
                    <a:pt x="363" y="293"/>
                    <a:pt x="363" y="654"/>
                  </a:cubicBezTo>
                  <a:cubicBezTo>
                    <a:pt x="363" y="937"/>
                    <a:pt x="544" y="1178"/>
                    <a:pt x="796" y="1269"/>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endParaRPr>
            </a:p>
          </p:txBody>
        </p:sp>
      </p:grpSp>
      <p:pic>
        <p:nvPicPr>
          <p:cNvPr id="33" name="Image 32">
            <a:extLst>
              <a:ext uri="{FF2B5EF4-FFF2-40B4-BE49-F238E27FC236}">
                <a16:creationId xmlns:a16="http://schemas.microsoft.com/office/drawing/2014/main" id="{9046C9BF-D867-3B44-BEC4-D41D1BD301F9}"/>
              </a:ext>
            </a:extLst>
          </p:cNvPr>
          <p:cNvPicPr>
            <a:picLocks noChangeAspect="1"/>
          </p:cNvPicPr>
          <p:nvPr/>
        </p:nvPicPr>
        <p:blipFill>
          <a:blip r:embed="rId5"/>
          <a:stretch>
            <a:fillRect/>
          </a:stretch>
        </p:blipFill>
        <p:spPr>
          <a:xfrm>
            <a:off x="5391496" y="824515"/>
            <a:ext cx="6648321" cy="4981250"/>
          </a:xfrm>
          <a:prstGeom prst="rect">
            <a:avLst/>
          </a:prstGeom>
        </p:spPr>
      </p:pic>
      <p:sp>
        <p:nvSpPr>
          <p:cNvPr id="35" name="ZoneTexte 34">
            <a:extLst>
              <a:ext uri="{FF2B5EF4-FFF2-40B4-BE49-F238E27FC236}">
                <a16:creationId xmlns:a16="http://schemas.microsoft.com/office/drawing/2014/main" id="{04E83B5E-D6F0-6FAA-77B0-B93D71477A33}"/>
              </a:ext>
            </a:extLst>
          </p:cNvPr>
          <p:cNvSpPr txBox="1"/>
          <p:nvPr/>
        </p:nvSpPr>
        <p:spPr>
          <a:xfrm>
            <a:off x="5560640" y="5893301"/>
            <a:ext cx="6547312" cy="877163"/>
          </a:xfrm>
          <a:prstGeom prst="rect">
            <a:avLst/>
          </a:prstGeom>
          <a:noFill/>
        </p:spPr>
        <p:txBody>
          <a:bodyPr wrap="square">
            <a:spAutoFit/>
          </a:bodyPr>
          <a:lstStyle/>
          <a:p>
            <a:pPr marL="58738" marR="0" lvl="0" indent="-58738"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UI"/>
                <a:ea typeface="+mn-ea"/>
                <a:cs typeface="+mn-cs"/>
              </a:rPr>
              <a:t>”It </a:t>
            </a:r>
            <a:r>
              <a:rPr kumimoji="0" lang="en-US" sz="1200" i="0" u="none" strike="noStrike" kern="1200" cap="none" spc="0" normalizeH="0" baseline="0" noProof="0" dirty="0">
                <a:ln>
                  <a:noFill/>
                </a:ln>
                <a:effectLst/>
                <a:uLnTx/>
                <a:uFillTx/>
                <a:latin typeface="+mj-lt"/>
                <a:ea typeface="+mn-ea"/>
                <a:cs typeface="+mn-cs"/>
              </a:rPr>
              <a:t>previously took multiple days </a:t>
            </a:r>
            <a:r>
              <a:rPr kumimoji="0" lang="en-US" sz="1200" b="0" i="0" u="none" strike="noStrike" kern="1200" cap="none" spc="0" normalizeH="0" baseline="0" noProof="0" dirty="0">
                <a:ln>
                  <a:noFill/>
                </a:ln>
                <a:effectLst/>
                <a:uLnTx/>
                <a:uFillTx/>
                <a:latin typeface="SegoeUI"/>
                <a:ea typeface="+mn-ea"/>
                <a:cs typeface="+mn-cs"/>
              </a:rPr>
              <a:t>for NHS administration to move a staff member between hospitals, but that’s </a:t>
            </a:r>
            <a:r>
              <a:rPr kumimoji="0" lang="en-US" sz="1200" i="0" u="none" strike="noStrike" kern="1200" cap="none" spc="0" normalizeH="0" baseline="0" noProof="0" dirty="0">
                <a:ln>
                  <a:noFill/>
                </a:ln>
                <a:effectLst/>
                <a:uLnTx/>
                <a:uFillTx/>
                <a:latin typeface="+mj-lt"/>
                <a:ea typeface="+mn-ea"/>
                <a:cs typeface="+mn-cs"/>
              </a:rPr>
              <a:t>now down to minutes</a:t>
            </a:r>
            <a:r>
              <a:rPr kumimoji="0" lang="en-US" sz="1200" b="1" i="0" u="none" strike="noStrike" kern="1200" cap="none" spc="0" normalizeH="0" baseline="0" noProof="0" dirty="0">
                <a:ln>
                  <a:noFill/>
                </a:ln>
                <a:effectLst/>
                <a:uLnTx/>
                <a:uFillTx/>
                <a:latin typeface="SegoeUI"/>
                <a:ea typeface="+mn-ea"/>
                <a:cs typeface="+mn-cs"/>
              </a:rPr>
              <a:t> </a:t>
            </a:r>
            <a:r>
              <a:rPr kumimoji="0" lang="en-US" sz="1200" b="0" i="0" u="none" strike="noStrike" kern="1200" cap="none" spc="0" normalizeH="0" baseline="0" noProof="0" dirty="0">
                <a:ln>
                  <a:noFill/>
                </a:ln>
                <a:effectLst/>
                <a:uLnTx/>
                <a:uFillTx/>
                <a:latin typeface="SegoeUI"/>
                <a:ea typeface="+mn-ea"/>
                <a:cs typeface="+mn-cs"/>
              </a:rPr>
              <a:t>thanks to Entra ID and Verified ID” </a:t>
            </a:r>
          </a:p>
          <a:p>
            <a:pPr marL="58738" marR="0" lvl="0" indent="-58738" algn="l" defTabSz="914400" rtl="0" eaLnBrk="1" fontAlgn="auto" latinLnBrk="0" hangingPunct="1">
              <a:lnSpc>
                <a:spcPct val="100000"/>
              </a:lnSpc>
              <a:spcBef>
                <a:spcPts val="0"/>
              </a:spcBef>
              <a:spcAft>
                <a:spcPts val="0"/>
              </a:spcAft>
              <a:buClrTx/>
              <a:buSzTx/>
              <a:buFontTx/>
              <a:buNone/>
              <a:tabLst/>
              <a:defRPr/>
            </a:pPr>
            <a:endParaRPr lang="en-US" sz="500" dirty="0">
              <a:latin typeface="SegoeUI"/>
            </a:endParaRPr>
          </a:p>
          <a:p>
            <a:pPr marL="58738" marR="0" lvl="0" indent="-58738"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accent1"/>
                </a:solidFill>
                <a:effectLst/>
                <a:uLnTx/>
                <a:uFillTx/>
                <a:latin typeface="+mj-lt"/>
                <a:ea typeface="+mn-ea"/>
                <a:cs typeface="+mn-cs"/>
              </a:rPr>
              <a:t>Alasdair Murray, Chief Product Officer, </a:t>
            </a:r>
            <a:br>
              <a:rPr kumimoji="0" lang="en-US" sz="1050" b="0" i="0" u="none" strike="noStrike" kern="1200" cap="none" spc="0" normalizeH="0" baseline="0" noProof="0" dirty="0">
                <a:ln>
                  <a:noFill/>
                </a:ln>
                <a:solidFill>
                  <a:schemeClr val="accent1"/>
                </a:solidFill>
                <a:effectLst/>
                <a:uLnTx/>
                <a:uFillTx/>
                <a:latin typeface="+mj-lt"/>
                <a:ea typeface="+mn-ea"/>
                <a:cs typeface="+mn-cs"/>
              </a:rPr>
            </a:br>
            <a:r>
              <a:rPr kumimoji="0" lang="en-US" sz="1050" b="0" i="0" u="none" strike="noStrike" kern="1200" cap="none" spc="0" normalizeH="0" baseline="0" noProof="0" dirty="0" err="1">
                <a:ln>
                  <a:noFill/>
                </a:ln>
                <a:solidFill>
                  <a:schemeClr val="accent1"/>
                </a:solidFill>
                <a:effectLst/>
                <a:uLnTx/>
                <a:uFillTx/>
                <a:latin typeface="+mj-lt"/>
                <a:ea typeface="+mn-ea"/>
                <a:cs typeface="+mn-cs"/>
              </a:rPr>
              <a:t>Condatis</a:t>
            </a:r>
            <a:endParaRPr kumimoji="0" lang="en-US" sz="1050" b="0" i="0" u="none" strike="noStrike" kern="1200" cap="none" spc="0" normalizeH="0" baseline="0" noProof="0" dirty="0">
              <a:ln>
                <a:noFill/>
              </a:ln>
              <a:solidFill>
                <a:schemeClr val="accent1"/>
              </a:solidFill>
              <a:effectLst/>
              <a:uLnTx/>
              <a:uFillTx/>
              <a:latin typeface="+mj-lt"/>
              <a:ea typeface="+mn-ea"/>
              <a:cs typeface="+mn-cs"/>
            </a:endParaRPr>
          </a:p>
        </p:txBody>
      </p:sp>
      <p:sp>
        <p:nvSpPr>
          <p:cNvPr id="38" name="ZoneTexte 37">
            <a:extLst>
              <a:ext uri="{FF2B5EF4-FFF2-40B4-BE49-F238E27FC236}">
                <a16:creationId xmlns:a16="http://schemas.microsoft.com/office/drawing/2014/main" id="{F416B5DD-1BE0-323A-0648-D579803C0CA4}"/>
              </a:ext>
            </a:extLst>
          </p:cNvPr>
          <p:cNvSpPr txBox="1"/>
          <p:nvPr/>
        </p:nvSpPr>
        <p:spPr>
          <a:xfrm>
            <a:off x="1401927" y="6229755"/>
            <a:ext cx="3078060" cy="307777"/>
          </a:xfrm>
          <a:prstGeom prst="rect">
            <a:avLst/>
          </a:prstGeom>
          <a:noFill/>
        </p:spPr>
        <p:txBody>
          <a:bodyPr wrap="square">
            <a:spAutoFit/>
          </a:bodyPr>
          <a:lstStyle/>
          <a:p>
            <a:r>
              <a:rPr lang="en-US" sz="1400" dirty="0">
                <a:solidFill>
                  <a:srgbClr val="0078D4"/>
                </a:solidFill>
                <a:hlinkClick r:id="rId6">
                  <a:extLst>
                    <a:ext uri="{A12FA001-AC4F-418D-AE19-62706E023703}">
                      <ahyp:hlinkClr xmlns:ahyp="http://schemas.microsoft.com/office/drawing/2018/hyperlinkcolor" val="tx"/>
                    </a:ext>
                  </a:extLst>
                </a:hlinkClick>
              </a:rPr>
              <a:t>aka.ms/VerifiedIDcustomers</a:t>
            </a:r>
            <a:endParaRPr lang="en-US" sz="1400" dirty="0">
              <a:solidFill>
                <a:srgbClr val="0078D4"/>
              </a:solidFill>
            </a:endParaRPr>
          </a:p>
        </p:txBody>
      </p:sp>
    </p:spTree>
    <p:extLst>
      <p:ext uri="{BB962C8B-B14F-4D97-AF65-F5344CB8AC3E}">
        <p14:creationId xmlns:p14="http://schemas.microsoft.com/office/powerpoint/2010/main" val="311000670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6" descr="Deux médecins regardant l'écran d'une tablette.">
            <a:extLst>
              <a:ext uri="{FF2B5EF4-FFF2-40B4-BE49-F238E27FC236}">
                <a16:creationId xmlns:a16="http://schemas.microsoft.com/office/drawing/2014/main" id="{5CE5E74A-1582-F176-D3E1-A5581B8370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0" y="0"/>
            <a:ext cx="12191999" cy="6864626"/>
          </a:xfrm>
          <a:prstGeom prst="rect">
            <a:avLst/>
          </a:prstGeom>
        </p:spPr>
      </p:pic>
      <p:sp>
        <p:nvSpPr>
          <p:cNvPr id="2" name="Titre 1">
            <a:extLst>
              <a:ext uri="{FF2B5EF4-FFF2-40B4-BE49-F238E27FC236}">
                <a16:creationId xmlns:a16="http://schemas.microsoft.com/office/drawing/2014/main" id="{345894A0-0900-061A-2E59-2728CF5BDDC9}"/>
              </a:ext>
            </a:extLst>
          </p:cNvPr>
          <p:cNvSpPr>
            <a:spLocks noGrp="1"/>
          </p:cNvSpPr>
          <p:nvPr>
            <p:ph type="title"/>
          </p:nvPr>
        </p:nvSpPr>
        <p:spPr>
          <a:xfrm>
            <a:off x="528161" y="1706451"/>
            <a:ext cx="4712706" cy="1969770"/>
          </a:xfrm>
        </p:spPr>
        <p:txBody>
          <a:bodyPr/>
          <a:lstStyle/>
          <a:p>
            <a:r>
              <a:rPr lang="fr-FR" noProof="0" dirty="0"/>
              <a:t>Intégration transparente et sécurisée des nouveaux </a:t>
            </a:r>
            <a:br>
              <a:rPr lang="fr-FR" noProof="0" dirty="0"/>
            </a:br>
            <a:r>
              <a:rPr lang="fr-FR" noProof="0" dirty="0"/>
              <a:t>utilisateurs</a:t>
            </a:r>
          </a:p>
        </p:txBody>
      </p:sp>
    </p:spTree>
    <p:extLst>
      <p:ext uri="{BB962C8B-B14F-4D97-AF65-F5344CB8AC3E}">
        <p14:creationId xmlns:p14="http://schemas.microsoft.com/office/powerpoint/2010/main" val="409302605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1549-CDFE-A160-F9FB-C9865AB7A0D3}"/>
              </a:ext>
            </a:extLst>
          </p:cNvPr>
          <p:cNvSpPr>
            <a:spLocks noGrp="1"/>
          </p:cNvSpPr>
          <p:nvPr>
            <p:ph type="title"/>
          </p:nvPr>
        </p:nvSpPr>
        <p:spPr>
          <a:xfrm>
            <a:off x="588263" y="457200"/>
            <a:ext cx="11018520" cy="492443"/>
          </a:xfrm>
        </p:spPr>
        <p:txBody>
          <a:bodyPr/>
          <a:lstStyle/>
          <a:p>
            <a:pPr lvl="0"/>
            <a:r>
              <a:rPr lang="fr-FR" sz="3200" noProof="0" dirty="0"/>
              <a:t>Problèmes courants liés à l'accueil des nouveaux arrivants</a:t>
            </a:r>
            <a:endParaRPr lang="en-US" sz="3200" noProof="0" dirty="0"/>
          </a:p>
        </p:txBody>
      </p:sp>
      <p:sp>
        <p:nvSpPr>
          <p:cNvPr id="601" name="Rectangle 600">
            <a:extLst>
              <a:ext uri="{FF2B5EF4-FFF2-40B4-BE49-F238E27FC236}">
                <a16:creationId xmlns:a16="http://schemas.microsoft.com/office/drawing/2014/main" id="{62C887DA-4C4E-802E-58D2-30713B562F34}"/>
              </a:ext>
              <a:ext uri="{C183D7F6-B498-43B3-948B-1728B52AA6E4}">
                <adec:decorative xmlns:adec="http://schemas.microsoft.com/office/drawing/2017/decorative" val="1"/>
              </a:ext>
            </a:extLst>
          </p:cNvPr>
          <p:cNvSpPr/>
          <p:nvPr/>
        </p:nvSpPr>
        <p:spPr bwMode="auto">
          <a:xfrm>
            <a:off x="3048" y="2382923"/>
            <a:ext cx="12188952" cy="24688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2" name="Oval 601">
            <a:extLst>
              <a:ext uri="{FF2B5EF4-FFF2-40B4-BE49-F238E27FC236}">
                <a16:creationId xmlns:a16="http://schemas.microsoft.com/office/drawing/2014/main" id="{78D0B0D0-DB1C-FDE1-ED28-A1AA9FB02BE0}"/>
              </a:ext>
              <a:ext uri="{C183D7F6-B498-43B3-948B-1728B52AA6E4}">
                <adec:decorative xmlns:adec="http://schemas.microsoft.com/office/drawing/2017/decorative" val="1"/>
              </a:ext>
            </a:extLst>
          </p:cNvPr>
          <p:cNvSpPr/>
          <p:nvPr/>
        </p:nvSpPr>
        <p:spPr bwMode="auto">
          <a:xfrm>
            <a:off x="771143" y="2107218"/>
            <a:ext cx="3017520" cy="3020291"/>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3" name="Oval 602">
            <a:extLst>
              <a:ext uri="{FF2B5EF4-FFF2-40B4-BE49-F238E27FC236}">
                <a16:creationId xmlns:a16="http://schemas.microsoft.com/office/drawing/2014/main" id="{356AA9FE-836A-C043-5943-65EC9789C352}"/>
              </a:ext>
              <a:ext uri="{C183D7F6-B498-43B3-948B-1728B52AA6E4}">
                <adec:decorative xmlns:adec="http://schemas.microsoft.com/office/drawing/2017/decorative" val="1"/>
              </a:ext>
            </a:extLst>
          </p:cNvPr>
          <p:cNvSpPr/>
          <p:nvPr/>
        </p:nvSpPr>
        <p:spPr bwMode="auto">
          <a:xfrm>
            <a:off x="4587240" y="2107218"/>
            <a:ext cx="3017520" cy="3020291"/>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4" name="Oval 603">
            <a:extLst>
              <a:ext uri="{FF2B5EF4-FFF2-40B4-BE49-F238E27FC236}">
                <a16:creationId xmlns:a16="http://schemas.microsoft.com/office/drawing/2014/main" id="{6ABC2C58-290C-88C0-52E7-B89C2118B2AA}"/>
              </a:ext>
              <a:ext uri="{C183D7F6-B498-43B3-948B-1728B52AA6E4}">
                <adec:decorative xmlns:adec="http://schemas.microsoft.com/office/drawing/2017/decorative" val="1"/>
              </a:ext>
            </a:extLst>
          </p:cNvPr>
          <p:cNvSpPr/>
          <p:nvPr/>
        </p:nvSpPr>
        <p:spPr bwMode="auto">
          <a:xfrm>
            <a:off x="8406383" y="2107218"/>
            <a:ext cx="3017520" cy="3020291"/>
          </a:xfrm>
          <a:prstGeom prst="ellipse">
            <a:avLst/>
          </a:prstGeom>
          <a:solidFill>
            <a:srgbClr val="0078D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 name="TextBox 11">
            <a:extLst>
              <a:ext uri="{FF2B5EF4-FFF2-40B4-BE49-F238E27FC236}">
                <a16:creationId xmlns:a16="http://schemas.microsoft.com/office/drawing/2014/main" id="{E2C0B43D-8EE3-C0C6-C02C-1AB126202D5D}"/>
              </a:ext>
            </a:extLst>
          </p:cNvPr>
          <p:cNvSpPr txBox="1"/>
          <p:nvPr/>
        </p:nvSpPr>
        <p:spPr>
          <a:xfrm>
            <a:off x="1367992" y="1373651"/>
            <a:ext cx="1823819" cy="58477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Risk of impersonation</a:t>
            </a:r>
          </a:p>
        </p:txBody>
      </p:sp>
      <p:sp>
        <p:nvSpPr>
          <p:cNvPr id="605" name="TextBox 604">
            <a:extLst>
              <a:ext uri="{FF2B5EF4-FFF2-40B4-BE49-F238E27FC236}">
                <a16:creationId xmlns:a16="http://schemas.microsoft.com/office/drawing/2014/main" id="{651BBE03-C7B2-307B-104D-FCC3EF80D8A9}"/>
              </a:ext>
            </a:extLst>
          </p:cNvPr>
          <p:cNvSpPr txBox="1"/>
          <p:nvPr/>
        </p:nvSpPr>
        <p:spPr>
          <a:xfrm>
            <a:off x="1080856" y="2979833"/>
            <a:ext cx="2398093" cy="410369"/>
          </a:xfrm>
          <a:prstGeom prst="rect">
            <a:avLst/>
          </a:prstGeom>
          <a:noFill/>
        </p:spPr>
        <p:txBody>
          <a:bodyPr wrap="none" lIns="0" tIns="0" rIns="0" bIns="0" rtlCol="0">
            <a:spAutoFit/>
          </a:bodyPr>
          <a:lstStyle/>
          <a:p>
            <a:pPr marL="0" marR="0" lvl="0" indent="0" algn="ctr" defTabSz="914400" rtl="0" eaLnBrk="1" fontAlgn="auto" latinLnBrk="0" hangingPunct="1">
              <a:lnSpc>
                <a:spcPts val="3200"/>
              </a:lnSpc>
              <a:spcBef>
                <a:spcPts val="0"/>
              </a:spcBef>
              <a:spcAft>
                <a:spcPts val="0"/>
              </a:spcAft>
              <a:buClrTx/>
              <a:buSzTx/>
              <a:buFontTx/>
              <a:buNone/>
              <a:tabLst/>
              <a:defRPr/>
            </a:pPr>
            <a:r>
              <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90 thousand</a:t>
            </a:r>
          </a:p>
        </p:txBody>
      </p:sp>
      <p:sp>
        <p:nvSpPr>
          <p:cNvPr id="606" name="TextBox 605">
            <a:extLst>
              <a:ext uri="{FF2B5EF4-FFF2-40B4-BE49-F238E27FC236}">
                <a16:creationId xmlns:a16="http://schemas.microsoft.com/office/drawing/2014/main" id="{A34412D4-78BA-68DB-0384-2DCB9313B264}"/>
              </a:ext>
            </a:extLst>
          </p:cNvPr>
          <p:cNvSpPr txBox="1"/>
          <p:nvPr/>
        </p:nvSpPr>
        <p:spPr>
          <a:xfrm>
            <a:off x="1051842" y="3517861"/>
            <a:ext cx="2456123"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Cases of employment-related identity theft in U.S. in 2023</a:t>
            </a:r>
          </a:p>
        </p:txBody>
      </p:sp>
      <p:sp>
        <p:nvSpPr>
          <p:cNvPr id="4" name="TextBox 3">
            <a:extLst>
              <a:ext uri="{FF2B5EF4-FFF2-40B4-BE49-F238E27FC236}">
                <a16:creationId xmlns:a16="http://schemas.microsoft.com/office/drawing/2014/main" id="{A0860678-03CF-2BA2-0B2A-9C883888B369}"/>
              </a:ext>
              <a:ext uri="{C183D7F6-B498-43B3-948B-1728B52AA6E4}">
                <adec:decorative xmlns:adec="http://schemas.microsoft.com/office/drawing/2017/decorative" val="0"/>
              </a:ext>
            </a:extLst>
          </p:cNvPr>
          <p:cNvSpPr txBox="1"/>
          <p:nvPr/>
        </p:nvSpPr>
        <p:spPr>
          <a:xfrm>
            <a:off x="588263" y="5677827"/>
            <a:ext cx="3383280" cy="33855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hlinkClick r:id="rId3"/>
              </a:rPr>
              <a:t>2023, FTC Fraud Report</a:t>
            </a:r>
            <a:endParaRPr kumimoji="0" lang="en-US" sz="800" b="0" i="0" u="none" strike="noStrike" kern="1200" cap="none" spc="0" normalizeH="0" baseline="0" noProof="0">
              <a:ln>
                <a:noFill/>
              </a:ln>
              <a:solidFill>
                <a:srgbClr val="000000"/>
              </a:solidFill>
              <a:effectLst/>
              <a:uLnTx/>
              <a:uFillTx/>
              <a:latin typeface="Segoe UI"/>
              <a:ea typeface="+mn-ea"/>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hlinkClick r:id="rId4"/>
              </a:rPr>
              <a:t>How common is identity theft in 2024? (norton.com)</a:t>
            </a:r>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11" name="TextBox 610">
            <a:extLst>
              <a:ext uri="{FF2B5EF4-FFF2-40B4-BE49-F238E27FC236}">
                <a16:creationId xmlns:a16="http://schemas.microsoft.com/office/drawing/2014/main" id="{B446B675-6014-629F-3E6D-209EFEE7DABF}"/>
              </a:ext>
            </a:extLst>
          </p:cNvPr>
          <p:cNvSpPr txBox="1"/>
          <p:nvPr/>
        </p:nvSpPr>
        <p:spPr>
          <a:xfrm>
            <a:off x="5184091" y="1357864"/>
            <a:ext cx="1823819" cy="58477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Wasted time &amp; productivity</a:t>
            </a:r>
          </a:p>
        </p:txBody>
      </p:sp>
      <p:sp>
        <p:nvSpPr>
          <p:cNvPr id="607" name="TextBox 606">
            <a:extLst>
              <a:ext uri="{FF2B5EF4-FFF2-40B4-BE49-F238E27FC236}">
                <a16:creationId xmlns:a16="http://schemas.microsoft.com/office/drawing/2014/main" id="{249B5356-9F5A-C564-0EFA-869D36448860}"/>
              </a:ext>
            </a:extLst>
          </p:cNvPr>
          <p:cNvSpPr txBox="1"/>
          <p:nvPr/>
        </p:nvSpPr>
        <p:spPr>
          <a:xfrm>
            <a:off x="5682425" y="2896490"/>
            <a:ext cx="827150"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a:gradFill>
                  <a:gsLst>
                    <a:gs pos="0">
                      <a:srgbClr val="FFFFFF"/>
                    </a:gs>
                    <a:gs pos="100000">
                      <a:srgbClr val="FFFFFF"/>
                    </a:gs>
                  </a:gsLst>
                  <a:lin ang="5400000" scaled="1"/>
                </a:gradFill>
                <a:latin typeface="Segoe UI"/>
              </a:rPr>
              <a:t>81</a:t>
            </a:r>
            <a:r>
              <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a:t>
            </a:r>
          </a:p>
        </p:txBody>
      </p:sp>
      <p:sp>
        <p:nvSpPr>
          <p:cNvPr id="608" name="TextBox 607">
            <a:extLst>
              <a:ext uri="{FF2B5EF4-FFF2-40B4-BE49-F238E27FC236}">
                <a16:creationId xmlns:a16="http://schemas.microsoft.com/office/drawing/2014/main" id="{4F7C8E2D-120D-44AD-BAF2-6B3DC8A8DD34}"/>
              </a:ext>
            </a:extLst>
          </p:cNvPr>
          <p:cNvSpPr txBox="1"/>
          <p:nvPr/>
        </p:nvSpPr>
        <p:spPr>
          <a:xfrm>
            <a:off x="4953000" y="3517861"/>
            <a:ext cx="2286000"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Employees</a:t>
            </a:r>
            <a:r>
              <a:rPr kumimoji="0" lang="en-US" sz="1800" b="0" i="0" u="none" strike="noStrike" kern="1200" cap="none" spc="0" normalizeH="0" noProof="0">
                <a:ln>
                  <a:noFill/>
                </a:ln>
                <a:gradFill>
                  <a:gsLst>
                    <a:gs pos="0">
                      <a:srgbClr val="FFFFFF"/>
                    </a:gs>
                    <a:gs pos="100000">
                      <a:srgbClr val="FFFFFF"/>
                    </a:gs>
                  </a:gsLst>
                  <a:lin ang="5400000" scaled="1"/>
                </a:gradFill>
                <a:effectLst/>
                <a:uLnTx/>
                <a:uFillTx/>
                <a:latin typeface="Segoe UI"/>
                <a:ea typeface="+mn-ea"/>
                <a:cs typeface="+mn-cs"/>
              </a:rPr>
              <a:t> that feel overwhelmed by onboarding</a:t>
            </a:r>
            <a:endPar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endParaRPr>
          </a:p>
        </p:txBody>
      </p:sp>
      <p:sp>
        <p:nvSpPr>
          <p:cNvPr id="612" name="TextBox 611">
            <a:extLst>
              <a:ext uri="{FF2B5EF4-FFF2-40B4-BE49-F238E27FC236}">
                <a16:creationId xmlns:a16="http://schemas.microsoft.com/office/drawing/2014/main" id="{EAAAA9C1-91D3-FB02-AF9F-0E36EBCB9CC6}"/>
              </a:ext>
            </a:extLst>
          </p:cNvPr>
          <p:cNvSpPr txBox="1"/>
          <p:nvPr/>
        </p:nvSpPr>
        <p:spPr>
          <a:xfrm>
            <a:off x="9003234" y="1357864"/>
            <a:ext cx="1823819" cy="584775"/>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a:ln>
                  <a:noFill/>
                </a:ln>
                <a:solidFill>
                  <a:srgbClr val="0078D4"/>
                </a:solidFill>
                <a:effectLst/>
                <a:uLnTx/>
                <a:uFillTx/>
                <a:latin typeface="Segoe UI"/>
                <a:ea typeface="Segoe UI" pitchFamily="34" charset="0"/>
                <a:cs typeface="Segoe UI" pitchFamily="34" charset="0"/>
              </a:rPr>
              <a:t>Unsatisfactory onboarding</a:t>
            </a:r>
          </a:p>
        </p:txBody>
      </p:sp>
      <p:sp>
        <p:nvSpPr>
          <p:cNvPr id="609" name="TextBox 608">
            <a:extLst>
              <a:ext uri="{FF2B5EF4-FFF2-40B4-BE49-F238E27FC236}">
                <a16:creationId xmlns:a16="http://schemas.microsoft.com/office/drawing/2014/main" id="{E32FCF69-958B-F544-2B42-C2255DDDFFA0}"/>
              </a:ext>
            </a:extLst>
          </p:cNvPr>
          <p:cNvSpPr txBox="1"/>
          <p:nvPr/>
        </p:nvSpPr>
        <p:spPr>
          <a:xfrm>
            <a:off x="9501570" y="2896490"/>
            <a:ext cx="827150"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a:gradFill>
                  <a:gsLst>
                    <a:gs pos="0">
                      <a:srgbClr val="FFFFFF"/>
                    </a:gs>
                    <a:gs pos="100000">
                      <a:srgbClr val="FFFFFF"/>
                    </a:gs>
                  </a:gsLst>
                  <a:lin ang="5400000" scaled="1"/>
                </a:gradFill>
                <a:latin typeface="Segoe UI"/>
              </a:rPr>
              <a:t>88%</a:t>
            </a:r>
            <a:endPar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endParaRPr>
          </a:p>
        </p:txBody>
      </p:sp>
      <p:sp>
        <p:nvSpPr>
          <p:cNvPr id="610" name="TextBox 609">
            <a:extLst>
              <a:ext uri="{FF2B5EF4-FFF2-40B4-BE49-F238E27FC236}">
                <a16:creationId xmlns:a16="http://schemas.microsoft.com/office/drawing/2014/main" id="{6231F21C-4201-BCF7-0F77-EFCB471E55C4}"/>
              </a:ext>
            </a:extLst>
          </p:cNvPr>
          <p:cNvSpPr txBox="1"/>
          <p:nvPr/>
        </p:nvSpPr>
        <p:spPr>
          <a:xfrm>
            <a:off x="8667874" y="3517861"/>
            <a:ext cx="2494538"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Workers</a:t>
            </a:r>
            <a:r>
              <a:rPr kumimoji="0" lang="en-US" sz="1800" b="0" i="0" u="none" strike="noStrike" kern="1200" cap="none" spc="0" normalizeH="0" noProof="0">
                <a:ln>
                  <a:noFill/>
                </a:ln>
                <a:gradFill>
                  <a:gsLst>
                    <a:gs pos="0">
                      <a:srgbClr val="FFFFFF"/>
                    </a:gs>
                    <a:gs pos="100000">
                      <a:srgbClr val="FFFFFF"/>
                    </a:gs>
                  </a:gsLst>
                  <a:lin ang="5400000" scaled="1"/>
                </a:gradFill>
                <a:effectLst/>
                <a:uLnTx/>
                <a:uFillTx/>
                <a:latin typeface="Segoe UI"/>
                <a:ea typeface="+mn-ea"/>
                <a:cs typeface="+mn-cs"/>
              </a:rPr>
              <a:t> think their company’s onboarding needs improvement</a:t>
            </a:r>
            <a:endPar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endParaRPr>
          </a:p>
        </p:txBody>
      </p:sp>
      <p:sp>
        <p:nvSpPr>
          <p:cNvPr id="3" name="TextBox 2">
            <a:extLst>
              <a:ext uri="{FF2B5EF4-FFF2-40B4-BE49-F238E27FC236}">
                <a16:creationId xmlns:a16="http://schemas.microsoft.com/office/drawing/2014/main" id="{ED72623C-B085-457A-2301-27C0F94CAB61}"/>
              </a:ext>
              <a:ext uri="{C183D7F6-B498-43B3-948B-1728B52AA6E4}">
                <adec:decorative xmlns:adec="http://schemas.microsoft.com/office/drawing/2017/decorative" val="1"/>
              </a:ext>
            </a:extLst>
          </p:cNvPr>
          <p:cNvSpPr txBox="1"/>
          <p:nvPr/>
        </p:nvSpPr>
        <p:spPr>
          <a:xfrm>
            <a:off x="4476400" y="5857867"/>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800">
                <a:hlinkClick r:id="rId5"/>
              </a:rPr>
              <a:t>Forbes: Why Better Onboarding Is Key To Improved Productivity</a:t>
            </a:r>
            <a:endParaRPr kumimoji="0" lang="en-US" sz="800" b="0" i="0" u="none" strike="noStrike" kern="1200" cap="none" spc="0" normalizeH="0" baseline="0" noProof="0">
              <a:ln>
                <a:noFill/>
              </a:ln>
              <a:solidFill>
                <a:schemeClr val="accent1"/>
              </a:solidFill>
              <a:effectLst/>
              <a:uLnTx/>
              <a:uFillTx/>
            </a:endParaRPr>
          </a:p>
        </p:txBody>
      </p:sp>
      <p:sp>
        <p:nvSpPr>
          <p:cNvPr id="7" name="TextBox 6">
            <a:extLst>
              <a:ext uri="{FF2B5EF4-FFF2-40B4-BE49-F238E27FC236}">
                <a16:creationId xmlns:a16="http://schemas.microsoft.com/office/drawing/2014/main" id="{F886021D-45EA-581A-0177-0010AE2A8AA0}"/>
              </a:ext>
            </a:extLst>
          </p:cNvPr>
          <p:cNvSpPr txBox="1"/>
          <p:nvPr/>
        </p:nvSpPr>
        <p:spPr>
          <a:xfrm>
            <a:off x="6509575" y="5863630"/>
            <a:ext cx="6767944" cy="215444"/>
          </a:xfrm>
          <a:prstGeom prst="rect">
            <a:avLst/>
          </a:prstGeom>
          <a:noFill/>
        </p:spPr>
        <p:txBody>
          <a:bodyPr wrap="square">
            <a:spAutoFit/>
          </a:bodyPr>
          <a:lstStyle/>
          <a:p>
            <a:pPr algn="ctr"/>
            <a:r>
              <a:rPr lang="en-US" sz="800">
                <a:hlinkClick r:id="rId6"/>
              </a:rPr>
              <a:t>50+ Employee Onboarding Statistics (g2.com)</a:t>
            </a:r>
            <a:endParaRPr lang="en-US" sz="800"/>
          </a:p>
        </p:txBody>
      </p:sp>
    </p:spTree>
    <p:extLst>
      <p:ext uri="{BB962C8B-B14F-4D97-AF65-F5344CB8AC3E}">
        <p14:creationId xmlns:p14="http://schemas.microsoft.com/office/powerpoint/2010/main" val="1890664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01"/>
                                        </p:tgtEl>
                                        <p:attrNameLst>
                                          <p:attrName>style.visibility</p:attrName>
                                        </p:attrNameLst>
                                      </p:cBhvr>
                                      <p:to>
                                        <p:strVal val="visible"/>
                                      </p:to>
                                    </p:set>
                                    <p:animEffect transition="in" filter="fade">
                                      <p:cBhvr>
                                        <p:cTn id="13" dur="500"/>
                                        <p:tgtEl>
                                          <p:spTgt spid="601"/>
                                        </p:tgtEl>
                                      </p:cBhvr>
                                    </p:animEffect>
                                  </p:childTnLst>
                                </p:cTn>
                              </p:par>
                              <p:par>
                                <p:cTn id="14" presetID="42" presetClass="path" presetSubtype="0" decel="100000" fill="hold" grpId="1" nodeType="withEffect">
                                  <p:stCondLst>
                                    <p:cond delay="0"/>
                                  </p:stCondLst>
                                  <p:childTnLst>
                                    <p:animMotion origin="layout" path="M -2.08333E-7 -4.81481E-6 L -2.08333E-7 0.04352 " pathEditMode="relative" rAng="0" ptsTypes="AA">
                                      <p:cBhvr>
                                        <p:cTn id="15" dur="600" spd="-100000" fill="hold"/>
                                        <p:tgtEl>
                                          <p:spTgt spid="601"/>
                                        </p:tgtEl>
                                        <p:attrNameLst>
                                          <p:attrName>ppt_x</p:attrName>
                                          <p:attrName>ppt_y</p:attrName>
                                        </p:attrNameLst>
                                      </p:cBhvr>
                                      <p:rCtr x="0" y="2176"/>
                                    </p:animMotion>
                                  </p:childTnLst>
                                </p:cTn>
                              </p:par>
                              <p:par>
                                <p:cTn id="16" presetID="10" presetClass="entr" presetSubtype="0" fill="hold" grpId="0" nodeType="withEffect">
                                  <p:stCondLst>
                                    <p:cond delay="500"/>
                                  </p:stCondLst>
                                  <p:childTnLst>
                                    <p:set>
                                      <p:cBhvr>
                                        <p:cTn id="17" dur="1" fill="hold">
                                          <p:stCondLst>
                                            <p:cond delay="0"/>
                                          </p:stCondLst>
                                        </p:cTn>
                                        <p:tgtEl>
                                          <p:spTgt spid="608"/>
                                        </p:tgtEl>
                                        <p:attrNameLst>
                                          <p:attrName>style.visibility</p:attrName>
                                        </p:attrNameLst>
                                      </p:cBhvr>
                                      <p:to>
                                        <p:strVal val="visible"/>
                                      </p:to>
                                    </p:set>
                                    <p:animEffect transition="in" filter="fade">
                                      <p:cBhvr>
                                        <p:cTn id="18" dur="500"/>
                                        <p:tgtEl>
                                          <p:spTgt spid="608"/>
                                        </p:tgtEl>
                                      </p:cBhvr>
                                    </p:animEffect>
                                  </p:childTnLst>
                                </p:cTn>
                              </p:par>
                              <p:par>
                                <p:cTn id="19" presetID="42" presetClass="path" presetSubtype="0" decel="100000" fill="hold" grpId="1" nodeType="withEffect">
                                  <p:stCondLst>
                                    <p:cond delay="500"/>
                                  </p:stCondLst>
                                  <p:childTnLst>
                                    <p:animMotion origin="layout" path="M 0 -4.07407E-6 L 0 0.04352 " pathEditMode="relative" rAng="0" ptsTypes="AA">
                                      <p:cBhvr>
                                        <p:cTn id="20" dur="600" spd="-100000" fill="hold"/>
                                        <p:tgtEl>
                                          <p:spTgt spid="608"/>
                                        </p:tgtEl>
                                        <p:attrNameLst>
                                          <p:attrName>ppt_x</p:attrName>
                                          <p:attrName>ppt_y</p:attrName>
                                        </p:attrNameLst>
                                      </p:cBhvr>
                                      <p:rCtr x="0" y="2176"/>
                                    </p:animMotion>
                                  </p:childTnLst>
                                </p:cTn>
                              </p:par>
                              <p:par>
                                <p:cTn id="21" presetID="10" presetClass="entr" presetSubtype="0" fill="hold" grpId="0" nodeType="withEffect">
                                  <p:stCondLst>
                                    <p:cond delay="500"/>
                                  </p:stCondLst>
                                  <p:childTnLst>
                                    <p:set>
                                      <p:cBhvr>
                                        <p:cTn id="22" dur="1" fill="hold">
                                          <p:stCondLst>
                                            <p:cond delay="0"/>
                                          </p:stCondLst>
                                        </p:cTn>
                                        <p:tgtEl>
                                          <p:spTgt spid="607"/>
                                        </p:tgtEl>
                                        <p:attrNameLst>
                                          <p:attrName>style.visibility</p:attrName>
                                        </p:attrNameLst>
                                      </p:cBhvr>
                                      <p:to>
                                        <p:strVal val="visible"/>
                                      </p:to>
                                    </p:set>
                                    <p:animEffect transition="in" filter="fade">
                                      <p:cBhvr>
                                        <p:cTn id="23" dur="500"/>
                                        <p:tgtEl>
                                          <p:spTgt spid="607"/>
                                        </p:tgtEl>
                                      </p:cBhvr>
                                    </p:animEffect>
                                  </p:childTnLst>
                                </p:cTn>
                              </p:par>
                              <p:par>
                                <p:cTn id="24" presetID="42" presetClass="path" presetSubtype="0" decel="100000" fill="hold" grpId="1" nodeType="withEffect">
                                  <p:stCondLst>
                                    <p:cond delay="500"/>
                                  </p:stCondLst>
                                  <p:childTnLst>
                                    <p:animMotion origin="layout" path="M 0 2.96296E-6 L 0 0.04352 " pathEditMode="relative" rAng="0" ptsTypes="AA">
                                      <p:cBhvr>
                                        <p:cTn id="25" dur="600" spd="-100000" fill="hold"/>
                                        <p:tgtEl>
                                          <p:spTgt spid="607"/>
                                        </p:tgtEl>
                                        <p:attrNameLst>
                                          <p:attrName>ppt_x</p:attrName>
                                          <p:attrName>ppt_y</p:attrName>
                                        </p:attrNameLst>
                                      </p:cBhvr>
                                      <p:rCtr x="0" y="2176"/>
                                    </p:animMotion>
                                  </p:childTnLst>
                                </p:cTn>
                              </p:par>
                              <p:par>
                                <p:cTn id="26" presetID="10" presetClass="entr" presetSubtype="0" fill="hold" grpId="0" nodeType="withEffect">
                                  <p:stCondLst>
                                    <p:cond delay="500"/>
                                  </p:stCondLst>
                                  <p:childTnLst>
                                    <p:set>
                                      <p:cBhvr>
                                        <p:cTn id="27" dur="1" fill="hold">
                                          <p:stCondLst>
                                            <p:cond delay="0"/>
                                          </p:stCondLst>
                                        </p:cTn>
                                        <p:tgtEl>
                                          <p:spTgt spid="603"/>
                                        </p:tgtEl>
                                        <p:attrNameLst>
                                          <p:attrName>style.visibility</p:attrName>
                                        </p:attrNameLst>
                                      </p:cBhvr>
                                      <p:to>
                                        <p:strVal val="visible"/>
                                      </p:to>
                                    </p:set>
                                    <p:animEffect transition="in" filter="fade">
                                      <p:cBhvr>
                                        <p:cTn id="28" dur="500"/>
                                        <p:tgtEl>
                                          <p:spTgt spid="603"/>
                                        </p:tgtEl>
                                      </p:cBhvr>
                                    </p:animEffect>
                                  </p:childTnLst>
                                </p:cTn>
                              </p:par>
                              <p:par>
                                <p:cTn id="29" presetID="42" presetClass="path" presetSubtype="0" decel="100000" fill="hold" grpId="1" nodeType="withEffect">
                                  <p:stCondLst>
                                    <p:cond delay="500"/>
                                  </p:stCondLst>
                                  <p:childTnLst>
                                    <p:animMotion origin="layout" path="M 0 -4.81481E-6 L 0 0.04352 " pathEditMode="relative" rAng="0" ptsTypes="AA">
                                      <p:cBhvr>
                                        <p:cTn id="30" dur="600" spd="-100000" fill="hold"/>
                                        <p:tgtEl>
                                          <p:spTgt spid="603"/>
                                        </p:tgtEl>
                                        <p:attrNameLst>
                                          <p:attrName>ppt_x</p:attrName>
                                          <p:attrName>ppt_y</p:attrName>
                                        </p:attrNameLst>
                                      </p:cBhvr>
                                      <p:rCtr x="0" y="2176"/>
                                    </p:animMotion>
                                  </p:childTnLst>
                                </p:cTn>
                              </p:par>
                              <p:par>
                                <p:cTn id="31" presetID="10" presetClass="entr" presetSubtype="0" fill="hold" grpId="0" nodeType="withEffect">
                                  <p:stCondLst>
                                    <p:cond delay="250"/>
                                  </p:stCondLst>
                                  <p:childTnLst>
                                    <p:set>
                                      <p:cBhvr>
                                        <p:cTn id="32" dur="1" fill="hold">
                                          <p:stCondLst>
                                            <p:cond delay="0"/>
                                          </p:stCondLst>
                                        </p:cTn>
                                        <p:tgtEl>
                                          <p:spTgt spid="602"/>
                                        </p:tgtEl>
                                        <p:attrNameLst>
                                          <p:attrName>style.visibility</p:attrName>
                                        </p:attrNameLst>
                                      </p:cBhvr>
                                      <p:to>
                                        <p:strVal val="visible"/>
                                      </p:to>
                                    </p:set>
                                    <p:animEffect transition="in" filter="fade">
                                      <p:cBhvr>
                                        <p:cTn id="33" dur="500"/>
                                        <p:tgtEl>
                                          <p:spTgt spid="602"/>
                                        </p:tgtEl>
                                      </p:cBhvr>
                                    </p:animEffect>
                                  </p:childTnLst>
                                </p:cTn>
                              </p:par>
                              <p:par>
                                <p:cTn id="34" presetID="42" presetClass="path" presetSubtype="0" decel="100000" fill="hold" grpId="1" nodeType="withEffect">
                                  <p:stCondLst>
                                    <p:cond delay="250"/>
                                  </p:stCondLst>
                                  <p:childTnLst>
                                    <p:animMotion origin="layout" path="M 8.33333E-7 -4.81481E-6 L 8.33333E-7 0.04352 " pathEditMode="relative" rAng="0" ptsTypes="AA">
                                      <p:cBhvr>
                                        <p:cTn id="35" dur="600" spd="-100000" fill="hold"/>
                                        <p:tgtEl>
                                          <p:spTgt spid="602"/>
                                        </p:tgtEl>
                                        <p:attrNameLst>
                                          <p:attrName>ppt_x</p:attrName>
                                          <p:attrName>ppt_y</p:attrName>
                                        </p:attrNameLst>
                                      </p:cBhvr>
                                      <p:rCtr x="0" y="2176"/>
                                    </p:animMotion>
                                  </p:childTnLst>
                                </p:cTn>
                              </p:par>
                              <p:par>
                                <p:cTn id="36" presetID="10" presetClass="entr" presetSubtype="0" fill="hold" grpId="0" nodeType="withEffect">
                                  <p:stCondLst>
                                    <p:cond delay="250"/>
                                  </p:stCondLst>
                                  <p:childTnLst>
                                    <p:set>
                                      <p:cBhvr>
                                        <p:cTn id="37" dur="1" fill="hold">
                                          <p:stCondLst>
                                            <p:cond delay="0"/>
                                          </p:stCondLst>
                                        </p:cTn>
                                        <p:tgtEl>
                                          <p:spTgt spid="605"/>
                                        </p:tgtEl>
                                        <p:attrNameLst>
                                          <p:attrName>style.visibility</p:attrName>
                                        </p:attrNameLst>
                                      </p:cBhvr>
                                      <p:to>
                                        <p:strVal val="visible"/>
                                      </p:to>
                                    </p:set>
                                    <p:animEffect transition="in" filter="fade">
                                      <p:cBhvr>
                                        <p:cTn id="38" dur="500"/>
                                        <p:tgtEl>
                                          <p:spTgt spid="605"/>
                                        </p:tgtEl>
                                      </p:cBhvr>
                                    </p:animEffect>
                                  </p:childTnLst>
                                </p:cTn>
                              </p:par>
                              <p:par>
                                <p:cTn id="39" presetID="42" presetClass="path" presetSubtype="0" decel="100000" fill="hold" grpId="1" nodeType="withEffect">
                                  <p:stCondLst>
                                    <p:cond delay="250"/>
                                  </p:stCondLst>
                                  <p:childTnLst>
                                    <p:animMotion origin="layout" path="M 8.33333E-7 2.96296E-6 L 8.33333E-7 0.04352 " pathEditMode="relative" rAng="0" ptsTypes="AA">
                                      <p:cBhvr>
                                        <p:cTn id="40" dur="600" spd="-100000" fill="hold"/>
                                        <p:tgtEl>
                                          <p:spTgt spid="605"/>
                                        </p:tgtEl>
                                        <p:attrNameLst>
                                          <p:attrName>ppt_x</p:attrName>
                                          <p:attrName>ppt_y</p:attrName>
                                        </p:attrNameLst>
                                      </p:cBhvr>
                                      <p:rCtr x="0" y="2176"/>
                                    </p:animMotion>
                                  </p:childTnLst>
                                </p:cTn>
                              </p:par>
                              <p:par>
                                <p:cTn id="41" presetID="10" presetClass="entr" presetSubtype="0" fill="hold" grpId="0" nodeType="withEffect">
                                  <p:stCondLst>
                                    <p:cond delay="250"/>
                                  </p:stCondLst>
                                  <p:childTnLst>
                                    <p:set>
                                      <p:cBhvr>
                                        <p:cTn id="42" dur="1" fill="hold">
                                          <p:stCondLst>
                                            <p:cond delay="0"/>
                                          </p:stCondLst>
                                        </p:cTn>
                                        <p:tgtEl>
                                          <p:spTgt spid="606"/>
                                        </p:tgtEl>
                                        <p:attrNameLst>
                                          <p:attrName>style.visibility</p:attrName>
                                        </p:attrNameLst>
                                      </p:cBhvr>
                                      <p:to>
                                        <p:strVal val="visible"/>
                                      </p:to>
                                    </p:set>
                                    <p:animEffect transition="in" filter="fade">
                                      <p:cBhvr>
                                        <p:cTn id="43" dur="500"/>
                                        <p:tgtEl>
                                          <p:spTgt spid="606"/>
                                        </p:tgtEl>
                                      </p:cBhvr>
                                    </p:animEffect>
                                  </p:childTnLst>
                                </p:cTn>
                              </p:par>
                              <p:par>
                                <p:cTn id="44" presetID="42" presetClass="path" presetSubtype="0" decel="100000" fill="hold" grpId="1" nodeType="withEffect">
                                  <p:stCondLst>
                                    <p:cond delay="250"/>
                                  </p:stCondLst>
                                  <p:childTnLst>
                                    <p:animMotion origin="layout" path="M 8.33333E-7 -4.07407E-6 L 8.33333E-7 0.04352 " pathEditMode="relative" rAng="0" ptsTypes="AA">
                                      <p:cBhvr>
                                        <p:cTn id="45" dur="600" spd="-100000" fill="hold"/>
                                        <p:tgtEl>
                                          <p:spTgt spid="606"/>
                                        </p:tgtEl>
                                        <p:attrNameLst>
                                          <p:attrName>ppt_x</p:attrName>
                                          <p:attrName>ppt_y</p:attrName>
                                        </p:attrNameLst>
                                      </p:cBhvr>
                                      <p:rCtr x="0" y="2176"/>
                                    </p:animMotion>
                                  </p:childTnLst>
                                </p:cTn>
                              </p:par>
                              <p:par>
                                <p:cTn id="46" presetID="10" presetClass="entr" presetSubtype="0" fill="hold" grpId="0" nodeType="withEffect">
                                  <p:stCondLst>
                                    <p:cond delay="750"/>
                                  </p:stCondLst>
                                  <p:childTnLst>
                                    <p:set>
                                      <p:cBhvr>
                                        <p:cTn id="47" dur="1" fill="hold">
                                          <p:stCondLst>
                                            <p:cond delay="0"/>
                                          </p:stCondLst>
                                        </p:cTn>
                                        <p:tgtEl>
                                          <p:spTgt spid="610"/>
                                        </p:tgtEl>
                                        <p:attrNameLst>
                                          <p:attrName>style.visibility</p:attrName>
                                        </p:attrNameLst>
                                      </p:cBhvr>
                                      <p:to>
                                        <p:strVal val="visible"/>
                                      </p:to>
                                    </p:set>
                                    <p:animEffect transition="in" filter="fade">
                                      <p:cBhvr>
                                        <p:cTn id="48" dur="500"/>
                                        <p:tgtEl>
                                          <p:spTgt spid="610"/>
                                        </p:tgtEl>
                                      </p:cBhvr>
                                    </p:animEffect>
                                  </p:childTnLst>
                                </p:cTn>
                              </p:par>
                              <p:par>
                                <p:cTn id="49" presetID="42" presetClass="path" presetSubtype="0" decel="100000" fill="hold" grpId="1" nodeType="withEffect">
                                  <p:stCondLst>
                                    <p:cond delay="750"/>
                                  </p:stCondLst>
                                  <p:childTnLst>
                                    <p:animMotion origin="layout" path="M -1.04167E-6 -4.07407E-6 L -1.04167E-6 0.04352 " pathEditMode="relative" rAng="0" ptsTypes="AA">
                                      <p:cBhvr>
                                        <p:cTn id="50" dur="600" spd="-100000" fill="hold"/>
                                        <p:tgtEl>
                                          <p:spTgt spid="610"/>
                                        </p:tgtEl>
                                        <p:attrNameLst>
                                          <p:attrName>ppt_x</p:attrName>
                                          <p:attrName>ppt_y</p:attrName>
                                        </p:attrNameLst>
                                      </p:cBhvr>
                                      <p:rCtr x="0" y="2176"/>
                                    </p:animMotion>
                                  </p:childTnLst>
                                </p:cTn>
                              </p:par>
                              <p:par>
                                <p:cTn id="51" presetID="10" presetClass="entr" presetSubtype="0" fill="hold" grpId="0" nodeType="withEffect">
                                  <p:stCondLst>
                                    <p:cond delay="750"/>
                                  </p:stCondLst>
                                  <p:childTnLst>
                                    <p:set>
                                      <p:cBhvr>
                                        <p:cTn id="52" dur="1" fill="hold">
                                          <p:stCondLst>
                                            <p:cond delay="0"/>
                                          </p:stCondLst>
                                        </p:cTn>
                                        <p:tgtEl>
                                          <p:spTgt spid="609"/>
                                        </p:tgtEl>
                                        <p:attrNameLst>
                                          <p:attrName>style.visibility</p:attrName>
                                        </p:attrNameLst>
                                      </p:cBhvr>
                                      <p:to>
                                        <p:strVal val="visible"/>
                                      </p:to>
                                    </p:set>
                                    <p:animEffect transition="in" filter="fade">
                                      <p:cBhvr>
                                        <p:cTn id="53" dur="500"/>
                                        <p:tgtEl>
                                          <p:spTgt spid="609"/>
                                        </p:tgtEl>
                                      </p:cBhvr>
                                    </p:animEffect>
                                  </p:childTnLst>
                                </p:cTn>
                              </p:par>
                              <p:par>
                                <p:cTn id="54" presetID="42" presetClass="path" presetSubtype="0" decel="100000" fill="hold" grpId="1" nodeType="withEffect">
                                  <p:stCondLst>
                                    <p:cond delay="750"/>
                                  </p:stCondLst>
                                  <p:childTnLst>
                                    <p:animMotion origin="layout" path="M -1.04167E-6 -3.33333E-6 L -1.04167E-6 0.04352 " pathEditMode="relative" rAng="0" ptsTypes="AA">
                                      <p:cBhvr>
                                        <p:cTn id="55" dur="600" spd="-100000" fill="hold"/>
                                        <p:tgtEl>
                                          <p:spTgt spid="609"/>
                                        </p:tgtEl>
                                        <p:attrNameLst>
                                          <p:attrName>ppt_x</p:attrName>
                                          <p:attrName>ppt_y</p:attrName>
                                        </p:attrNameLst>
                                      </p:cBhvr>
                                      <p:rCtr x="0" y="2176"/>
                                    </p:animMotion>
                                  </p:childTnLst>
                                </p:cTn>
                              </p:par>
                              <p:par>
                                <p:cTn id="56" presetID="10" presetClass="entr" presetSubtype="0" fill="hold" grpId="0" nodeType="withEffect">
                                  <p:stCondLst>
                                    <p:cond delay="750"/>
                                  </p:stCondLst>
                                  <p:childTnLst>
                                    <p:set>
                                      <p:cBhvr>
                                        <p:cTn id="57" dur="1" fill="hold">
                                          <p:stCondLst>
                                            <p:cond delay="0"/>
                                          </p:stCondLst>
                                        </p:cTn>
                                        <p:tgtEl>
                                          <p:spTgt spid="604"/>
                                        </p:tgtEl>
                                        <p:attrNameLst>
                                          <p:attrName>style.visibility</p:attrName>
                                        </p:attrNameLst>
                                      </p:cBhvr>
                                      <p:to>
                                        <p:strVal val="visible"/>
                                      </p:to>
                                    </p:set>
                                    <p:animEffect transition="in" filter="fade">
                                      <p:cBhvr>
                                        <p:cTn id="58" dur="500"/>
                                        <p:tgtEl>
                                          <p:spTgt spid="604"/>
                                        </p:tgtEl>
                                      </p:cBhvr>
                                    </p:animEffect>
                                  </p:childTnLst>
                                </p:cTn>
                              </p:par>
                              <p:par>
                                <p:cTn id="59" presetID="42" presetClass="path" presetSubtype="0" decel="100000" fill="hold" grpId="1" nodeType="withEffect">
                                  <p:stCondLst>
                                    <p:cond delay="750"/>
                                  </p:stCondLst>
                                  <p:childTnLst>
                                    <p:animMotion origin="layout" path="M -1.04167E-6 -4.81481E-6 L -1.04167E-6 0.04352 " pathEditMode="relative" rAng="0" ptsTypes="AA">
                                      <p:cBhvr>
                                        <p:cTn id="60" dur="600" spd="-100000" fill="hold"/>
                                        <p:tgtEl>
                                          <p:spTgt spid="604"/>
                                        </p:tgtEl>
                                        <p:attrNameLst>
                                          <p:attrName>ppt_x</p:attrName>
                                          <p:attrName>ppt_y</p:attrName>
                                        </p:attrNameLst>
                                      </p:cBhvr>
                                      <p:rCtr x="0" y="2176"/>
                                    </p:animMotion>
                                  </p:childTnLst>
                                </p:cTn>
                              </p:par>
                              <p:par>
                                <p:cTn id="61" presetID="10" presetClass="entr" presetSubtype="0" fill="hold" grpId="0" nodeType="withEffect">
                                  <p:stCondLst>
                                    <p:cond delay="500"/>
                                  </p:stCondLst>
                                  <p:childTnLst>
                                    <p:set>
                                      <p:cBhvr>
                                        <p:cTn id="62" dur="1" fill="hold">
                                          <p:stCondLst>
                                            <p:cond delay="0"/>
                                          </p:stCondLst>
                                        </p:cTn>
                                        <p:tgtEl>
                                          <p:spTgt spid="611"/>
                                        </p:tgtEl>
                                        <p:attrNameLst>
                                          <p:attrName>style.visibility</p:attrName>
                                        </p:attrNameLst>
                                      </p:cBhvr>
                                      <p:to>
                                        <p:strVal val="visible"/>
                                      </p:to>
                                    </p:set>
                                    <p:animEffect transition="in" filter="fade">
                                      <p:cBhvr>
                                        <p:cTn id="63" dur="500"/>
                                        <p:tgtEl>
                                          <p:spTgt spid="611"/>
                                        </p:tgtEl>
                                      </p:cBhvr>
                                    </p:animEffect>
                                  </p:childTnLst>
                                </p:cTn>
                              </p:par>
                              <p:par>
                                <p:cTn id="64" presetID="10" presetClass="entr" presetSubtype="0" fill="hold" grpId="0" nodeType="withEffect">
                                  <p:stCondLst>
                                    <p:cond delay="750"/>
                                  </p:stCondLst>
                                  <p:childTnLst>
                                    <p:set>
                                      <p:cBhvr>
                                        <p:cTn id="65" dur="1" fill="hold">
                                          <p:stCondLst>
                                            <p:cond delay="0"/>
                                          </p:stCondLst>
                                        </p:cTn>
                                        <p:tgtEl>
                                          <p:spTgt spid="612"/>
                                        </p:tgtEl>
                                        <p:attrNameLst>
                                          <p:attrName>style.visibility</p:attrName>
                                        </p:attrNameLst>
                                      </p:cBhvr>
                                      <p:to>
                                        <p:strVal val="visible"/>
                                      </p:to>
                                    </p:set>
                                    <p:animEffect transition="in" filter="fade">
                                      <p:cBhvr>
                                        <p:cTn id="66" dur="500"/>
                                        <p:tgtEl>
                                          <p:spTgt spid="612"/>
                                        </p:tgtEl>
                                      </p:cBhvr>
                                    </p:animEffect>
                                  </p:childTnLst>
                                </p:cTn>
                              </p:par>
                              <p:par>
                                <p:cTn id="67" presetID="10" presetClass="entr" presetSubtype="0" fill="hold" grpId="0" nodeType="withEffect">
                                  <p:stCondLst>
                                    <p:cond delay="500"/>
                                  </p:stCondLst>
                                  <p:childTnLst>
                                    <p:set>
                                      <p:cBhvr>
                                        <p:cTn id="68" dur="1" fill="hold">
                                          <p:stCondLst>
                                            <p:cond delay="0"/>
                                          </p:stCondLst>
                                        </p:cTn>
                                        <p:tgtEl>
                                          <p:spTgt spid="3"/>
                                        </p:tgtEl>
                                        <p:attrNameLst>
                                          <p:attrName>style.visibility</p:attrName>
                                        </p:attrNameLst>
                                      </p:cBhvr>
                                      <p:to>
                                        <p:strVal val="visible"/>
                                      </p:to>
                                    </p:set>
                                    <p:animEffect transition="in" filter="fade">
                                      <p:cBhvr>
                                        <p:cTn id="69" dur="500"/>
                                        <p:tgtEl>
                                          <p:spTgt spid="3"/>
                                        </p:tgtEl>
                                      </p:cBhvr>
                                    </p:animEffect>
                                  </p:childTnLst>
                                </p:cTn>
                              </p:par>
                              <p:par>
                                <p:cTn id="70" presetID="10" presetClass="entr" presetSubtype="0" fill="hold" grpId="0" nodeType="withEffect">
                                  <p:stCondLst>
                                    <p:cond delay="750"/>
                                  </p:stCondLst>
                                  <p:childTnLst>
                                    <p:set>
                                      <p:cBhvr>
                                        <p:cTn id="71" dur="1" fill="hold">
                                          <p:stCondLst>
                                            <p:cond delay="0"/>
                                          </p:stCondLst>
                                        </p:cTn>
                                        <p:tgtEl>
                                          <p:spTgt spid="7"/>
                                        </p:tgtEl>
                                        <p:attrNameLst>
                                          <p:attrName>style.visibility</p:attrName>
                                        </p:attrNameLst>
                                      </p:cBhvr>
                                      <p:to>
                                        <p:strVal val="visible"/>
                                      </p:to>
                                    </p:set>
                                    <p:animEffect transition="in" filter="fade">
                                      <p:cBhvr>
                                        <p:cTn id="7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0" animBg="1"/>
      <p:bldP spid="601" grpId="1" animBg="1"/>
      <p:bldP spid="602" grpId="0" animBg="1"/>
      <p:bldP spid="602" grpId="1" animBg="1"/>
      <p:bldP spid="603" grpId="0" animBg="1"/>
      <p:bldP spid="603" grpId="1" animBg="1"/>
      <p:bldP spid="604" grpId="0" animBg="1"/>
      <p:bldP spid="604" grpId="1" animBg="1"/>
      <p:bldP spid="12" grpId="0"/>
      <p:bldP spid="605" grpId="0"/>
      <p:bldP spid="605" grpId="1"/>
      <p:bldP spid="606" grpId="0"/>
      <p:bldP spid="606" grpId="1"/>
      <p:bldP spid="4" grpId="0"/>
      <p:bldP spid="611" grpId="0"/>
      <p:bldP spid="607" grpId="0"/>
      <p:bldP spid="607" grpId="1"/>
      <p:bldP spid="608" grpId="0"/>
      <p:bldP spid="608" grpId="1"/>
      <p:bldP spid="612" grpId="0"/>
      <p:bldP spid="609" grpId="0"/>
      <p:bldP spid="609" grpId="1"/>
      <p:bldP spid="610" grpId="0"/>
      <p:bldP spid="610" grpId="1"/>
      <p:bldP spid="3"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CC85-3641-ACE1-6044-DA4F6C090B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9EAF73-61BF-BC2E-4CDA-83374AB99E22}"/>
              </a:ext>
            </a:extLst>
          </p:cNvPr>
          <p:cNvSpPr>
            <a:spLocks noGrp="1"/>
          </p:cNvSpPr>
          <p:nvPr>
            <p:ph type="title"/>
          </p:nvPr>
        </p:nvSpPr>
        <p:spPr/>
        <p:txBody>
          <a:bodyPr vert="horz" wrap="square" lIns="0" tIns="0" rIns="0" bIns="0" rtlCol="0" anchor="b">
            <a:spAutoFit/>
          </a:bodyPr>
          <a:lstStyle/>
          <a:p>
            <a:r>
              <a:rPr lang="en-US" dirty="0"/>
              <a:t>Onboarding demo 1</a:t>
            </a:r>
          </a:p>
        </p:txBody>
      </p:sp>
      <p:sp>
        <p:nvSpPr>
          <p:cNvPr id="4" name="Rectangle: Rounded Corners 3">
            <a:extLst>
              <a:ext uri="{FF2B5EF4-FFF2-40B4-BE49-F238E27FC236}">
                <a16:creationId xmlns:a16="http://schemas.microsoft.com/office/drawing/2014/main" id="{33F2D3B8-41E4-BD87-5BF0-E4D04A0A3634}"/>
              </a:ext>
              <a:ext uri="{C183D7F6-B498-43B3-948B-1728B52AA6E4}">
                <adec:decorative xmlns:adec="http://schemas.microsoft.com/office/drawing/2017/decorative" val="1"/>
              </a:ext>
            </a:extLst>
          </p:cNvPr>
          <p:cNvSpPr/>
          <p:nvPr/>
        </p:nvSpPr>
        <p:spPr bwMode="auto">
          <a:xfrm>
            <a:off x="112144" y="161387"/>
            <a:ext cx="11947584" cy="6601721"/>
          </a:xfrm>
          <a:prstGeom prst="roundRect">
            <a:avLst>
              <a:gd name="adj" fmla="val 4263"/>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6" name="Title 1">
            <a:extLst>
              <a:ext uri="{FF2B5EF4-FFF2-40B4-BE49-F238E27FC236}">
                <a16:creationId xmlns:a16="http://schemas.microsoft.com/office/drawing/2014/main" id="{147AB91A-40AD-2C74-F535-A35AEC90573B}"/>
              </a:ext>
            </a:extLst>
          </p:cNvPr>
          <p:cNvSpPr txBox="1">
            <a:spLocks/>
          </p:cNvSpPr>
          <p:nvPr/>
        </p:nvSpPr>
        <p:spPr>
          <a:xfrm>
            <a:off x="3014985" y="2504006"/>
            <a:ext cx="6155267" cy="1408481"/>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fr-FR" sz="2800" b="0" i="0" u="none" strike="noStrike" kern="1200" cap="none" spc="-50" normalizeH="0" baseline="0" noProof="0" dirty="0">
                <a:ln w="3175">
                  <a:noFill/>
                </a:ln>
                <a:solidFill>
                  <a:srgbClr val="FFFFFF"/>
                </a:solidFill>
                <a:effectLst/>
                <a:uLnTx/>
                <a:uFillTx/>
                <a:latin typeface="Segoe UI Semibold"/>
                <a:ea typeface="+mn-ea"/>
                <a:cs typeface="Segoe UI" pitchFamily="34" charset="0"/>
              </a:rPr>
              <a:t>Comment pouvez-vous être certain que vous intégrez le bon nouveau professionnel de la santé ou le bon nouveau membre du personnel ?</a:t>
            </a:r>
          </a:p>
        </p:txBody>
      </p:sp>
    </p:spTree>
    <p:extLst>
      <p:ext uri="{BB962C8B-B14F-4D97-AF65-F5344CB8AC3E}">
        <p14:creationId xmlns:p14="http://schemas.microsoft.com/office/powerpoint/2010/main" val="41068668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17E7C-EF10-F1A9-714D-92F799E52393}"/>
            </a:ext>
          </a:extLst>
        </p:cNvPr>
        <p:cNvGrpSpPr/>
        <p:nvPr/>
      </p:nvGrpSpPr>
      <p:grpSpPr>
        <a:xfrm>
          <a:off x="0" y="0"/>
          <a:ext cx="0" cy="0"/>
          <a:chOff x="0" y="0"/>
          <a:chExt cx="0" cy="0"/>
        </a:xfrm>
      </p:grpSpPr>
      <p:sp>
        <p:nvSpPr>
          <p:cNvPr id="40" name="Rectangle: Single Corner Rounded 39">
            <a:extLst>
              <a:ext uri="{FF2B5EF4-FFF2-40B4-BE49-F238E27FC236}">
                <a16:creationId xmlns:a16="http://schemas.microsoft.com/office/drawing/2014/main" id="{BEB2CE0D-3F53-060F-53C4-5ABCF0F08558}"/>
              </a:ext>
              <a:ext uri="{C183D7F6-B498-43B3-948B-1728B52AA6E4}">
                <adec:decorative xmlns:adec="http://schemas.microsoft.com/office/drawing/2017/decorative" val="1"/>
              </a:ext>
            </a:extLst>
          </p:cNvPr>
          <p:cNvSpPr/>
          <p:nvPr/>
        </p:nvSpPr>
        <p:spPr bwMode="auto">
          <a:xfrm flipV="1">
            <a:off x="-1" y="0"/>
            <a:ext cx="8961120" cy="6858000"/>
          </a:xfrm>
          <a:prstGeom prst="round1Rect">
            <a:avLst>
              <a:gd name="adj" fmla="val 12393"/>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CFCA4AC4-F305-38B8-9CD3-D9BDBE817D30}"/>
              </a:ext>
            </a:extLst>
          </p:cNvPr>
          <p:cNvSpPr>
            <a:spLocks noGrp="1"/>
          </p:cNvSpPr>
          <p:nvPr>
            <p:ph type="title"/>
          </p:nvPr>
        </p:nvSpPr>
        <p:spPr>
          <a:xfrm>
            <a:off x="588963" y="457200"/>
            <a:ext cx="4519392" cy="492443"/>
          </a:xfrm>
        </p:spPr>
        <p:txBody>
          <a:bodyPr/>
          <a:lstStyle/>
          <a:p>
            <a:r>
              <a:rPr lang="fr-FR" sz="3200" noProof="0" dirty="0">
                <a:solidFill>
                  <a:schemeClr val="bg1"/>
                </a:solidFill>
              </a:rPr>
              <a:t>Intégration à distance en toute confiance</a:t>
            </a:r>
            <a:endParaRPr lang="en-US" sz="3200" dirty="0">
              <a:solidFill>
                <a:schemeClr val="bg1"/>
              </a:solidFill>
            </a:endParaRPr>
          </a:p>
        </p:txBody>
      </p:sp>
      <p:sp>
        <p:nvSpPr>
          <p:cNvPr id="11" name="TextBox 10">
            <a:extLst>
              <a:ext uri="{FF2B5EF4-FFF2-40B4-BE49-F238E27FC236}">
                <a16:creationId xmlns:a16="http://schemas.microsoft.com/office/drawing/2014/main" id="{E88F7692-8433-D03D-1044-2F7C4264004D}"/>
              </a:ext>
            </a:extLst>
          </p:cNvPr>
          <p:cNvSpPr txBox="1"/>
          <p:nvPr/>
        </p:nvSpPr>
        <p:spPr>
          <a:xfrm>
            <a:off x="1825946" y="1936059"/>
            <a:ext cx="3200400" cy="10058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Check a user’s background or skills once, issue a reusable Verified ID</a:t>
            </a:r>
          </a:p>
        </p:txBody>
      </p:sp>
      <p:sp>
        <p:nvSpPr>
          <p:cNvPr id="9" name="TextBox 8">
            <a:extLst>
              <a:ext uri="{FF2B5EF4-FFF2-40B4-BE49-F238E27FC236}">
                <a16:creationId xmlns:a16="http://schemas.microsoft.com/office/drawing/2014/main" id="{D7766CE0-34D7-FDB1-F7A4-2A5D4EF4A6BE}"/>
              </a:ext>
            </a:extLst>
          </p:cNvPr>
          <p:cNvSpPr txBox="1"/>
          <p:nvPr/>
        </p:nvSpPr>
        <p:spPr>
          <a:xfrm>
            <a:off x="1825946" y="3305553"/>
            <a:ext cx="3200400" cy="10058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Ensure the right person </a:t>
            </a:r>
            <a:br>
              <a:rPr kumimoji="0" lang="en-US" sz="2000" b="0" i="0" u="none" strike="noStrike" kern="1200" cap="none" spc="0" normalizeH="0" baseline="0" noProof="0">
                <a:ln>
                  <a:noFill/>
                </a:ln>
                <a:solidFill>
                  <a:srgbClr val="FFFFFF"/>
                </a:solidFill>
                <a:effectLst/>
                <a:uLnTx/>
                <a:uFillTx/>
                <a:latin typeface="Segoe UI"/>
                <a:ea typeface="+mn-ea"/>
                <a:cs typeface="+mn-cs"/>
              </a:rPr>
            </a:br>
            <a:r>
              <a:rPr kumimoji="0" lang="en-US" sz="2000" b="0" i="0" u="none" strike="noStrike" kern="1200" cap="none" spc="0" normalizeH="0" baseline="0" noProof="0">
                <a:ln>
                  <a:noFill/>
                </a:ln>
                <a:solidFill>
                  <a:srgbClr val="FFFFFF"/>
                </a:solidFill>
                <a:effectLst/>
                <a:uLnTx/>
                <a:uFillTx/>
                <a:latin typeface="Segoe UI"/>
                <a:ea typeface="+mn-ea"/>
                <a:cs typeface="+mn-cs"/>
              </a:rPr>
              <a:t>is gaining access to your organization</a:t>
            </a:r>
          </a:p>
        </p:txBody>
      </p:sp>
      <p:sp>
        <p:nvSpPr>
          <p:cNvPr id="10" name="TextBox 9">
            <a:extLst>
              <a:ext uri="{FF2B5EF4-FFF2-40B4-BE49-F238E27FC236}">
                <a16:creationId xmlns:a16="http://schemas.microsoft.com/office/drawing/2014/main" id="{F3B04626-3ADF-F4D4-981D-C0921779F1DB}"/>
              </a:ext>
            </a:extLst>
          </p:cNvPr>
          <p:cNvSpPr txBox="1"/>
          <p:nvPr/>
        </p:nvSpPr>
        <p:spPr>
          <a:xfrm>
            <a:off x="1825946" y="4675047"/>
            <a:ext cx="3200400" cy="10058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Eliminate excessive </a:t>
            </a:r>
            <a:br>
              <a:rPr kumimoji="0" lang="en-US" sz="2000" b="0" i="0" u="none" strike="noStrike" kern="1200" cap="none" spc="0" normalizeH="0" baseline="0" noProof="0">
                <a:ln>
                  <a:noFill/>
                </a:ln>
                <a:solidFill>
                  <a:srgbClr val="FFFFFF"/>
                </a:solidFill>
                <a:effectLst/>
                <a:uLnTx/>
                <a:uFillTx/>
                <a:latin typeface="Segoe UI"/>
                <a:ea typeface="+mn-ea"/>
                <a:cs typeface="+mn-cs"/>
              </a:rPr>
            </a:br>
            <a:r>
              <a:rPr kumimoji="0" lang="en-US" sz="2000" b="0" i="0" u="none" strike="noStrike" kern="1200" cap="none" spc="0" normalizeH="0" baseline="0" noProof="0">
                <a:ln>
                  <a:noFill/>
                </a:ln>
                <a:solidFill>
                  <a:srgbClr val="FFFFFF"/>
                </a:solidFill>
                <a:effectLst/>
                <a:uLnTx/>
                <a:uFillTx/>
                <a:latin typeface="Segoe UI"/>
                <a:ea typeface="+mn-ea"/>
                <a:cs typeface="+mn-cs"/>
              </a:rPr>
              <a:t>waiting and </a:t>
            </a:r>
            <a:br>
              <a:rPr kumimoji="0" lang="en-US" sz="2000" b="0" i="0" u="none" strike="noStrike" kern="1200" cap="none" spc="0" normalizeH="0" baseline="0" noProof="0">
                <a:ln>
                  <a:noFill/>
                </a:ln>
                <a:solidFill>
                  <a:srgbClr val="FFFFFF"/>
                </a:solidFill>
                <a:effectLst/>
                <a:uLnTx/>
                <a:uFillTx/>
                <a:latin typeface="Segoe UI"/>
                <a:ea typeface="+mn-ea"/>
                <a:cs typeface="+mn-cs"/>
              </a:rPr>
            </a:br>
            <a:r>
              <a:rPr kumimoji="0" lang="en-US" sz="2000" b="0" i="0" u="none" strike="noStrike" kern="1200" cap="none" spc="0" normalizeH="0" baseline="0" noProof="0">
                <a:ln>
                  <a:noFill/>
                </a:ln>
                <a:solidFill>
                  <a:srgbClr val="FFFFFF"/>
                </a:solidFill>
                <a:effectLst/>
                <a:uLnTx/>
                <a:uFillTx/>
                <a:latin typeface="Segoe UI"/>
                <a:ea typeface="+mn-ea"/>
                <a:cs typeface="+mn-cs"/>
              </a:rPr>
              <a:t>administrative work</a:t>
            </a:r>
          </a:p>
        </p:txBody>
      </p:sp>
      <p:sp>
        <p:nvSpPr>
          <p:cNvPr id="4" name="TextBox 3">
            <a:extLst>
              <a:ext uri="{FF2B5EF4-FFF2-40B4-BE49-F238E27FC236}">
                <a16:creationId xmlns:a16="http://schemas.microsoft.com/office/drawing/2014/main" id="{70677A56-4085-10A7-1512-6B12B31EA569}"/>
              </a:ext>
            </a:extLst>
          </p:cNvPr>
          <p:cNvSpPr txBox="1"/>
          <p:nvPr/>
        </p:nvSpPr>
        <p:spPr>
          <a:xfrm>
            <a:off x="9411653" y="2202370"/>
            <a:ext cx="2330404" cy="523220"/>
          </a:xfrm>
          <a:prstGeom prst="rect">
            <a:avLst/>
          </a:prstGeom>
          <a:noFill/>
        </p:spPr>
        <p:txBody>
          <a:bodyPr wrap="square" lIns="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Semibold"/>
                <a:ea typeface="+mn-ea"/>
                <a:cs typeface="+mn-cs"/>
              </a:rPr>
              <a:t>Check background with identity verification partners</a:t>
            </a:r>
          </a:p>
        </p:txBody>
      </p:sp>
      <p:sp>
        <p:nvSpPr>
          <p:cNvPr id="5" name="TextBox 4">
            <a:extLst>
              <a:ext uri="{FF2B5EF4-FFF2-40B4-BE49-F238E27FC236}">
                <a16:creationId xmlns:a16="http://schemas.microsoft.com/office/drawing/2014/main" id="{70944850-F7E4-F0EE-3B39-DB9ED69C0012}"/>
              </a:ext>
            </a:extLst>
          </p:cNvPr>
          <p:cNvSpPr txBox="1"/>
          <p:nvPr/>
        </p:nvSpPr>
        <p:spPr>
          <a:xfrm>
            <a:off x="9411653" y="3132316"/>
            <a:ext cx="2194560" cy="523220"/>
          </a:xfrm>
          <a:prstGeom prst="rect">
            <a:avLst/>
          </a:prstGeom>
          <a:noFill/>
        </p:spPr>
        <p:txBody>
          <a:bodyPr wrap="square" lIns="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mn-cs"/>
              </a:rPr>
              <a:t>Validate skills and certifications</a:t>
            </a:r>
          </a:p>
        </p:txBody>
      </p:sp>
      <p:sp>
        <p:nvSpPr>
          <p:cNvPr id="6" name="TextBox 5">
            <a:extLst>
              <a:ext uri="{FF2B5EF4-FFF2-40B4-BE49-F238E27FC236}">
                <a16:creationId xmlns:a16="http://schemas.microsoft.com/office/drawing/2014/main" id="{A2823DE7-4B44-4689-241C-16B0A8E5B5CC}"/>
              </a:ext>
            </a:extLst>
          </p:cNvPr>
          <p:cNvSpPr txBox="1"/>
          <p:nvPr/>
        </p:nvSpPr>
        <p:spPr>
          <a:xfrm>
            <a:off x="9411653" y="4062262"/>
            <a:ext cx="2194560" cy="523220"/>
          </a:xfrm>
          <a:prstGeom prst="rect">
            <a:avLst/>
          </a:prstGeom>
          <a:noFill/>
        </p:spPr>
        <p:txBody>
          <a:bodyPr wrap="square" lIns="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mn-cs"/>
              </a:rPr>
              <a:t>Ensure the right person onboards with Face Check</a:t>
            </a:r>
          </a:p>
        </p:txBody>
      </p:sp>
      <p:grpSp>
        <p:nvGrpSpPr>
          <p:cNvPr id="42" name="Group 41">
            <a:extLst>
              <a:ext uri="{FF2B5EF4-FFF2-40B4-BE49-F238E27FC236}">
                <a16:creationId xmlns:a16="http://schemas.microsoft.com/office/drawing/2014/main" id="{F5D05E35-8F55-02FC-9E56-ED199E0BB1DB}"/>
              </a:ext>
              <a:ext uri="{C183D7F6-B498-43B3-948B-1728B52AA6E4}">
                <adec:decorative xmlns:adec="http://schemas.microsoft.com/office/drawing/2017/decorative" val="1"/>
              </a:ext>
            </a:extLst>
          </p:cNvPr>
          <p:cNvGrpSpPr/>
          <p:nvPr/>
        </p:nvGrpSpPr>
        <p:grpSpPr>
          <a:xfrm>
            <a:off x="588963" y="3282548"/>
            <a:ext cx="1051851" cy="1051851"/>
            <a:chOff x="588963" y="3231721"/>
            <a:chExt cx="1051851" cy="1051851"/>
          </a:xfrm>
        </p:grpSpPr>
        <p:sp>
          <p:nvSpPr>
            <p:cNvPr id="13" name="Oval 12">
              <a:extLst>
                <a:ext uri="{FF2B5EF4-FFF2-40B4-BE49-F238E27FC236}">
                  <a16:creationId xmlns:a16="http://schemas.microsoft.com/office/drawing/2014/main" id="{82B2C9FF-60E6-8874-8A0A-C313E677B15D}"/>
                </a:ext>
                <a:ext uri="{C183D7F6-B498-43B3-948B-1728B52AA6E4}">
                  <adec:decorative xmlns:adec="http://schemas.microsoft.com/office/drawing/2017/decorative" val="1"/>
                </a:ext>
              </a:extLst>
            </p:cNvPr>
            <p:cNvSpPr/>
            <p:nvPr/>
          </p:nvSpPr>
          <p:spPr bwMode="auto">
            <a:xfrm>
              <a:off x="588963" y="3231721"/>
              <a:ext cx="1051851" cy="1051851"/>
            </a:xfrm>
            <a:prstGeom prst="ellipse">
              <a:avLst/>
            </a:prstGeom>
            <a:solidFill>
              <a:schemeClr val="accent3"/>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5" name="Commitments_EC4D">
              <a:extLst>
                <a:ext uri="{FF2B5EF4-FFF2-40B4-BE49-F238E27FC236}">
                  <a16:creationId xmlns:a16="http://schemas.microsoft.com/office/drawing/2014/main" id="{0EBF5837-159A-9419-E77D-FBCD447BB36C}"/>
                </a:ext>
              </a:extLst>
            </p:cNvPr>
            <p:cNvSpPr>
              <a:spLocks noChangeAspect="1" noEditPoints="1"/>
            </p:cNvSpPr>
            <p:nvPr/>
          </p:nvSpPr>
          <p:spPr bwMode="auto">
            <a:xfrm>
              <a:off x="839946" y="3499853"/>
              <a:ext cx="549885" cy="515587"/>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0F482499-40D7-44C8-4A7F-A34CCA3F12D8}"/>
              </a:ext>
              <a:ext uri="{C183D7F6-B498-43B3-948B-1728B52AA6E4}">
                <adec:decorative xmlns:adec="http://schemas.microsoft.com/office/drawing/2017/decorative" val="1"/>
              </a:ext>
            </a:extLst>
          </p:cNvPr>
          <p:cNvGrpSpPr/>
          <p:nvPr/>
        </p:nvGrpSpPr>
        <p:grpSpPr>
          <a:xfrm>
            <a:off x="588963" y="4652042"/>
            <a:ext cx="1051851" cy="1051851"/>
            <a:chOff x="588963" y="4726992"/>
            <a:chExt cx="1051851" cy="1051851"/>
          </a:xfrm>
        </p:grpSpPr>
        <p:sp>
          <p:nvSpPr>
            <p:cNvPr id="17" name="Oval 16">
              <a:extLst>
                <a:ext uri="{FF2B5EF4-FFF2-40B4-BE49-F238E27FC236}">
                  <a16:creationId xmlns:a16="http://schemas.microsoft.com/office/drawing/2014/main" id="{293A99AE-B533-FDEB-4CA5-E892A550234E}"/>
                </a:ext>
                <a:ext uri="{C183D7F6-B498-43B3-948B-1728B52AA6E4}">
                  <adec:decorative xmlns:adec="http://schemas.microsoft.com/office/drawing/2017/decorative" val="1"/>
                </a:ext>
              </a:extLst>
            </p:cNvPr>
            <p:cNvSpPr/>
            <p:nvPr/>
          </p:nvSpPr>
          <p:spPr bwMode="auto">
            <a:xfrm>
              <a:off x="588963" y="4726992"/>
              <a:ext cx="1051851" cy="1051851"/>
            </a:xfrm>
            <a:prstGeom prst="ellipse">
              <a:avLst/>
            </a:prstGeom>
            <a:solidFill>
              <a:schemeClr val="accent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8" name="magnify">
              <a:extLst>
                <a:ext uri="{FF2B5EF4-FFF2-40B4-BE49-F238E27FC236}">
                  <a16:creationId xmlns:a16="http://schemas.microsoft.com/office/drawing/2014/main" id="{D53E3863-D5ED-68AF-F346-E295D0A16BAF}"/>
                </a:ext>
              </a:extLst>
            </p:cNvPr>
            <p:cNvSpPr>
              <a:spLocks noChangeAspect="1" noEditPoints="1"/>
            </p:cNvSpPr>
            <p:nvPr/>
          </p:nvSpPr>
          <p:spPr bwMode="auto">
            <a:xfrm flipH="1">
              <a:off x="852072" y="4995124"/>
              <a:ext cx="525632" cy="515587"/>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1" name="Group 40">
            <a:extLst>
              <a:ext uri="{FF2B5EF4-FFF2-40B4-BE49-F238E27FC236}">
                <a16:creationId xmlns:a16="http://schemas.microsoft.com/office/drawing/2014/main" id="{A1F85762-C2A4-E427-CBB4-30C68F01C86B}"/>
              </a:ext>
              <a:ext uri="{C183D7F6-B498-43B3-948B-1728B52AA6E4}">
                <adec:decorative xmlns:adec="http://schemas.microsoft.com/office/drawing/2017/decorative" val="1"/>
              </a:ext>
            </a:extLst>
          </p:cNvPr>
          <p:cNvGrpSpPr/>
          <p:nvPr/>
        </p:nvGrpSpPr>
        <p:grpSpPr>
          <a:xfrm>
            <a:off x="588963" y="1913054"/>
            <a:ext cx="1051851" cy="1051851"/>
            <a:chOff x="588963" y="1688204"/>
            <a:chExt cx="1051851" cy="1051851"/>
          </a:xfrm>
        </p:grpSpPr>
        <p:sp>
          <p:nvSpPr>
            <p:cNvPr id="20" name="Oval 19">
              <a:extLst>
                <a:ext uri="{FF2B5EF4-FFF2-40B4-BE49-F238E27FC236}">
                  <a16:creationId xmlns:a16="http://schemas.microsoft.com/office/drawing/2014/main" id="{C01A5E31-548F-23D2-BEDF-8EA46837D5D0}"/>
                </a:ext>
                <a:ext uri="{C183D7F6-B498-43B3-948B-1728B52AA6E4}">
                  <adec:decorative xmlns:adec="http://schemas.microsoft.com/office/drawing/2017/decorative" val="1"/>
                </a:ext>
              </a:extLst>
            </p:cNvPr>
            <p:cNvSpPr/>
            <p:nvPr/>
          </p:nvSpPr>
          <p:spPr bwMode="auto">
            <a:xfrm>
              <a:off x="588963" y="1688204"/>
              <a:ext cx="1051851" cy="1051851"/>
            </a:xfrm>
            <a:prstGeom prst="ellipse">
              <a:avLst/>
            </a:prstGeom>
            <a:solidFill>
              <a:schemeClr val="tx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1" name="Script_F03A">
              <a:extLst>
                <a:ext uri="{FF2B5EF4-FFF2-40B4-BE49-F238E27FC236}">
                  <a16:creationId xmlns:a16="http://schemas.microsoft.com/office/drawing/2014/main" id="{23D8D477-A648-3F14-B09E-BA3C0BEF1870}"/>
                </a:ext>
              </a:extLst>
            </p:cNvPr>
            <p:cNvSpPr>
              <a:spLocks noChangeAspect="1" noEditPoints="1"/>
            </p:cNvSpPr>
            <p:nvPr/>
          </p:nvSpPr>
          <p:spPr bwMode="auto">
            <a:xfrm>
              <a:off x="857220" y="1956336"/>
              <a:ext cx="515337" cy="515587"/>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39" name="Group 38">
            <a:extLst>
              <a:ext uri="{FF2B5EF4-FFF2-40B4-BE49-F238E27FC236}">
                <a16:creationId xmlns:a16="http://schemas.microsoft.com/office/drawing/2014/main" id="{658990E1-7EBF-FA61-C78B-EC6896A7C05C}"/>
              </a:ext>
              <a:ext uri="{C183D7F6-B498-43B3-948B-1728B52AA6E4}">
                <adec:decorative xmlns:adec="http://schemas.microsoft.com/office/drawing/2017/decorative" val="1"/>
              </a:ext>
            </a:extLst>
          </p:cNvPr>
          <p:cNvGrpSpPr/>
          <p:nvPr/>
        </p:nvGrpSpPr>
        <p:grpSpPr>
          <a:xfrm>
            <a:off x="10732437" y="455422"/>
            <a:ext cx="1463040" cy="868680"/>
            <a:chOff x="10728960" y="455422"/>
            <a:chExt cx="1463040" cy="868680"/>
          </a:xfrm>
        </p:grpSpPr>
        <p:sp>
          <p:nvSpPr>
            <p:cNvPr id="35" name="Rectangle: Top Corners Rounded 34">
              <a:extLst>
                <a:ext uri="{FF2B5EF4-FFF2-40B4-BE49-F238E27FC236}">
                  <a16:creationId xmlns:a16="http://schemas.microsoft.com/office/drawing/2014/main" id="{59BFDE38-8312-8F8A-A018-83EBD22C9E36}"/>
                </a:ext>
              </a:extLst>
            </p:cNvPr>
            <p:cNvSpPr/>
            <p:nvPr/>
          </p:nvSpPr>
          <p:spPr bwMode="auto">
            <a:xfrm rot="16200000" flipH="1">
              <a:off x="11026140" y="158242"/>
              <a:ext cx="868680" cy="1463040"/>
            </a:xfrm>
            <a:prstGeom prst="round2SameRect">
              <a:avLst>
                <a:gd name="adj1" fmla="val 50000"/>
                <a:gd name="adj2" fmla="val 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nvGrpSpPr>
            <p:cNvPr id="38" name="Group 37">
              <a:extLst>
                <a:ext uri="{FF2B5EF4-FFF2-40B4-BE49-F238E27FC236}">
                  <a16:creationId xmlns:a16="http://schemas.microsoft.com/office/drawing/2014/main" id="{2ADCAAAC-4019-18FE-1A1F-0E79E1C801B4}"/>
                </a:ext>
              </a:extLst>
            </p:cNvPr>
            <p:cNvGrpSpPr/>
            <p:nvPr/>
          </p:nvGrpSpPr>
          <p:grpSpPr>
            <a:xfrm>
              <a:off x="10826491" y="559613"/>
              <a:ext cx="660299" cy="660299"/>
              <a:chOff x="10826491" y="559613"/>
              <a:chExt cx="660299" cy="660299"/>
            </a:xfrm>
          </p:grpSpPr>
          <p:sp>
            <p:nvSpPr>
              <p:cNvPr id="36" name="Oval 35">
                <a:extLst>
                  <a:ext uri="{FF2B5EF4-FFF2-40B4-BE49-F238E27FC236}">
                    <a16:creationId xmlns:a16="http://schemas.microsoft.com/office/drawing/2014/main" id="{664647FA-6B09-EA19-98CB-5A3C2C6BA72F}"/>
                  </a:ext>
                </a:extLst>
              </p:cNvPr>
              <p:cNvSpPr/>
              <p:nvPr/>
            </p:nvSpPr>
            <p:spPr bwMode="auto">
              <a:xfrm flipH="1">
                <a:off x="10826491" y="559613"/>
                <a:ext cx="660299" cy="660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4" name="people_4">
                <a:extLst>
                  <a:ext uri="{FF2B5EF4-FFF2-40B4-BE49-F238E27FC236}">
                    <a16:creationId xmlns:a16="http://schemas.microsoft.com/office/drawing/2014/main" id="{0E7F12A4-F20F-0FAF-1E17-AF13615F25E9}"/>
                  </a:ext>
                </a:extLst>
              </p:cNvPr>
              <p:cNvSpPr>
                <a:spLocks noChangeAspect="1" noEditPoints="1"/>
              </p:cNvSpPr>
              <p:nvPr/>
            </p:nvSpPr>
            <p:spPr bwMode="auto">
              <a:xfrm>
                <a:off x="11004521" y="719696"/>
                <a:ext cx="304238" cy="34013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grpSp>
        <p:nvGrpSpPr>
          <p:cNvPr id="49" name="Group 48">
            <a:extLst>
              <a:ext uri="{FF2B5EF4-FFF2-40B4-BE49-F238E27FC236}">
                <a16:creationId xmlns:a16="http://schemas.microsoft.com/office/drawing/2014/main" id="{AB41390A-F0CA-1BAD-05EE-0CAE65826FBD}"/>
              </a:ext>
              <a:ext uri="{C183D7F6-B498-43B3-948B-1728B52AA6E4}">
                <adec:decorative xmlns:adec="http://schemas.microsoft.com/office/drawing/2017/decorative" val="1"/>
              </a:ext>
            </a:extLst>
          </p:cNvPr>
          <p:cNvGrpSpPr/>
          <p:nvPr/>
        </p:nvGrpSpPr>
        <p:grpSpPr>
          <a:xfrm>
            <a:off x="8631091" y="2146401"/>
            <a:ext cx="635158" cy="635158"/>
            <a:chOff x="9011169" y="1989515"/>
            <a:chExt cx="635158" cy="635158"/>
          </a:xfrm>
          <a:solidFill>
            <a:schemeClr val="accent1">
              <a:lumMod val="75000"/>
            </a:schemeClr>
          </a:solidFill>
        </p:grpSpPr>
        <p:sp>
          <p:nvSpPr>
            <p:cNvPr id="47" name="Oval 46">
              <a:extLst>
                <a:ext uri="{FF2B5EF4-FFF2-40B4-BE49-F238E27FC236}">
                  <a16:creationId xmlns:a16="http://schemas.microsoft.com/office/drawing/2014/main" id="{7FF1DD6B-AB4F-7BFA-75C6-9A08802E3634}"/>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3" name="check 3" title="Icon of a checkmark with a circle around it">
              <a:extLst>
                <a:ext uri="{FF2B5EF4-FFF2-40B4-BE49-F238E27FC236}">
                  <a16:creationId xmlns:a16="http://schemas.microsoft.com/office/drawing/2014/main" id="{1BE9A29C-3F20-DD4E-78B8-45B86091F617}"/>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50" name="Group 49">
            <a:extLst>
              <a:ext uri="{FF2B5EF4-FFF2-40B4-BE49-F238E27FC236}">
                <a16:creationId xmlns:a16="http://schemas.microsoft.com/office/drawing/2014/main" id="{4B5FD84F-2364-5E47-CA26-948E8F7D98EC}"/>
              </a:ext>
              <a:ext uri="{C183D7F6-B498-43B3-948B-1728B52AA6E4}">
                <adec:decorative xmlns:adec="http://schemas.microsoft.com/office/drawing/2017/decorative" val="1"/>
              </a:ext>
            </a:extLst>
          </p:cNvPr>
          <p:cNvGrpSpPr/>
          <p:nvPr/>
        </p:nvGrpSpPr>
        <p:grpSpPr>
          <a:xfrm>
            <a:off x="8631091" y="3076347"/>
            <a:ext cx="635158" cy="635158"/>
            <a:chOff x="9011169" y="1989515"/>
            <a:chExt cx="635158" cy="635158"/>
          </a:xfrm>
          <a:solidFill>
            <a:schemeClr val="accent1">
              <a:lumMod val="75000"/>
            </a:schemeClr>
          </a:solidFill>
        </p:grpSpPr>
        <p:sp>
          <p:nvSpPr>
            <p:cNvPr id="51" name="Oval 50">
              <a:extLst>
                <a:ext uri="{FF2B5EF4-FFF2-40B4-BE49-F238E27FC236}">
                  <a16:creationId xmlns:a16="http://schemas.microsoft.com/office/drawing/2014/main" id="{E5EB2D24-7F1F-AC80-8AD4-A45956CFC0EE}"/>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2" name="check 3" title="Icon of a checkmark with a circle around it">
              <a:extLst>
                <a:ext uri="{FF2B5EF4-FFF2-40B4-BE49-F238E27FC236}">
                  <a16:creationId xmlns:a16="http://schemas.microsoft.com/office/drawing/2014/main" id="{A081A2C2-F433-CB73-8C5F-321289707CF5}"/>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2EB198E3-A6B2-A9F9-01E8-7BA683174A92}"/>
              </a:ext>
              <a:ext uri="{C183D7F6-B498-43B3-948B-1728B52AA6E4}">
                <adec:decorative xmlns:adec="http://schemas.microsoft.com/office/drawing/2017/decorative" val="1"/>
              </a:ext>
            </a:extLst>
          </p:cNvPr>
          <p:cNvGrpSpPr/>
          <p:nvPr/>
        </p:nvGrpSpPr>
        <p:grpSpPr>
          <a:xfrm>
            <a:off x="8631091" y="4006293"/>
            <a:ext cx="635158" cy="635158"/>
            <a:chOff x="9011169" y="1989515"/>
            <a:chExt cx="635158" cy="635158"/>
          </a:xfrm>
          <a:solidFill>
            <a:schemeClr val="accent1">
              <a:lumMod val="75000"/>
            </a:schemeClr>
          </a:solidFill>
        </p:grpSpPr>
        <p:sp>
          <p:nvSpPr>
            <p:cNvPr id="54" name="Oval 53">
              <a:extLst>
                <a:ext uri="{FF2B5EF4-FFF2-40B4-BE49-F238E27FC236}">
                  <a16:creationId xmlns:a16="http://schemas.microsoft.com/office/drawing/2014/main" id="{8983BCD9-D852-C013-B604-D43E1A12CF6F}"/>
                </a:ext>
                <a:ext uri="{C183D7F6-B498-43B3-948B-1728B52AA6E4}">
                  <adec:decorative xmlns:adec="http://schemas.microsoft.com/office/drawing/2017/decorative" val="1"/>
                </a:ext>
              </a:extLst>
            </p:cNvPr>
            <p:cNvSpPr/>
            <p:nvPr/>
          </p:nvSpPr>
          <p:spPr bwMode="auto">
            <a:xfrm>
              <a:off x="9011169" y="1989515"/>
              <a:ext cx="635158" cy="635158"/>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5" name="check 3" title="Icon of a checkmark with a circle around it">
              <a:extLst>
                <a:ext uri="{FF2B5EF4-FFF2-40B4-BE49-F238E27FC236}">
                  <a16:creationId xmlns:a16="http://schemas.microsoft.com/office/drawing/2014/main" id="{49FB49C5-0B5A-DEC7-E88C-F717258BD909}"/>
                </a:ext>
              </a:extLst>
            </p:cNvPr>
            <p:cNvSpPr>
              <a:spLocks noChangeAspect="1" noEditPoints="1"/>
            </p:cNvSpPr>
            <p:nvPr/>
          </p:nvSpPr>
          <p:spPr bwMode="auto">
            <a:xfrm>
              <a:off x="9144802" y="212421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a:extLst>
              <a:ext uri="{FF2B5EF4-FFF2-40B4-BE49-F238E27FC236}">
                <a16:creationId xmlns:a16="http://schemas.microsoft.com/office/drawing/2014/main" id="{6EA87DB1-8294-3ACF-D58C-A317D4A3FAB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413485" y="601785"/>
            <a:ext cx="2761727" cy="5651482"/>
          </a:xfrm>
          <a:prstGeom prst="rect">
            <a:avLst/>
          </a:prstGeom>
        </p:spPr>
      </p:pic>
      <p:sp>
        <p:nvSpPr>
          <p:cNvPr id="44" name="Rectangle 43">
            <a:extLst>
              <a:ext uri="{FF2B5EF4-FFF2-40B4-BE49-F238E27FC236}">
                <a16:creationId xmlns:a16="http://schemas.microsoft.com/office/drawing/2014/main" id="{74A8BC48-1971-8074-5C31-7D24A4CEF8B6}"/>
              </a:ext>
              <a:ext uri="{C183D7F6-B498-43B3-948B-1728B52AA6E4}">
                <adec:decorative xmlns:adec="http://schemas.microsoft.com/office/drawing/2017/decorative" val="1"/>
              </a:ext>
            </a:extLst>
          </p:cNvPr>
          <p:cNvSpPr/>
          <p:nvPr/>
        </p:nvSpPr>
        <p:spPr bwMode="auto">
          <a:xfrm>
            <a:off x="5553687" y="4184251"/>
            <a:ext cx="2478024" cy="457200"/>
          </a:xfrm>
          <a:prstGeom prst="rect">
            <a:avLst/>
          </a:prstGeom>
          <a:solidFill>
            <a:schemeClr val="accent1">
              <a:alpha val="10000"/>
            </a:schemeClr>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Rectangle 44">
            <a:extLst>
              <a:ext uri="{FF2B5EF4-FFF2-40B4-BE49-F238E27FC236}">
                <a16:creationId xmlns:a16="http://schemas.microsoft.com/office/drawing/2014/main" id="{DDEF95C8-D676-E8C1-720D-FC96A4A2DD26}"/>
              </a:ext>
              <a:ext uri="{C183D7F6-B498-43B3-948B-1728B52AA6E4}">
                <adec:decorative xmlns:adec="http://schemas.microsoft.com/office/drawing/2017/decorative" val="1"/>
              </a:ext>
            </a:extLst>
          </p:cNvPr>
          <p:cNvSpPr/>
          <p:nvPr/>
        </p:nvSpPr>
        <p:spPr bwMode="auto">
          <a:xfrm>
            <a:off x="5553687" y="3084892"/>
            <a:ext cx="2478024" cy="457200"/>
          </a:xfrm>
          <a:prstGeom prst="rect">
            <a:avLst/>
          </a:prstGeom>
          <a:solidFill>
            <a:schemeClr val="accent1">
              <a:alpha val="10000"/>
            </a:schemeClr>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6" name="Rectangle 45">
            <a:extLst>
              <a:ext uri="{FF2B5EF4-FFF2-40B4-BE49-F238E27FC236}">
                <a16:creationId xmlns:a16="http://schemas.microsoft.com/office/drawing/2014/main" id="{2CE7DF49-D757-2B9F-BCD5-ACA977DEDF32}"/>
              </a:ext>
              <a:ext uri="{C183D7F6-B498-43B3-948B-1728B52AA6E4}">
                <adec:decorative xmlns:adec="http://schemas.microsoft.com/office/drawing/2017/decorative" val="1"/>
              </a:ext>
            </a:extLst>
          </p:cNvPr>
          <p:cNvSpPr/>
          <p:nvPr/>
        </p:nvSpPr>
        <p:spPr bwMode="auto">
          <a:xfrm>
            <a:off x="5553687" y="3634572"/>
            <a:ext cx="2478024" cy="457200"/>
          </a:xfrm>
          <a:prstGeom prst="rect">
            <a:avLst/>
          </a:prstGeom>
          <a:solidFill>
            <a:schemeClr val="accent1">
              <a:alpha val="10000"/>
            </a:schemeClr>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967475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0-#ppt_w/2"/>
                                          </p:val>
                                        </p:tav>
                                        <p:tav tm="100000">
                                          <p:val>
                                            <p:strVal val="#ppt_x"/>
                                          </p:val>
                                        </p:tav>
                                      </p:tavLst>
                                    </p:anim>
                                    <p:anim calcmode="lin" valueType="num">
                                      <p:cBhvr additive="base">
                                        <p:cTn id="8" dur="500" fill="hold"/>
                                        <p:tgtEl>
                                          <p:spTgt spid="40"/>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1+#ppt_w/2"/>
                                          </p:val>
                                        </p:tav>
                                        <p:tav tm="100000">
                                          <p:val>
                                            <p:strVal val="#ppt_x"/>
                                          </p:val>
                                        </p:tav>
                                      </p:tavLst>
                                    </p:anim>
                                    <p:anim calcmode="lin" valueType="num">
                                      <p:cBhvr additive="base">
                                        <p:cTn id="12" dur="500" fill="hold"/>
                                        <p:tgtEl>
                                          <p:spTgt spid="39"/>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25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500"/>
                                        <p:tgtEl>
                                          <p:spTgt spid="42"/>
                                        </p:tgtEl>
                                      </p:cBhvr>
                                    </p:animEffect>
                                  </p:childTnLst>
                                </p:cTn>
                              </p:par>
                              <p:par>
                                <p:cTn id="25" presetID="10" presetClass="entr" presetSubtype="0" fill="hold" nodeType="withEffect">
                                  <p:stCondLst>
                                    <p:cond delay="25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par>
                                <p:cTn id="28" presetID="10" presetClass="entr" presetSubtype="0" fill="hold" nodeType="withEffect">
                                  <p:stCondLst>
                                    <p:cond delay="25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nodeType="withEffect">
                                  <p:stCondLst>
                                    <p:cond delay="5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42" presetClass="path" presetSubtype="0" decel="100000" fill="hold" nodeType="withEffect">
                                  <p:stCondLst>
                                    <p:cond delay="500"/>
                                  </p:stCondLst>
                                  <p:childTnLst>
                                    <p:animMotion origin="layout" path="M -1.66667E-6 1.48148E-6 L -1.66667E-6 0.04352 " pathEditMode="relative" rAng="0" ptsTypes="AA">
                                      <p:cBhvr>
                                        <p:cTn id="35" dur="500" spd="-100000" fill="hold"/>
                                        <p:tgtEl>
                                          <p:spTgt spid="7"/>
                                        </p:tgtEl>
                                        <p:attrNameLst>
                                          <p:attrName>ppt_x</p:attrName>
                                          <p:attrName>ppt_y</p:attrName>
                                        </p:attrNameLst>
                                      </p:cBhvr>
                                      <p:rCtr x="0" y="2176"/>
                                    </p:animMotion>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500"/>
                                        <p:tgtEl>
                                          <p:spTgt spid="45"/>
                                        </p:tgtEl>
                                      </p:cBhvr>
                                    </p:animEffect>
                                  </p:childTnLst>
                                </p:cTn>
                              </p:par>
                              <p:par>
                                <p:cTn id="41" presetID="10"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500"/>
                                        <p:tgtEl>
                                          <p:spTgt spid="4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5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500"/>
                                        <p:tgtEl>
                                          <p:spTgt spid="46"/>
                                        </p:tgtEl>
                                      </p:cBhvr>
                                    </p:animEffect>
                                  </p:childTnLst>
                                </p:cTn>
                              </p:par>
                              <p:par>
                                <p:cTn id="52" presetID="10" presetClass="entr" presetSubtype="0" fill="hold"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par>
                                <p:cTn id="63" presetID="10"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11" grpId="0"/>
      <p:bldP spid="9" grpId="0"/>
      <p:bldP spid="10" grpId="0"/>
      <p:bldP spid="4" grpId="0"/>
      <p:bldP spid="5" grpId="0"/>
      <p:bldP spid="6" grpId="0"/>
      <p:bldP spid="44" grpId="0" animBg="1"/>
      <p:bldP spid="45" grpId="0" animBg="1"/>
      <p:bldP spid="4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50CB-03F8-1831-ED00-EC243900EC4A}"/>
              </a:ext>
            </a:extLst>
          </p:cNvPr>
          <p:cNvSpPr>
            <a:spLocks noGrp="1"/>
          </p:cNvSpPr>
          <p:nvPr>
            <p:ph type="title"/>
          </p:nvPr>
        </p:nvSpPr>
        <p:spPr>
          <a:xfrm>
            <a:off x="588263" y="457200"/>
            <a:ext cx="11018520" cy="800219"/>
          </a:xfrm>
        </p:spPr>
        <p:txBody>
          <a:bodyPr/>
          <a:lstStyle/>
          <a:p>
            <a:r>
              <a:rPr lang="fr-FR" sz="3200" dirty="0"/>
              <a:t>Intégration à distance en toute confiance</a:t>
            </a:r>
            <a:br>
              <a:rPr lang="en-US" sz="3200" dirty="0"/>
            </a:br>
            <a:r>
              <a:rPr kumimoji="0" lang="en-US" sz="2000" b="0" i="0" u="none" strike="noStrike" kern="1200" cap="none" spc="-50" normalizeH="0" baseline="0" noProof="0" dirty="0">
                <a:ln w="3175">
                  <a:noFill/>
                </a:ln>
                <a:solidFill>
                  <a:srgbClr val="0078D4"/>
                </a:solidFill>
                <a:effectLst/>
                <a:uLnTx/>
                <a:uFillTx/>
                <a:latin typeface="Segoe UI Semibold"/>
                <a:ea typeface="+mn-ea"/>
                <a:cs typeface="Segoe UI" pitchFamily="34" charset="0"/>
              </a:rPr>
              <a:t>New employee onboarding</a:t>
            </a:r>
            <a:endParaRPr lang="en-US" sz="3200" dirty="0">
              <a:solidFill>
                <a:schemeClr val="bg1"/>
              </a:solidFill>
            </a:endParaRPr>
          </a:p>
        </p:txBody>
      </p:sp>
      <p:sp>
        <p:nvSpPr>
          <p:cNvPr id="11" name="Rectangle: Top Corners Rounded 10">
            <a:extLst>
              <a:ext uri="{FF2B5EF4-FFF2-40B4-BE49-F238E27FC236}">
                <a16:creationId xmlns:a16="http://schemas.microsoft.com/office/drawing/2014/main" id="{9796320A-CB22-44E3-B794-BB23E62B76AD}"/>
              </a:ext>
              <a:ext uri="{C183D7F6-B498-43B3-948B-1728B52AA6E4}">
                <adec:decorative xmlns:adec="http://schemas.microsoft.com/office/drawing/2017/decorative" val="1"/>
              </a:ext>
            </a:extLst>
          </p:cNvPr>
          <p:cNvSpPr/>
          <p:nvPr/>
        </p:nvSpPr>
        <p:spPr bwMode="auto">
          <a:xfrm rot="16200000" flipH="1">
            <a:off x="5136560" y="-2774265"/>
            <a:ext cx="502756" cy="9599349"/>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Top Corners Rounded 15">
            <a:extLst>
              <a:ext uri="{FF2B5EF4-FFF2-40B4-BE49-F238E27FC236}">
                <a16:creationId xmlns:a16="http://schemas.microsoft.com/office/drawing/2014/main" id="{178CF3AE-268F-0736-9475-B6F1318FC68B}"/>
              </a:ext>
              <a:ext uri="{C183D7F6-B498-43B3-948B-1728B52AA6E4}">
                <adec:decorative xmlns:adec="http://schemas.microsoft.com/office/drawing/2017/decorative" val="1"/>
              </a:ext>
            </a:extLst>
          </p:cNvPr>
          <p:cNvSpPr/>
          <p:nvPr/>
        </p:nvSpPr>
        <p:spPr bwMode="auto">
          <a:xfrm rot="16200000" flipH="1">
            <a:off x="6073316" y="878719"/>
            <a:ext cx="502756" cy="7725838"/>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Arc 16">
            <a:extLst>
              <a:ext uri="{FF2B5EF4-FFF2-40B4-BE49-F238E27FC236}">
                <a16:creationId xmlns:a16="http://schemas.microsoft.com/office/drawing/2014/main" id="{0E5AF89D-A9B1-A88E-94FB-A64ADADE6757}"/>
              </a:ext>
              <a:ext uri="{C183D7F6-B498-43B3-948B-1728B52AA6E4}">
                <adec:decorative xmlns:adec="http://schemas.microsoft.com/office/drawing/2017/decorative" val="1"/>
              </a:ext>
            </a:extLst>
          </p:cNvPr>
          <p:cNvSpPr/>
          <p:nvPr/>
        </p:nvSpPr>
        <p:spPr>
          <a:xfrm>
            <a:off x="8735624" y="2026051"/>
            <a:ext cx="2871159" cy="2714880"/>
          </a:xfrm>
          <a:prstGeom prst="arc">
            <a:avLst>
              <a:gd name="adj1" fmla="val 16200000"/>
              <a:gd name="adj2" fmla="val 5373361"/>
            </a:avLst>
          </a:prstGeom>
          <a:ln w="4953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Text Placeholder 8">
            <a:extLst>
              <a:ext uri="{FF2B5EF4-FFF2-40B4-BE49-F238E27FC236}">
                <a16:creationId xmlns:a16="http://schemas.microsoft.com/office/drawing/2014/main" id="{414108CD-6D6F-95F2-C726-654491DAE7F3}"/>
              </a:ext>
            </a:extLst>
          </p:cNvPr>
          <p:cNvSpPr txBox="1">
            <a:spLocks/>
          </p:cNvSpPr>
          <p:nvPr/>
        </p:nvSpPr>
        <p:spPr>
          <a:xfrm>
            <a:off x="93665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1</a:t>
            </a:r>
          </a:p>
        </p:txBody>
      </p:sp>
      <p:sp>
        <p:nvSpPr>
          <p:cNvPr id="19" name="Text Placeholder 3">
            <a:extLst>
              <a:ext uri="{FF2B5EF4-FFF2-40B4-BE49-F238E27FC236}">
                <a16:creationId xmlns:a16="http://schemas.microsoft.com/office/drawing/2014/main" id="{29CD389A-F002-54A7-6A09-1AD3C5112BCE}"/>
              </a:ext>
            </a:extLst>
          </p:cNvPr>
          <p:cNvSpPr txBox="1">
            <a:spLocks/>
          </p:cNvSpPr>
          <p:nvPr/>
        </p:nvSpPr>
        <p:spPr>
          <a:xfrm>
            <a:off x="1344889" y="2602806"/>
            <a:ext cx="2011770" cy="507831"/>
          </a:xfrm>
          <a:prstGeom prst="rect">
            <a:avLst/>
          </a:prstGeom>
        </p:spPr>
        <p:txBody>
          <a:bodyPr vert="horz" wrap="square" lIns="0" tIns="0" rIns="0" bIns="0" rtlCol="0">
            <a:no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New hire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accepts job offer</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company sends link to</a:t>
            </a:r>
            <a:r>
              <a:rPr lang="en-US" sz="1200">
                <a:solidFill>
                  <a:srgbClr val="000000"/>
                </a:solidFill>
                <a:latin typeface="Segoe UI"/>
              </a:rPr>
              <a:t>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onboarding portal</a:t>
            </a:r>
          </a:p>
        </p:txBody>
      </p:sp>
      <p:sp>
        <p:nvSpPr>
          <p:cNvPr id="20" name="Text Placeholder 8">
            <a:extLst>
              <a:ext uri="{FF2B5EF4-FFF2-40B4-BE49-F238E27FC236}">
                <a16:creationId xmlns:a16="http://schemas.microsoft.com/office/drawing/2014/main" id="{496455CB-90D9-D187-35BA-88F808B06B53}"/>
              </a:ext>
            </a:extLst>
          </p:cNvPr>
          <p:cNvSpPr txBox="1">
            <a:spLocks/>
          </p:cNvSpPr>
          <p:nvPr/>
        </p:nvSpPr>
        <p:spPr>
          <a:xfrm>
            <a:off x="4719589"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2</a:t>
            </a:r>
          </a:p>
        </p:txBody>
      </p:sp>
      <p:sp>
        <p:nvSpPr>
          <p:cNvPr id="21" name="Text Placeholder 3">
            <a:extLst>
              <a:ext uri="{FF2B5EF4-FFF2-40B4-BE49-F238E27FC236}">
                <a16:creationId xmlns:a16="http://schemas.microsoft.com/office/drawing/2014/main" id="{953D860F-6257-56EE-B967-1CF883D69500}"/>
              </a:ext>
            </a:extLst>
          </p:cNvPr>
          <p:cNvSpPr txBox="1">
            <a:spLocks/>
          </p:cNvSpPr>
          <p:nvPr/>
        </p:nvSpPr>
        <p:spPr>
          <a:xfrm>
            <a:off x="4961042" y="2665466"/>
            <a:ext cx="2211661" cy="677108"/>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New hire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visits onboarding portal</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to request identity Verified ID from identity verification partner (IDV)</a:t>
            </a:r>
          </a:p>
        </p:txBody>
      </p:sp>
      <p:sp>
        <p:nvSpPr>
          <p:cNvPr id="22" name="Text Placeholder 8">
            <a:extLst>
              <a:ext uri="{FF2B5EF4-FFF2-40B4-BE49-F238E27FC236}">
                <a16:creationId xmlns:a16="http://schemas.microsoft.com/office/drawing/2014/main" id="{30A9F4F0-5886-0D1B-7C65-A99815E4EED5}"/>
              </a:ext>
            </a:extLst>
          </p:cNvPr>
          <p:cNvSpPr txBox="1">
            <a:spLocks/>
          </p:cNvSpPr>
          <p:nvPr/>
        </p:nvSpPr>
        <p:spPr>
          <a:xfrm>
            <a:off x="850252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3</a:t>
            </a:r>
          </a:p>
        </p:txBody>
      </p:sp>
      <p:sp>
        <p:nvSpPr>
          <p:cNvPr id="23" name="Text Placeholder 5">
            <a:extLst>
              <a:ext uri="{FF2B5EF4-FFF2-40B4-BE49-F238E27FC236}">
                <a16:creationId xmlns:a16="http://schemas.microsoft.com/office/drawing/2014/main" id="{837E755E-EAE6-2594-93A4-2C313ADB58E7}"/>
              </a:ext>
            </a:extLst>
          </p:cNvPr>
          <p:cNvSpPr txBox="1">
            <a:spLocks/>
          </p:cNvSpPr>
          <p:nvPr/>
        </p:nvSpPr>
        <p:spPr>
          <a:xfrm>
            <a:off x="8949414" y="2680592"/>
            <a:ext cx="1920240" cy="677108"/>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a:solidFill>
                  <a:srgbClr val="000000"/>
                </a:solidFill>
                <a:latin typeface="Segoe UI"/>
              </a:rPr>
              <a:t>IDV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validates the new hire’s identity</a:t>
            </a:r>
            <a:r>
              <a:rPr lang="en-US" sz="1200">
                <a:solidFill>
                  <a:srgbClr val="000000"/>
                </a:solidFill>
                <a:latin typeface="Segoe UI"/>
              </a:rPr>
              <a:t> and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issues Verified ID to new hire</a:t>
            </a:r>
          </a:p>
        </p:txBody>
      </p:sp>
      <p:sp>
        <p:nvSpPr>
          <p:cNvPr id="24" name="Text Placeholder 8">
            <a:extLst>
              <a:ext uri="{FF2B5EF4-FFF2-40B4-BE49-F238E27FC236}">
                <a16:creationId xmlns:a16="http://schemas.microsoft.com/office/drawing/2014/main" id="{EDB666AC-843A-BF29-12FB-2CB14CAE10AB}"/>
              </a:ext>
            </a:extLst>
          </p:cNvPr>
          <p:cNvSpPr txBox="1">
            <a:spLocks/>
          </p:cNvSpPr>
          <p:nvPr/>
        </p:nvSpPr>
        <p:spPr>
          <a:xfrm>
            <a:off x="2828121"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5</a:t>
            </a:r>
          </a:p>
        </p:txBody>
      </p:sp>
      <p:sp>
        <p:nvSpPr>
          <p:cNvPr id="25" name="Text Placeholder 7">
            <a:extLst>
              <a:ext uri="{FF2B5EF4-FFF2-40B4-BE49-F238E27FC236}">
                <a16:creationId xmlns:a16="http://schemas.microsoft.com/office/drawing/2014/main" id="{FF0A9D2B-D127-1EAA-72A3-8B443D81BB26}"/>
              </a:ext>
            </a:extLst>
          </p:cNvPr>
          <p:cNvSpPr txBox="1">
            <a:spLocks/>
          </p:cNvSpPr>
          <p:nvPr/>
        </p:nvSpPr>
        <p:spPr>
          <a:xfrm>
            <a:off x="2624920" y="5381693"/>
            <a:ext cx="2722584" cy="846386"/>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New hire’s identity is validated, company issues employee Verified ID and grants access for </a:t>
            </a:r>
            <a:r>
              <a:rPr lang="en-US" sz="1200">
                <a:solidFill>
                  <a:srgbClr val="000000"/>
                </a:solidFill>
                <a:latin typeface="Segoe UI"/>
              </a:rPr>
              <a:t>new hire to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proceed with onboarding activities</a:t>
            </a:r>
          </a:p>
        </p:txBody>
      </p:sp>
      <p:sp>
        <p:nvSpPr>
          <p:cNvPr id="26" name="Text Placeholder 8">
            <a:extLst>
              <a:ext uri="{FF2B5EF4-FFF2-40B4-BE49-F238E27FC236}">
                <a16:creationId xmlns:a16="http://schemas.microsoft.com/office/drawing/2014/main" id="{2BD72E41-5F93-C151-E321-48A19C684814}"/>
              </a:ext>
            </a:extLst>
          </p:cNvPr>
          <p:cNvSpPr txBox="1">
            <a:spLocks/>
          </p:cNvSpPr>
          <p:nvPr/>
        </p:nvSpPr>
        <p:spPr>
          <a:xfrm>
            <a:off x="6611057"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4</a:t>
            </a:r>
          </a:p>
        </p:txBody>
      </p:sp>
      <p:sp>
        <p:nvSpPr>
          <p:cNvPr id="27" name="Text Placeholder 9">
            <a:extLst>
              <a:ext uri="{FF2B5EF4-FFF2-40B4-BE49-F238E27FC236}">
                <a16:creationId xmlns:a16="http://schemas.microsoft.com/office/drawing/2014/main" id="{6BFEECBA-87B1-8A2F-734E-579122B206C2}"/>
              </a:ext>
            </a:extLst>
          </p:cNvPr>
          <p:cNvSpPr txBox="1">
            <a:spLocks/>
          </p:cNvSpPr>
          <p:nvPr/>
        </p:nvSpPr>
        <p:spPr>
          <a:xfrm>
            <a:off x="6680071" y="5380785"/>
            <a:ext cx="2887010" cy="63805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Company requests that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the new hire shares the identity Verified ID and completes Face Check</a:t>
            </a:r>
            <a:b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br>
            <a:endPar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28" name="Group 27">
            <a:extLst>
              <a:ext uri="{FF2B5EF4-FFF2-40B4-BE49-F238E27FC236}">
                <a16:creationId xmlns:a16="http://schemas.microsoft.com/office/drawing/2014/main" id="{42B9B71F-3EA4-1561-ECD6-72B37E62B2EA}"/>
              </a:ext>
              <a:ext uri="{C183D7F6-B498-43B3-948B-1728B52AA6E4}">
                <adec:decorative xmlns:adec="http://schemas.microsoft.com/office/drawing/2017/decorative" val="1"/>
              </a:ext>
            </a:extLst>
          </p:cNvPr>
          <p:cNvGrpSpPr/>
          <p:nvPr/>
        </p:nvGrpSpPr>
        <p:grpSpPr>
          <a:xfrm>
            <a:off x="3592364" y="1893340"/>
            <a:ext cx="300315" cy="264138"/>
            <a:chOff x="9198739" y="1690998"/>
            <a:chExt cx="212549" cy="186945"/>
          </a:xfrm>
          <a:solidFill>
            <a:schemeClr val="bg1">
              <a:lumMod val="65000"/>
            </a:schemeClr>
          </a:solidFill>
        </p:grpSpPr>
        <p:sp>
          <p:nvSpPr>
            <p:cNvPr id="29" name="Graphic 27">
              <a:extLst>
                <a:ext uri="{FF2B5EF4-FFF2-40B4-BE49-F238E27FC236}">
                  <a16:creationId xmlns:a16="http://schemas.microsoft.com/office/drawing/2014/main" id="{9409D824-587E-F552-D01D-6C12B50ACBE3}"/>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Graphic 27">
              <a:extLst>
                <a:ext uri="{FF2B5EF4-FFF2-40B4-BE49-F238E27FC236}">
                  <a16:creationId xmlns:a16="http://schemas.microsoft.com/office/drawing/2014/main" id="{4D24EB1A-7F27-BDD3-728E-0DED5A1B15B1}"/>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9D77F8C5-78FA-95BE-C018-BC91CE62FC49}"/>
              </a:ext>
              <a:ext uri="{C183D7F6-B498-43B3-948B-1728B52AA6E4}">
                <adec:decorative xmlns:adec="http://schemas.microsoft.com/office/drawing/2017/decorative" val="1"/>
              </a:ext>
            </a:extLst>
          </p:cNvPr>
          <p:cNvGrpSpPr/>
          <p:nvPr/>
        </p:nvGrpSpPr>
        <p:grpSpPr>
          <a:xfrm>
            <a:off x="7375299" y="1893340"/>
            <a:ext cx="300315" cy="264138"/>
            <a:chOff x="9198739" y="1690998"/>
            <a:chExt cx="212549" cy="186945"/>
          </a:xfrm>
          <a:solidFill>
            <a:schemeClr val="bg1">
              <a:lumMod val="65000"/>
            </a:schemeClr>
          </a:solidFill>
        </p:grpSpPr>
        <p:sp>
          <p:nvSpPr>
            <p:cNvPr id="32" name="Graphic 27">
              <a:extLst>
                <a:ext uri="{FF2B5EF4-FFF2-40B4-BE49-F238E27FC236}">
                  <a16:creationId xmlns:a16="http://schemas.microsoft.com/office/drawing/2014/main" id="{A18859D2-18A4-F3A6-BEA8-0FD2E497068F}"/>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Graphic 27">
              <a:extLst>
                <a:ext uri="{FF2B5EF4-FFF2-40B4-BE49-F238E27FC236}">
                  <a16:creationId xmlns:a16="http://schemas.microsoft.com/office/drawing/2014/main" id="{A034D7B5-DAE5-0A59-D217-0572A5FAE42E}"/>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4F34FE5B-AECF-4D19-2FC9-E09DD30CF840}"/>
              </a:ext>
              <a:ext uri="{C183D7F6-B498-43B3-948B-1728B52AA6E4}">
                <adec:decorative xmlns:adec="http://schemas.microsoft.com/office/drawing/2017/decorative" val="1"/>
              </a:ext>
            </a:extLst>
          </p:cNvPr>
          <p:cNvGrpSpPr/>
          <p:nvPr/>
        </p:nvGrpSpPr>
        <p:grpSpPr>
          <a:xfrm flipH="1">
            <a:off x="5483831" y="4609568"/>
            <a:ext cx="300315" cy="264138"/>
            <a:chOff x="9198739" y="1690998"/>
            <a:chExt cx="212549" cy="186945"/>
          </a:xfrm>
          <a:solidFill>
            <a:schemeClr val="bg1">
              <a:lumMod val="65000"/>
            </a:schemeClr>
          </a:solidFill>
        </p:grpSpPr>
        <p:sp>
          <p:nvSpPr>
            <p:cNvPr id="35" name="Graphic 27">
              <a:extLst>
                <a:ext uri="{FF2B5EF4-FFF2-40B4-BE49-F238E27FC236}">
                  <a16:creationId xmlns:a16="http://schemas.microsoft.com/office/drawing/2014/main" id="{8B3CE0E7-0371-8B81-4D72-4AAED41E2CD1}"/>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Graphic 27">
              <a:extLst>
                <a:ext uri="{FF2B5EF4-FFF2-40B4-BE49-F238E27FC236}">
                  <a16:creationId xmlns:a16="http://schemas.microsoft.com/office/drawing/2014/main" id="{BBD3548E-8CF0-7EC7-BEC3-A0809234F8AC}"/>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7EE03310-5B4B-D01C-EA84-5A2B987E0A5A}"/>
              </a:ext>
              <a:ext uri="{C183D7F6-B498-43B3-948B-1728B52AA6E4}">
                <adec:decorative xmlns:adec="http://schemas.microsoft.com/office/drawing/2017/decorative" val="1"/>
              </a:ext>
            </a:extLst>
          </p:cNvPr>
          <p:cNvGrpSpPr/>
          <p:nvPr/>
        </p:nvGrpSpPr>
        <p:grpSpPr>
          <a:xfrm flipH="1">
            <a:off x="9266766" y="4609568"/>
            <a:ext cx="300315" cy="264138"/>
            <a:chOff x="9198739" y="1690998"/>
            <a:chExt cx="212549" cy="186945"/>
          </a:xfrm>
          <a:solidFill>
            <a:schemeClr val="bg1">
              <a:lumMod val="65000"/>
            </a:schemeClr>
          </a:solidFill>
        </p:grpSpPr>
        <p:sp>
          <p:nvSpPr>
            <p:cNvPr id="38" name="Graphic 27">
              <a:extLst>
                <a:ext uri="{FF2B5EF4-FFF2-40B4-BE49-F238E27FC236}">
                  <a16:creationId xmlns:a16="http://schemas.microsoft.com/office/drawing/2014/main" id="{2165AFAC-50F7-7F5A-8843-43FC5C30CCDF}"/>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Graphic 27">
              <a:extLst>
                <a:ext uri="{FF2B5EF4-FFF2-40B4-BE49-F238E27FC236}">
                  <a16:creationId xmlns:a16="http://schemas.microsoft.com/office/drawing/2014/main" id="{2CA3A00E-3F06-1402-3D0C-77DFF4456D70}"/>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B0F0D90B-40EB-A3AD-6A4D-D556EF7B735F}"/>
              </a:ext>
              <a:ext uri="{C183D7F6-B498-43B3-948B-1728B52AA6E4}">
                <adec:decorative xmlns:adec="http://schemas.microsoft.com/office/drawing/2017/decorative" val="1"/>
              </a:ext>
            </a:extLst>
          </p:cNvPr>
          <p:cNvGrpSpPr/>
          <p:nvPr/>
        </p:nvGrpSpPr>
        <p:grpSpPr>
          <a:xfrm rot="16200000" flipH="1">
            <a:off x="11453764" y="3251422"/>
            <a:ext cx="300315" cy="264138"/>
            <a:chOff x="9198739" y="1690998"/>
            <a:chExt cx="212549" cy="186945"/>
          </a:xfrm>
          <a:solidFill>
            <a:schemeClr val="bg1">
              <a:lumMod val="65000"/>
            </a:schemeClr>
          </a:solidFill>
        </p:grpSpPr>
        <p:sp>
          <p:nvSpPr>
            <p:cNvPr id="41" name="Graphic 27">
              <a:extLst>
                <a:ext uri="{FF2B5EF4-FFF2-40B4-BE49-F238E27FC236}">
                  <a16:creationId xmlns:a16="http://schemas.microsoft.com/office/drawing/2014/main" id="{D01D43B0-9A4E-67FD-CCAF-6DBC466D00E7}"/>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Graphic 27">
              <a:extLst>
                <a:ext uri="{FF2B5EF4-FFF2-40B4-BE49-F238E27FC236}">
                  <a16:creationId xmlns:a16="http://schemas.microsoft.com/office/drawing/2014/main" id="{01747FBA-F9CC-D59E-D3C7-BF58F0AE5ADB}"/>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AB09BF69-D67B-66C4-F44A-35D5270E9537}"/>
              </a:ext>
              <a:ext uri="{C183D7F6-B498-43B3-948B-1728B52AA6E4}">
                <adec:decorative xmlns:adec="http://schemas.microsoft.com/office/drawing/2017/decorative" val="1"/>
              </a:ext>
            </a:extLst>
          </p:cNvPr>
          <p:cNvGrpSpPr/>
          <p:nvPr/>
        </p:nvGrpSpPr>
        <p:grpSpPr>
          <a:xfrm>
            <a:off x="1719297" y="1512271"/>
            <a:ext cx="1046156" cy="1046156"/>
            <a:chOff x="1719297" y="1512271"/>
            <a:chExt cx="1046156" cy="1046156"/>
          </a:xfrm>
        </p:grpSpPr>
        <p:sp>
          <p:nvSpPr>
            <p:cNvPr id="44" name="Oval 43">
              <a:extLst>
                <a:ext uri="{FF2B5EF4-FFF2-40B4-BE49-F238E27FC236}">
                  <a16:creationId xmlns:a16="http://schemas.microsoft.com/office/drawing/2014/main" id="{60072E1A-B69E-B669-925F-3BCBB874162E}"/>
                </a:ext>
                <a:ext uri="{C183D7F6-B498-43B3-948B-1728B52AA6E4}">
                  <adec:decorative xmlns:adec="http://schemas.microsoft.com/office/drawing/2017/decorative" val="1"/>
                </a:ext>
              </a:extLst>
            </p:cNvPr>
            <p:cNvSpPr/>
            <p:nvPr/>
          </p:nvSpPr>
          <p:spPr bwMode="auto">
            <a:xfrm>
              <a:off x="1719297" y="1512271"/>
              <a:ext cx="1046156" cy="104615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Commitments_EC4D">
              <a:extLst>
                <a:ext uri="{FF2B5EF4-FFF2-40B4-BE49-F238E27FC236}">
                  <a16:creationId xmlns:a16="http://schemas.microsoft.com/office/drawing/2014/main" id="{C267D58A-E5CE-BA4C-5F57-91D458641E01}"/>
                </a:ext>
              </a:extLst>
            </p:cNvPr>
            <p:cNvSpPr>
              <a:spLocks noChangeAspect="1" noEditPoints="1"/>
            </p:cNvSpPr>
            <p:nvPr/>
          </p:nvSpPr>
          <p:spPr bwMode="auto">
            <a:xfrm>
              <a:off x="1994397" y="1802839"/>
              <a:ext cx="495956" cy="465021"/>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BFE1429F-B6AD-E103-E855-7E5E67B851B1}"/>
              </a:ext>
              <a:ext uri="{C183D7F6-B498-43B3-948B-1728B52AA6E4}">
                <adec:decorative xmlns:adec="http://schemas.microsoft.com/office/drawing/2017/decorative" val="1"/>
              </a:ext>
            </a:extLst>
          </p:cNvPr>
          <p:cNvGrpSpPr/>
          <p:nvPr/>
        </p:nvGrpSpPr>
        <p:grpSpPr>
          <a:xfrm>
            <a:off x="5502233" y="1512271"/>
            <a:ext cx="1046156" cy="1046156"/>
            <a:chOff x="5502233" y="1512271"/>
            <a:chExt cx="1046156" cy="1046156"/>
          </a:xfrm>
        </p:grpSpPr>
        <p:sp>
          <p:nvSpPr>
            <p:cNvPr id="47" name="Oval 46">
              <a:extLst>
                <a:ext uri="{FF2B5EF4-FFF2-40B4-BE49-F238E27FC236}">
                  <a16:creationId xmlns:a16="http://schemas.microsoft.com/office/drawing/2014/main" id="{AEE02618-7398-DD2B-4402-B0A949C25B39}"/>
                </a:ext>
                <a:ext uri="{C183D7F6-B498-43B3-948B-1728B52AA6E4}">
                  <adec:decorative xmlns:adec="http://schemas.microsoft.com/office/drawing/2017/decorative" val="1"/>
                </a:ext>
              </a:extLst>
            </p:cNvPr>
            <p:cNvSpPr/>
            <p:nvPr/>
          </p:nvSpPr>
          <p:spPr bwMode="auto">
            <a:xfrm>
              <a:off x="5502233" y="1512271"/>
              <a:ext cx="1046156" cy="1046156"/>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Touchscreen">
              <a:extLst>
                <a:ext uri="{FF2B5EF4-FFF2-40B4-BE49-F238E27FC236}">
                  <a16:creationId xmlns:a16="http://schemas.microsoft.com/office/drawing/2014/main" id="{7E3A6E89-4C29-F3D5-BB64-6BCA15387C73}"/>
                </a:ext>
              </a:extLst>
            </p:cNvPr>
            <p:cNvSpPr>
              <a:spLocks noChangeAspect="1" noEditPoints="1"/>
            </p:cNvSpPr>
            <p:nvPr/>
          </p:nvSpPr>
          <p:spPr bwMode="auto">
            <a:xfrm>
              <a:off x="5797450" y="1821707"/>
              <a:ext cx="455722" cy="427285"/>
            </a:xfrm>
            <a:custGeom>
              <a:avLst/>
              <a:gdLst>
                <a:gd name="T0" fmla="*/ 1917 w 3772"/>
                <a:gd name="T1" fmla="*/ 1791 h 3535"/>
                <a:gd name="T2" fmla="*/ 1917 w 3772"/>
                <a:gd name="T3" fmla="*/ 1985 h 3535"/>
                <a:gd name="T4" fmla="*/ 1917 w 3772"/>
                <a:gd name="T5" fmla="*/ 1123 h 3535"/>
                <a:gd name="T6" fmla="*/ 1745 w 3772"/>
                <a:gd name="T7" fmla="*/ 951 h 3535"/>
                <a:gd name="T8" fmla="*/ 1573 w 3772"/>
                <a:gd name="T9" fmla="*/ 1123 h 3535"/>
                <a:gd name="T10" fmla="*/ 1573 w 3772"/>
                <a:gd name="T11" fmla="*/ 1135 h 3535"/>
                <a:gd name="T12" fmla="*/ 1573 w 3772"/>
                <a:gd name="T13" fmla="*/ 2527 h 3535"/>
                <a:gd name="T14" fmla="*/ 1469 w 3772"/>
                <a:gd name="T15" fmla="*/ 2569 h 3535"/>
                <a:gd name="T16" fmla="*/ 1282 w 3772"/>
                <a:gd name="T17" fmla="*/ 2383 h 3535"/>
                <a:gd name="T18" fmla="*/ 1023 w 3772"/>
                <a:gd name="T19" fmla="*/ 2383 h 3535"/>
                <a:gd name="T20" fmla="*/ 1023 w 3772"/>
                <a:gd name="T21" fmla="*/ 2641 h 3535"/>
                <a:gd name="T22" fmla="*/ 1659 w 3772"/>
                <a:gd name="T23" fmla="*/ 3277 h 3535"/>
                <a:gd name="T24" fmla="*/ 2262 w 3772"/>
                <a:gd name="T25" fmla="*/ 3535 h 3535"/>
                <a:gd name="T26" fmla="*/ 2951 w 3772"/>
                <a:gd name="T27" fmla="*/ 2846 h 3535"/>
                <a:gd name="T28" fmla="*/ 2951 w 3772"/>
                <a:gd name="T29" fmla="*/ 2184 h 3535"/>
                <a:gd name="T30" fmla="*/ 2820 w 3772"/>
                <a:gd name="T31" fmla="*/ 2017 h 3535"/>
                <a:gd name="T32" fmla="*/ 1917 w 3772"/>
                <a:gd name="T33" fmla="*/ 1791 h 3535"/>
                <a:gd name="T34" fmla="*/ 1917 w 3772"/>
                <a:gd name="T35" fmla="*/ 1123 h 3535"/>
                <a:gd name="T36" fmla="*/ 1917 w 3772"/>
                <a:gd name="T37" fmla="*/ 1602 h 3535"/>
                <a:gd name="T38" fmla="*/ 2254 w 3772"/>
                <a:gd name="T39" fmla="*/ 1123 h 3535"/>
                <a:gd name="T40" fmla="*/ 1744 w 3772"/>
                <a:gd name="T41" fmla="*/ 614 h 3535"/>
                <a:gd name="T42" fmla="*/ 1235 w 3772"/>
                <a:gd name="T43" fmla="*/ 1123 h 3535"/>
                <a:gd name="T44" fmla="*/ 1573 w 3772"/>
                <a:gd name="T45" fmla="*/ 1603 h 3535"/>
                <a:gd name="T46" fmla="*/ 2951 w 3772"/>
                <a:gd name="T47" fmla="*/ 2672 h 3535"/>
                <a:gd name="T48" fmla="*/ 3657 w 3772"/>
                <a:gd name="T49" fmla="*/ 2672 h 3535"/>
                <a:gd name="T50" fmla="*/ 3772 w 3772"/>
                <a:gd name="T51" fmla="*/ 2557 h 3535"/>
                <a:gd name="T52" fmla="*/ 3772 w 3772"/>
                <a:gd name="T53" fmla="*/ 115 h 3535"/>
                <a:gd name="T54" fmla="*/ 3657 w 3772"/>
                <a:gd name="T55" fmla="*/ 0 h 3535"/>
                <a:gd name="T56" fmla="*/ 115 w 3772"/>
                <a:gd name="T57" fmla="*/ 0 h 3535"/>
                <a:gd name="T58" fmla="*/ 0 w 3772"/>
                <a:gd name="T59" fmla="*/ 115 h 3535"/>
                <a:gd name="T60" fmla="*/ 0 w 3772"/>
                <a:gd name="T61" fmla="*/ 2557 h 3535"/>
                <a:gd name="T62" fmla="*/ 115 w 3772"/>
                <a:gd name="T63" fmla="*/ 2672 h 3535"/>
                <a:gd name="T64" fmla="*/ 1054 w 3772"/>
                <a:gd name="T65" fmla="*/ 2672 h 3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72" h="3535">
                  <a:moveTo>
                    <a:pt x="1917" y="1791"/>
                  </a:moveTo>
                  <a:cubicBezTo>
                    <a:pt x="1917" y="1985"/>
                    <a:pt x="1917" y="1985"/>
                    <a:pt x="1917" y="1985"/>
                  </a:cubicBezTo>
                  <a:moveTo>
                    <a:pt x="1917" y="1123"/>
                  </a:moveTo>
                  <a:cubicBezTo>
                    <a:pt x="1917" y="1028"/>
                    <a:pt x="1840" y="951"/>
                    <a:pt x="1745" y="951"/>
                  </a:cubicBezTo>
                  <a:cubicBezTo>
                    <a:pt x="1650" y="951"/>
                    <a:pt x="1573" y="1028"/>
                    <a:pt x="1573" y="1123"/>
                  </a:cubicBezTo>
                  <a:cubicBezTo>
                    <a:pt x="1573" y="1123"/>
                    <a:pt x="1573" y="1127"/>
                    <a:pt x="1573" y="1135"/>
                  </a:cubicBezTo>
                  <a:cubicBezTo>
                    <a:pt x="1573" y="1252"/>
                    <a:pt x="1573" y="2194"/>
                    <a:pt x="1573" y="2527"/>
                  </a:cubicBezTo>
                  <a:cubicBezTo>
                    <a:pt x="1573" y="2581"/>
                    <a:pt x="1507" y="2608"/>
                    <a:pt x="1469" y="2569"/>
                  </a:cubicBezTo>
                  <a:cubicBezTo>
                    <a:pt x="1282" y="2383"/>
                    <a:pt x="1282" y="2383"/>
                    <a:pt x="1282" y="2383"/>
                  </a:cubicBezTo>
                  <a:cubicBezTo>
                    <a:pt x="1210" y="2311"/>
                    <a:pt x="1095" y="2311"/>
                    <a:pt x="1023" y="2383"/>
                  </a:cubicBezTo>
                  <a:cubicBezTo>
                    <a:pt x="952" y="2454"/>
                    <a:pt x="952" y="2570"/>
                    <a:pt x="1023" y="2641"/>
                  </a:cubicBezTo>
                  <a:cubicBezTo>
                    <a:pt x="1659" y="3277"/>
                    <a:pt x="1659" y="3277"/>
                    <a:pt x="1659" y="3277"/>
                  </a:cubicBezTo>
                  <a:cubicBezTo>
                    <a:pt x="1813" y="3436"/>
                    <a:pt x="2026" y="3535"/>
                    <a:pt x="2262" y="3535"/>
                  </a:cubicBezTo>
                  <a:cubicBezTo>
                    <a:pt x="2643" y="3535"/>
                    <a:pt x="2951" y="3227"/>
                    <a:pt x="2951" y="2846"/>
                  </a:cubicBezTo>
                  <a:cubicBezTo>
                    <a:pt x="2951" y="2184"/>
                    <a:pt x="2951" y="2184"/>
                    <a:pt x="2951" y="2184"/>
                  </a:cubicBezTo>
                  <a:cubicBezTo>
                    <a:pt x="2951" y="2105"/>
                    <a:pt x="2897" y="2036"/>
                    <a:pt x="2820" y="2017"/>
                  </a:cubicBezTo>
                  <a:cubicBezTo>
                    <a:pt x="1917" y="1791"/>
                    <a:pt x="1917" y="1791"/>
                    <a:pt x="1917" y="1791"/>
                  </a:cubicBezTo>
                  <a:lnTo>
                    <a:pt x="1917" y="1123"/>
                  </a:lnTo>
                  <a:close/>
                  <a:moveTo>
                    <a:pt x="1917" y="1602"/>
                  </a:moveTo>
                  <a:cubicBezTo>
                    <a:pt x="2114" y="1532"/>
                    <a:pt x="2254" y="1344"/>
                    <a:pt x="2254" y="1123"/>
                  </a:cubicBezTo>
                  <a:cubicBezTo>
                    <a:pt x="2254" y="842"/>
                    <a:pt x="2026" y="614"/>
                    <a:pt x="1744" y="614"/>
                  </a:cubicBezTo>
                  <a:cubicBezTo>
                    <a:pt x="1463" y="614"/>
                    <a:pt x="1235" y="842"/>
                    <a:pt x="1235" y="1123"/>
                  </a:cubicBezTo>
                  <a:cubicBezTo>
                    <a:pt x="1235" y="1344"/>
                    <a:pt x="1376" y="1532"/>
                    <a:pt x="1573" y="1603"/>
                  </a:cubicBezTo>
                  <a:moveTo>
                    <a:pt x="2951" y="2672"/>
                  </a:moveTo>
                  <a:cubicBezTo>
                    <a:pt x="3657" y="2672"/>
                    <a:pt x="3657" y="2672"/>
                    <a:pt x="3657" y="2672"/>
                  </a:cubicBezTo>
                  <a:cubicBezTo>
                    <a:pt x="3720" y="2672"/>
                    <a:pt x="3772" y="2621"/>
                    <a:pt x="3772" y="2557"/>
                  </a:cubicBezTo>
                  <a:cubicBezTo>
                    <a:pt x="3772" y="115"/>
                    <a:pt x="3772" y="115"/>
                    <a:pt x="3772" y="115"/>
                  </a:cubicBezTo>
                  <a:cubicBezTo>
                    <a:pt x="3772" y="51"/>
                    <a:pt x="3720" y="0"/>
                    <a:pt x="3657" y="0"/>
                  </a:cubicBezTo>
                  <a:cubicBezTo>
                    <a:pt x="115" y="0"/>
                    <a:pt x="115" y="0"/>
                    <a:pt x="115" y="0"/>
                  </a:cubicBezTo>
                  <a:cubicBezTo>
                    <a:pt x="51" y="0"/>
                    <a:pt x="0" y="51"/>
                    <a:pt x="0" y="115"/>
                  </a:cubicBezTo>
                  <a:cubicBezTo>
                    <a:pt x="0" y="2557"/>
                    <a:pt x="0" y="2557"/>
                    <a:pt x="0" y="2557"/>
                  </a:cubicBezTo>
                  <a:cubicBezTo>
                    <a:pt x="0" y="2621"/>
                    <a:pt x="51" y="2672"/>
                    <a:pt x="115" y="2672"/>
                  </a:cubicBezTo>
                  <a:cubicBezTo>
                    <a:pt x="1054" y="2672"/>
                    <a:pt x="1054" y="2672"/>
                    <a:pt x="1054" y="2672"/>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6D481409-270E-BD54-D626-52021F41075A}"/>
              </a:ext>
              <a:ext uri="{C183D7F6-B498-43B3-948B-1728B52AA6E4}">
                <adec:decorative xmlns:adec="http://schemas.microsoft.com/office/drawing/2017/decorative" val="1"/>
              </a:ext>
            </a:extLst>
          </p:cNvPr>
          <p:cNvGrpSpPr/>
          <p:nvPr/>
        </p:nvGrpSpPr>
        <p:grpSpPr>
          <a:xfrm>
            <a:off x="9285167" y="1512271"/>
            <a:ext cx="1046156" cy="1046156"/>
            <a:chOff x="9285167" y="1512271"/>
            <a:chExt cx="1046156" cy="1046156"/>
          </a:xfrm>
        </p:grpSpPr>
        <p:sp>
          <p:nvSpPr>
            <p:cNvPr id="50" name="Oval 49">
              <a:extLst>
                <a:ext uri="{FF2B5EF4-FFF2-40B4-BE49-F238E27FC236}">
                  <a16:creationId xmlns:a16="http://schemas.microsoft.com/office/drawing/2014/main" id="{806DF215-DC82-F331-FD9B-CF998F6FFACA}"/>
                </a:ext>
                <a:ext uri="{C183D7F6-B498-43B3-948B-1728B52AA6E4}">
                  <adec:decorative xmlns:adec="http://schemas.microsoft.com/office/drawing/2017/decorative" val="1"/>
                </a:ext>
              </a:extLst>
            </p:cNvPr>
            <p:cNvSpPr/>
            <p:nvPr/>
          </p:nvSpPr>
          <p:spPr bwMode="auto">
            <a:xfrm>
              <a:off x="9285167" y="1512271"/>
              <a:ext cx="1046156" cy="1046156"/>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check 3">
              <a:extLst>
                <a:ext uri="{FF2B5EF4-FFF2-40B4-BE49-F238E27FC236}">
                  <a16:creationId xmlns:a16="http://schemas.microsoft.com/office/drawing/2014/main" id="{9829E996-12D5-00BF-04D2-31717F937E4B}"/>
                </a:ext>
              </a:extLst>
            </p:cNvPr>
            <p:cNvSpPr>
              <a:spLocks noChangeAspect="1" noEditPoints="1"/>
            </p:cNvSpPr>
            <p:nvPr/>
          </p:nvSpPr>
          <p:spPr bwMode="auto">
            <a:xfrm>
              <a:off x="9572906" y="1801375"/>
              <a:ext cx="470678" cy="467949"/>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52" name="Group 51">
            <a:extLst>
              <a:ext uri="{FF2B5EF4-FFF2-40B4-BE49-F238E27FC236}">
                <a16:creationId xmlns:a16="http://schemas.microsoft.com/office/drawing/2014/main" id="{144AAE2D-DD76-E848-DD9B-5C27E1AE80F1}"/>
              </a:ext>
              <a:ext uri="{C183D7F6-B498-43B3-948B-1728B52AA6E4}">
                <adec:decorative xmlns:adec="http://schemas.microsoft.com/office/drawing/2017/decorative" val="1"/>
              </a:ext>
            </a:extLst>
          </p:cNvPr>
          <p:cNvGrpSpPr/>
          <p:nvPr/>
        </p:nvGrpSpPr>
        <p:grpSpPr>
          <a:xfrm>
            <a:off x="7393701" y="4218558"/>
            <a:ext cx="1046156" cy="1046156"/>
            <a:chOff x="7393701" y="4218558"/>
            <a:chExt cx="1046156" cy="1046156"/>
          </a:xfrm>
        </p:grpSpPr>
        <p:sp>
          <p:nvSpPr>
            <p:cNvPr id="53" name="Oval 52">
              <a:extLst>
                <a:ext uri="{FF2B5EF4-FFF2-40B4-BE49-F238E27FC236}">
                  <a16:creationId xmlns:a16="http://schemas.microsoft.com/office/drawing/2014/main" id="{60A49A33-CBC8-B4B3-E7DE-6980F6195E94}"/>
                </a:ext>
                <a:ext uri="{C183D7F6-B498-43B3-948B-1728B52AA6E4}">
                  <adec:decorative xmlns:adec="http://schemas.microsoft.com/office/drawing/2017/decorative" val="1"/>
                </a:ext>
              </a:extLst>
            </p:cNvPr>
            <p:cNvSpPr/>
            <p:nvPr/>
          </p:nvSpPr>
          <p:spPr bwMode="auto">
            <a:xfrm>
              <a:off x="7393701" y="4218558"/>
              <a:ext cx="1046156" cy="1046156"/>
            </a:xfrm>
            <a:prstGeom prst="ellipse">
              <a:avLst/>
            </a:prstGeom>
            <a:solidFill>
              <a:schemeClr val="tx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Fingerprint_E928">
              <a:extLst>
                <a:ext uri="{FF2B5EF4-FFF2-40B4-BE49-F238E27FC236}">
                  <a16:creationId xmlns:a16="http://schemas.microsoft.com/office/drawing/2014/main" id="{FAB396BA-BADB-9D96-D53E-90423283959D}"/>
                </a:ext>
              </a:extLst>
            </p:cNvPr>
            <p:cNvSpPr>
              <a:spLocks noChangeAspect="1" noEditPoints="1"/>
            </p:cNvSpPr>
            <p:nvPr/>
          </p:nvSpPr>
          <p:spPr bwMode="auto">
            <a:xfrm>
              <a:off x="7742355" y="4507067"/>
              <a:ext cx="348848" cy="469138"/>
            </a:xfrm>
            <a:custGeom>
              <a:avLst/>
              <a:gdLst>
                <a:gd name="T0" fmla="*/ 1116 w 2414"/>
                <a:gd name="T1" fmla="*/ 1998 h 3246"/>
                <a:gd name="T2" fmla="*/ 117 w 2414"/>
                <a:gd name="T3" fmla="*/ 2996 h 3246"/>
                <a:gd name="T4" fmla="*/ 2115 w 2414"/>
                <a:gd name="T5" fmla="*/ 250 h 3246"/>
                <a:gd name="T6" fmla="*/ 1116 w 2414"/>
                <a:gd name="T7" fmla="*/ 0 h 3246"/>
                <a:gd name="T8" fmla="*/ 117 w 2414"/>
                <a:gd name="T9" fmla="*/ 250 h 3246"/>
                <a:gd name="T10" fmla="*/ 2414 w 2414"/>
                <a:gd name="T11" fmla="*/ 1248 h 3246"/>
                <a:gd name="T12" fmla="*/ 1116 w 2414"/>
                <a:gd name="T13" fmla="*/ 499 h 3246"/>
                <a:gd name="T14" fmla="*/ 0 w 2414"/>
                <a:gd name="T15" fmla="*/ 999 h 3246"/>
                <a:gd name="T16" fmla="*/ 1677 w 2414"/>
                <a:gd name="T17" fmla="*/ 3246 h 3246"/>
                <a:gd name="T18" fmla="*/ 2115 w 2414"/>
                <a:gd name="T19" fmla="*/ 1998 h 3246"/>
                <a:gd name="T20" fmla="*/ 1116 w 2414"/>
                <a:gd name="T21" fmla="*/ 999 h 3246"/>
                <a:gd name="T22" fmla="*/ 117 w 2414"/>
                <a:gd name="T23" fmla="*/ 1998 h 3246"/>
                <a:gd name="T24" fmla="*/ 946 w 2414"/>
                <a:gd name="T25" fmla="*/ 3246 h 3246"/>
                <a:gd name="T26" fmla="*/ 1616 w 2414"/>
                <a:gd name="T27" fmla="*/ 1998 h 3246"/>
                <a:gd name="T28" fmla="*/ 1116 w 2414"/>
                <a:gd name="T29" fmla="*/ 1498 h 3246"/>
                <a:gd name="T30" fmla="*/ 617 w 2414"/>
                <a:gd name="T31" fmla="*/ 1998 h 3246"/>
                <a:gd name="T32" fmla="*/ 117 w 2414"/>
                <a:gd name="T33" fmla="*/ 2497 h 3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14" h="3246">
                  <a:moveTo>
                    <a:pt x="1116" y="1998"/>
                  </a:moveTo>
                  <a:cubicBezTo>
                    <a:pt x="1116" y="2550"/>
                    <a:pt x="669" y="2996"/>
                    <a:pt x="117" y="2996"/>
                  </a:cubicBezTo>
                  <a:moveTo>
                    <a:pt x="2115" y="250"/>
                  </a:moveTo>
                  <a:cubicBezTo>
                    <a:pt x="1819" y="91"/>
                    <a:pt x="1479" y="0"/>
                    <a:pt x="1116" y="0"/>
                  </a:cubicBezTo>
                  <a:cubicBezTo>
                    <a:pt x="754" y="0"/>
                    <a:pt x="413" y="91"/>
                    <a:pt x="117" y="250"/>
                  </a:cubicBezTo>
                  <a:moveTo>
                    <a:pt x="2414" y="1248"/>
                  </a:moveTo>
                  <a:cubicBezTo>
                    <a:pt x="2155" y="801"/>
                    <a:pt x="1671" y="499"/>
                    <a:pt x="1116" y="499"/>
                  </a:cubicBezTo>
                  <a:cubicBezTo>
                    <a:pt x="673" y="499"/>
                    <a:pt x="274" y="692"/>
                    <a:pt x="0" y="999"/>
                  </a:cubicBezTo>
                  <a:moveTo>
                    <a:pt x="1677" y="3246"/>
                  </a:moveTo>
                  <a:cubicBezTo>
                    <a:pt x="1951" y="2904"/>
                    <a:pt x="2115" y="2470"/>
                    <a:pt x="2115" y="1998"/>
                  </a:cubicBezTo>
                  <a:cubicBezTo>
                    <a:pt x="2115" y="1446"/>
                    <a:pt x="1668" y="999"/>
                    <a:pt x="1116" y="999"/>
                  </a:cubicBezTo>
                  <a:cubicBezTo>
                    <a:pt x="565" y="999"/>
                    <a:pt x="117" y="1446"/>
                    <a:pt x="117" y="1998"/>
                  </a:cubicBezTo>
                  <a:moveTo>
                    <a:pt x="946" y="3246"/>
                  </a:moveTo>
                  <a:cubicBezTo>
                    <a:pt x="1350" y="2978"/>
                    <a:pt x="1616" y="2519"/>
                    <a:pt x="1616" y="1998"/>
                  </a:cubicBezTo>
                  <a:cubicBezTo>
                    <a:pt x="1616" y="1722"/>
                    <a:pt x="1392" y="1498"/>
                    <a:pt x="1116" y="1498"/>
                  </a:cubicBezTo>
                  <a:cubicBezTo>
                    <a:pt x="840" y="1498"/>
                    <a:pt x="617" y="1722"/>
                    <a:pt x="617" y="1998"/>
                  </a:cubicBezTo>
                  <a:cubicBezTo>
                    <a:pt x="617" y="2274"/>
                    <a:pt x="393" y="2497"/>
                    <a:pt x="117" y="2497"/>
                  </a:cubicBezTo>
                </a:path>
              </a:pathLst>
            </a:custGeom>
            <a:no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55" name="Group 54">
            <a:extLst>
              <a:ext uri="{FF2B5EF4-FFF2-40B4-BE49-F238E27FC236}">
                <a16:creationId xmlns:a16="http://schemas.microsoft.com/office/drawing/2014/main" id="{64D65819-46A1-8849-80A3-D5B7E2AFD9F7}"/>
              </a:ext>
              <a:ext uri="{C183D7F6-B498-43B3-948B-1728B52AA6E4}">
                <adec:decorative xmlns:adec="http://schemas.microsoft.com/office/drawing/2017/decorative" val="1"/>
              </a:ext>
            </a:extLst>
          </p:cNvPr>
          <p:cNvGrpSpPr/>
          <p:nvPr/>
        </p:nvGrpSpPr>
        <p:grpSpPr>
          <a:xfrm>
            <a:off x="3610765" y="4218558"/>
            <a:ext cx="1046156" cy="1046156"/>
            <a:chOff x="3610765" y="4218558"/>
            <a:chExt cx="1046156" cy="1046156"/>
          </a:xfrm>
        </p:grpSpPr>
        <p:sp>
          <p:nvSpPr>
            <p:cNvPr id="56" name="Oval 55">
              <a:extLst>
                <a:ext uri="{FF2B5EF4-FFF2-40B4-BE49-F238E27FC236}">
                  <a16:creationId xmlns:a16="http://schemas.microsoft.com/office/drawing/2014/main" id="{513B4195-3770-7F99-D7C7-18E5B50A4438}"/>
                </a:ext>
                <a:ext uri="{C183D7F6-B498-43B3-948B-1728B52AA6E4}">
                  <adec:decorative xmlns:adec="http://schemas.microsoft.com/office/drawing/2017/decorative" val="1"/>
                </a:ext>
              </a:extLst>
            </p:cNvPr>
            <p:cNvSpPr/>
            <p:nvPr/>
          </p:nvSpPr>
          <p:spPr bwMode="auto">
            <a:xfrm>
              <a:off x="3610765" y="4218558"/>
              <a:ext cx="1046156" cy="1046156"/>
            </a:xfrm>
            <a:prstGeom prst="ellipse">
              <a:avLst/>
            </a:prstGeom>
            <a:solidFill>
              <a:schemeClr val="accent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7" name="Script_F03A">
              <a:extLst>
                <a:ext uri="{FF2B5EF4-FFF2-40B4-BE49-F238E27FC236}">
                  <a16:creationId xmlns:a16="http://schemas.microsoft.com/office/drawing/2014/main" id="{658E3D53-4FBD-9371-F821-DE3D19F7013B}"/>
                </a:ext>
              </a:extLst>
            </p:cNvPr>
            <p:cNvSpPr>
              <a:spLocks noChangeAspect="1" noEditPoints="1"/>
            </p:cNvSpPr>
            <p:nvPr/>
          </p:nvSpPr>
          <p:spPr bwMode="auto">
            <a:xfrm>
              <a:off x="3899772" y="4507451"/>
              <a:ext cx="468143" cy="468370"/>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sp>
        <p:nvSpPr>
          <p:cNvPr id="3" name="Rectangle: Top Corners Rounded 2">
            <a:extLst>
              <a:ext uri="{FF2B5EF4-FFF2-40B4-BE49-F238E27FC236}">
                <a16:creationId xmlns:a16="http://schemas.microsoft.com/office/drawing/2014/main" id="{21E84E46-47C2-AC37-D5F9-AB4FDA3B15EC}"/>
              </a:ext>
              <a:ext uri="{C183D7F6-B498-43B3-948B-1728B52AA6E4}">
                <adec:decorative xmlns:adec="http://schemas.microsoft.com/office/drawing/2017/decorative" val="1"/>
              </a:ext>
            </a:extLst>
          </p:cNvPr>
          <p:cNvSpPr/>
          <p:nvPr/>
        </p:nvSpPr>
        <p:spPr bwMode="auto">
          <a:xfrm rot="16200000" flipH="1" flipV="1">
            <a:off x="400050" y="3655081"/>
            <a:ext cx="1371600" cy="2171699"/>
          </a:xfrm>
          <a:prstGeom prst="round2SameRect">
            <a:avLst>
              <a:gd name="adj1" fmla="val 11667"/>
              <a:gd name="adj2" fmla="val 0"/>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7EB45E0C-D133-B357-AE2A-AD8B92DD3614}"/>
              </a:ext>
              <a:ext uri="{C183D7F6-B498-43B3-948B-1728B52AA6E4}">
                <adec:decorative xmlns:adec="http://schemas.microsoft.com/office/drawing/2017/decorative" val="1"/>
              </a:ext>
            </a:extLst>
          </p:cNvPr>
          <p:cNvGrpSpPr/>
          <p:nvPr/>
        </p:nvGrpSpPr>
        <p:grpSpPr>
          <a:xfrm>
            <a:off x="1513470" y="4179935"/>
            <a:ext cx="464836" cy="464836"/>
            <a:chOff x="11211132" y="63007"/>
            <a:chExt cx="590136" cy="590136"/>
          </a:xfrm>
          <a:solidFill>
            <a:schemeClr val="tx2">
              <a:lumMod val="50000"/>
            </a:schemeClr>
          </a:solidFill>
        </p:grpSpPr>
        <p:sp>
          <p:nvSpPr>
            <p:cNvPr id="7" name="Oval 6">
              <a:extLst>
                <a:ext uri="{FF2B5EF4-FFF2-40B4-BE49-F238E27FC236}">
                  <a16:creationId xmlns:a16="http://schemas.microsoft.com/office/drawing/2014/main" id="{9279DAED-2A52-8E62-8153-621D5A8A99BA}"/>
                </a:ext>
              </a:extLst>
            </p:cNvPr>
            <p:cNvSpPr/>
            <p:nvPr/>
          </p:nvSpPr>
          <p:spPr bwMode="auto">
            <a:xfrm>
              <a:off x="11211132" y="63007"/>
              <a:ext cx="590136" cy="590136"/>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ouch_E815">
              <a:extLst>
                <a:ext uri="{FF2B5EF4-FFF2-40B4-BE49-F238E27FC236}">
                  <a16:creationId xmlns:a16="http://schemas.microsoft.com/office/drawing/2014/main" id="{A2EB6BA9-AD8D-7609-FD8E-9430F8C07CF3}"/>
                </a:ext>
                <a:ext uri="{C183D7F6-B498-43B3-948B-1728B52AA6E4}">
                  <adec:decorative xmlns:adec="http://schemas.microsoft.com/office/drawing/2017/decorative" val="1"/>
                </a:ext>
              </a:extLst>
            </p:cNvPr>
            <p:cNvSpPr>
              <a:spLocks noChangeAspect="1" noEditPoints="1"/>
            </p:cNvSpPr>
            <p:nvPr/>
          </p:nvSpPr>
          <p:spPr bwMode="auto">
            <a:xfrm>
              <a:off x="11383527" y="178790"/>
              <a:ext cx="245346" cy="358570"/>
            </a:xfrm>
            <a:custGeom>
              <a:avLst/>
              <a:gdLst>
                <a:gd name="T0" fmla="*/ 1238 w 2563"/>
                <a:gd name="T1" fmla="*/ 1510 h 3746"/>
                <a:gd name="T2" fmla="*/ 1238 w 2563"/>
                <a:gd name="T3" fmla="*/ 1758 h 3746"/>
                <a:gd name="T4" fmla="*/ 1238 w 2563"/>
                <a:gd name="T5" fmla="*/ 654 h 3746"/>
                <a:gd name="T6" fmla="*/ 1017 w 2563"/>
                <a:gd name="T7" fmla="*/ 433 h 3746"/>
                <a:gd name="T8" fmla="*/ 796 w 2563"/>
                <a:gd name="T9" fmla="*/ 654 h 3746"/>
                <a:gd name="T10" fmla="*/ 796 w 2563"/>
                <a:gd name="T11" fmla="*/ 669 h 3746"/>
                <a:gd name="T12" fmla="*/ 796 w 2563"/>
                <a:gd name="T13" fmla="*/ 2453 h 3746"/>
                <a:gd name="T14" fmla="*/ 662 w 2563"/>
                <a:gd name="T15" fmla="*/ 2508 h 3746"/>
                <a:gd name="T16" fmla="*/ 423 w 2563"/>
                <a:gd name="T17" fmla="*/ 2269 h 3746"/>
                <a:gd name="T18" fmla="*/ 92 w 2563"/>
                <a:gd name="T19" fmla="*/ 2269 h 3746"/>
                <a:gd name="T20" fmla="*/ 92 w 2563"/>
                <a:gd name="T21" fmla="*/ 2600 h 3746"/>
                <a:gd name="T22" fmla="*/ 906 w 2563"/>
                <a:gd name="T23" fmla="*/ 3415 h 3746"/>
                <a:gd name="T24" fmla="*/ 1680 w 2563"/>
                <a:gd name="T25" fmla="*/ 3746 h 3746"/>
                <a:gd name="T26" fmla="*/ 2563 w 2563"/>
                <a:gd name="T27" fmla="*/ 2863 h 3746"/>
                <a:gd name="T28" fmla="*/ 2563 w 2563"/>
                <a:gd name="T29" fmla="*/ 2013 h 3746"/>
                <a:gd name="T30" fmla="*/ 2396 w 2563"/>
                <a:gd name="T31" fmla="*/ 1799 h 3746"/>
                <a:gd name="T32" fmla="*/ 1238 w 2563"/>
                <a:gd name="T33" fmla="*/ 1510 h 3746"/>
                <a:gd name="T34" fmla="*/ 1238 w 2563"/>
                <a:gd name="T35" fmla="*/ 654 h 3746"/>
                <a:gd name="T36" fmla="*/ 1238 w 2563"/>
                <a:gd name="T37" fmla="*/ 1268 h 3746"/>
                <a:gd name="T38" fmla="*/ 1669 w 2563"/>
                <a:gd name="T39" fmla="*/ 654 h 3746"/>
                <a:gd name="T40" fmla="*/ 1016 w 2563"/>
                <a:gd name="T41" fmla="*/ 0 h 3746"/>
                <a:gd name="T42" fmla="*/ 363 w 2563"/>
                <a:gd name="T43" fmla="*/ 654 h 3746"/>
                <a:gd name="T44" fmla="*/ 796 w 2563"/>
                <a:gd name="T45" fmla="*/ 1269 h 3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63" h="3746">
                  <a:moveTo>
                    <a:pt x="1238" y="1510"/>
                  </a:moveTo>
                  <a:cubicBezTo>
                    <a:pt x="1238" y="1758"/>
                    <a:pt x="1238" y="1758"/>
                    <a:pt x="1238" y="1758"/>
                  </a:cubicBezTo>
                  <a:moveTo>
                    <a:pt x="1238" y="654"/>
                  </a:moveTo>
                  <a:cubicBezTo>
                    <a:pt x="1238" y="532"/>
                    <a:pt x="1139" y="433"/>
                    <a:pt x="1017" y="433"/>
                  </a:cubicBezTo>
                  <a:cubicBezTo>
                    <a:pt x="895" y="433"/>
                    <a:pt x="796" y="532"/>
                    <a:pt x="796" y="654"/>
                  </a:cubicBezTo>
                  <a:cubicBezTo>
                    <a:pt x="796" y="654"/>
                    <a:pt x="796" y="659"/>
                    <a:pt x="796" y="669"/>
                  </a:cubicBezTo>
                  <a:cubicBezTo>
                    <a:pt x="796" y="818"/>
                    <a:pt x="796" y="2026"/>
                    <a:pt x="796" y="2453"/>
                  </a:cubicBezTo>
                  <a:cubicBezTo>
                    <a:pt x="796" y="2523"/>
                    <a:pt x="712" y="2557"/>
                    <a:pt x="662" y="2508"/>
                  </a:cubicBezTo>
                  <a:cubicBezTo>
                    <a:pt x="423" y="2269"/>
                    <a:pt x="423" y="2269"/>
                    <a:pt x="423" y="2269"/>
                  </a:cubicBezTo>
                  <a:cubicBezTo>
                    <a:pt x="331" y="2177"/>
                    <a:pt x="183" y="2177"/>
                    <a:pt x="92" y="2269"/>
                  </a:cubicBezTo>
                  <a:cubicBezTo>
                    <a:pt x="0" y="2360"/>
                    <a:pt x="0" y="2508"/>
                    <a:pt x="92" y="2600"/>
                  </a:cubicBezTo>
                  <a:cubicBezTo>
                    <a:pt x="906" y="3415"/>
                    <a:pt x="906" y="3415"/>
                    <a:pt x="906" y="3415"/>
                  </a:cubicBezTo>
                  <a:cubicBezTo>
                    <a:pt x="1104" y="3619"/>
                    <a:pt x="1377" y="3746"/>
                    <a:pt x="1680" y="3746"/>
                  </a:cubicBezTo>
                  <a:cubicBezTo>
                    <a:pt x="2168" y="3746"/>
                    <a:pt x="2563" y="3351"/>
                    <a:pt x="2563" y="2863"/>
                  </a:cubicBezTo>
                  <a:cubicBezTo>
                    <a:pt x="2563" y="2013"/>
                    <a:pt x="2563" y="2013"/>
                    <a:pt x="2563" y="2013"/>
                  </a:cubicBezTo>
                  <a:cubicBezTo>
                    <a:pt x="2563" y="1912"/>
                    <a:pt x="2494" y="1824"/>
                    <a:pt x="2396" y="1799"/>
                  </a:cubicBezTo>
                  <a:cubicBezTo>
                    <a:pt x="1238" y="1510"/>
                    <a:pt x="1238" y="1510"/>
                    <a:pt x="1238" y="1510"/>
                  </a:cubicBezTo>
                  <a:lnTo>
                    <a:pt x="1238" y="654"/>
                  </a:lnTo>
                  <a:close/>
                  <a:moveTo>
                    <a:pt x="1238" y="1268"/>
                  </a:moveTo>
                  <a:cubicBezTo>
                    <a:pt x="1489" y="1177"/>
                    <a:pt x="1669" y="936"/>
                    <a:pt x="1669" y="654"/>
                  </a:cubicBezTo>
                  <a:cubicBezTo>
                    <a:pt x="1669" y="293"/>
                    <a:pt x="1377" y="0"/>
                    <a:pt x="1016" y="0"/>
                  </a:cubicBezTo>
                  <a:cubicBezTo>
                    <a:pt x="655" y="0"/>
                    <a:pt x="363" y="293"/>
                    <a:pt x="363" y="654"/>
                  </a:cubicBezTo>
                  <a:cubicBezTo>
                    <a:pt x="363" y="937"/>
                    <a:pt x="544" y="1178"/>
                    <a:pt x="796" y="1269"/>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endParaRPr>
            </a:p>
          </p:txBody>
        </p:sp>
      </p:grpSp>
      <p:sp>
        <p:nvSpPr>
          <p:cNvPr id="4" name="TextBox 3">
            <a:extLst>
              <a:ext uri="{FF2B5EF4-FFF2-40B4-BE49-F238E27FC236}">
                <a16:creationId xmlns:a16="http://schemas.microsoft.com/office/drawing/2014/main" id="{B787DAB3-0164-AC29-75E1-087296E8FF35}"/>
              </a:ext>
              <a:ext uri="{C183D7F6-B498-43B3-948B-1728B52AA6E4}">
                <adec:decorative xmlns:adec="http://schemas.microsoft.com/office/drawing/2017/decorative" val="1"/>
              </a:ext>
            </a:extLst>
          </p:cNvPr>
          <p:cNvSpPr txBox="1"/>
          <p:nvPr/>
        </p:nvSpPr>
        <p:spPr>
          <a:xfrm>
            <a:off x="309301" y="4248488"/>
            <a:ext cx="1737360" cy="815608"/>
          </a:xfrm>
          <a:prstGeom prst="rect">
            <a:avLst/>
          </a:prstGeom>
          <a:noFill/>
        </p:spPr>
        <p:txBody>
          <a:bodyPr wrap="square" lIns="0" tIns="0" rIns="0" bIns="0">
            <a:spAutoFit/>
          </a:bodyPr>
          <a:lstStyle/>
          <a:p>
            <a:pPr>
              <a:spcAft>
                <a:spcPts val="600"/>
              </a:spcAft>
            </a:pPr>
            <a:r>
              <a:rPr lang="en-US" sz="1400" b="1" dirty="0">
                <a:solidFill>
                  <a:schemeClr val="bg1"/>
                </a:solidFill>
                <a:latin typeface="Segoe UI"/>
              </a:rPr>
              <a:t>Extra steps:</a:t>
            </a:r>
            <a:endParaRPr lang="en-US" sz="1400" b="1" dirty="0">
              <a:solidFill>
                <a:schemeClr val="bg1"/>
              </a:solidFill>
              <a:latin typeface="Segoe UI"/>
              <a:hlinkClick r:id="rId3" action="ppaction://hlinksldjump">
                <a:extLst>
                  <a:ext uri="{A12FA001-AC4F-418D-AE19-62706E023703}">
                    <ahyp:hlinkClr xmlns:ahyp="http://schemas.microsoft.com/office/drawing/2018/hyperlinkcolor" val="tx"/>
                  </a:ext>
                </a:extLst>
              </a:hlinkClick>
            </a:endParaRPr>
          </a:p>
          <a:p>
            <a:pPr>
              <a:spcAft>
                <a:spcPts val="600"/>
              </a:spcAft>
            </a:pPr>
            <a:r>
              <a:rPr lang="en-US" sz="1200" dirty="0">
                <a:solidFill>
                  <a:schemeClr val="accent6"/>
                </a:solidFill>
                <a:latin typeface="Segoe UI"/>
                <a:hlinkClick r:id="rId3" action="ppaction://hlinksldjump">
                  <a:extLst>
                    <a:ext uri="{A12FA001-AC4F-418D-AE19-62706E023703}">
                      <ahyp:hlinkClr xmlns:ahyp="http://schemas.microsoft.com/office/drawing/2018/hyperlinkcolor" val="tx"/>
                    </a:ext>
                  </a:extLst>
                </a:hlinkClick>
              </a:rPr>
              <a:t>S</a:t>
            </a:r>
            <a:r>
              <a:rPr lang="en-US" sz="1100" dirty="0">
                <a:solidFill>
                  <a:schemeClr val="accent6"/>
                </a:solidFill>
                <a:latin typeface="Segoe UI"/>
                <a:hlinkClick r:id="rId3" action="ppaction://hlinksldjump">
                  <a:extLst>
                    <a:ext uri="{A12FA001-AC4F-418D-AE19-62706E023703}">
                      <ahyp:hlinkClr xmlns:ahyp="http://schemas.microsoft.com/office/drawing/2018/hyperlinkcolor" val="tx"/>
                    </a:ext>
                  </a:extLst>
                </a:hlinkClick>
              </a:rPr>
              <a:t>et up sign-in with phishing-resistant credentials</a:t>
            </a:r>
            <a:endParaRPr lang="en-US" sz="1200" dirty="0">
              <a:solidFill>
                <a:schemeClr val="accent6"/>
              </a:solidFill>
            </a:endParaRPr>
          </a:p>
        </p:txBody>
      </p:sp>
    </p:spTree>
    <p:extLst>
      <p:ext uri="{BB962C8B-B14F-4D97-AF65-F5344CB8AC3E}">
        <p14:creationId xmlns:p14="http://schemas.microsoft.com/office/powerpoint/2010/main" val="79519662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81B1E-F71A-5D62-7D73-5D52EF78CDE1}"/>
            </a:ext>
          </a:extLst>
        </p:cNvPr>
        <p:cNvGrpSpPr/>
        <p:nvPr/>
      </p:nvGrpSpPr>
      <p:grpSpPr>
        <a:xfrm>
          <a:off x="0" y="0"/>
          <a:ext cx="0" cy="0"/>
          <a:chOff x="0" y="0"/>
          <a:chExt cx="0" cy="0"/>
        </a:xfrm>
      </p:grpSpPr>
      <p:cxnSp>
        <p:nvCxnSpPr>
          <p:cNvPr id="1041" name="Straight Connector 1040">
            <a:extLst>
              <a:ext uri="{FF2B5EF4-FFF2-40B4-BE49-F238E27FC236}">
                <a16:creationId xmlns:a16="http://schemas.microsoft.com/office/drawing/2014/main" id="{AAEFC7C1-518B-8478-2649-8AC7128B658E}"/>
              </a:ext>
              <a:ext uri="{C183D7F6-B498-43B3-948B-1728B52AA6E4}">
                <adec:decorative xmlns:adec="http://schemas.microsoft.com/office/drawing/2017/decorative" val="1"/>
              </a:ext>
            </a:extLst>
          </p:cNvPr>
          <p:cNvCxnSpPr>
            <a:cxnSpLocks/>
          </p:cNvCxnSpPr>
          <p:nvPr/>
        </p:nvCxnSpPr>
        <p:spPr>
          <a:xfrm>
            <a:off x="918412" y="0"/>
            <a:ext cx="0" cy="1965960"/>
          </a:xfrm>
          <a:prstGeom prst="line">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42" name="Arc 1041">
            <a:extLst>
              <a:ext uri="{FF2B5EF4-FFF2-40B4-BE49-F238E27FC236}">
                <a16:creationId xmlns:a16="http://schemas.microsoft.com/office/drawing/2014/main" id="{C00EF405-C592-4010-52B6-C8102DF3AA8A}"/>
              </a:ext>
              <a:ext uri="{C183D7F6-B498-43B3-948B-1728B52AA6E4}">
                <adec:decorative xmlns:adec="http://schemas.microsoft.com/office/drawing/2017/decorative" val="1"/>
              </a:ext>
            </a:extLst>
          </p:cNvPr>
          <p:cNvSpPr/>
          <p:nvPr/>
        </p:nvSpPr>
        <p:spPr>
          <a:xfrm flipH="1" flipV="1">
            <a:off x="918412" y="1323192"/>
            <a:ext cx="1258643" cy="1258643"/>
          </a:xfrm>
          <a:prstGeom prst="arc">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43" name="Straight Connector 1042">
            <a:extLst>
              <a:ext uri="{FF2B5EF4-FFF2-40B4-BE49-F238E27FC236}">
                <a16:creationId xmlns:a16="http://schemas.microsoft.com/office/drawing/2014/main" id="{0628DFA7-70FE-3612-140D-E06A2FC8786D}"/>
              </a:ext>
              <a:ext uri="{C183D7F6-B498-43B3-948B-1728B52AA6E4}">
                <adec:decorative xmlns:adec="http://schemas.microsoft.com/office/drawing/2017/decorative" val="1"/>
              </a:ext>
            </a:extLst>
          </p:cNvPr>
          <p:cNvCxnSpPr>
            <a:cxnSpLocks/>
          </p:cNvCxnSpPr>
          <p:nvPr/>
        </p:nvCxnSpPr>
        <p:spPr>
          <a:xfrm rot="5400000">
            <a:off x="6005237" y="-1944445"/>
            <a:ext cx="0" cy="9052560"/>
          </a:xfrm>
          <a:prstGeom prst="line">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44" name="Arc 1043">
            <a:extLst>
              <a:ext uri="{FF2B5EF4-FFF2-40B4-BE49-F238E27FC236}">
                <a16:creationId xmlns:a16="http://schemas.microsoft.com/office/drawing/2014/main" id="{F77DCD6A-B2B9-7F6B-6E3E-F35E28DEBFB2}"/>
              </a:ext>
              <a:ext uri="{C183D7F6-B498-43B3-948B-1728B52AA6E4}">
                <adec:decorative xmlns:adec="http://schemas.microsoft.com/office/drawing/2017/decorative" val="1"/>
              </a:ext>
            </a:extLst>
          </p:cNvPr>
          <p:cNvSpPr/>
          <p:nvPr/>
        </p:nvSpPr>
        <p:spPr>
          <a:xfrm rot="10800000" flipH="1" flipV="1">
            <a:off x="9890765" y="2581835"/>
            <a:ext cx="1258643" cy="1258643"/>
          </a:xfrm>
          <a:prstGeom prst="arc">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45" name="Straight Connector 1044">
            <a:extLst>
              <a:ext uri="{FF2B5EF4-FFF2-40B4-BE49-F238E27FC236}">
                <a16:creationId xmlns:a16="http://schemas.microsoft.com/office/drawing/2014/main" id="{0997F55A-929B-AE97-7CAA-17DA6E58B8FD}"/>
              </a:ext>
              <a:ext uri="{C183D7F6-B498-43B3-948B-1728B52AA6E4}">
                <adec:decorative xmlns:adec="http://schemas.microsoft.com/office/drawing/2017/decorative" val="1"/>
              </a:ext>
            </a:extLst>
          </p:cNvPr>
          <p:cNvCxnSpPr>
            <a:cxnSpLocks/>
          </p:cNvCxnSpPr>
          <p:nvPr/>
        </p:nvCxnSpPr>
        <p:spPr>
          <a:xfrm>
            <a:off x="11149408" y="3196813"/>
            <a:ext cx="0" cy="1188720"/>
          </a:xfrm>
          <a:prstGeom prst="line">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46" name="Arc 1045">
            <a:extLst>
              <a:ext uri="{FF2B5EF4-FFF2-40B4-BE49-F238E27FC236}">
                <a16:creationId xmlns:a16="http://schemas.microsoft.com/office/drawing/2014/main" id="{B65612DB-9F81-5B7D-A285-C1505E37EFA3}"/>
              </a:ext>
              <a:ext uri="{C183D7F6-B498-43B3-948B-1728B52AA6E4}">
                <adec:decorative xmlns:adec="http://schemas.microsoft.com/office/drawing/2017/decorative" val="1"/>
              </a:ext>
            </a:extLst>
          </p:cNvPr>
          <p:cNvSpPr/>
          <p:nvPr/>
        </p:nvSpPr>
        <p:spPr>
          <a:xfrm rot="16200000" flipH="1" flipV="1">
            <a:off x="9890765" y="3734695"/>
            <a:ext cx="1258643" cy="1258643"/>
          </a:xfrm>
          <a:prstGeom prst="arc">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47" name="Straight Connector 1046">
            <a:extLst>
              <a:ext uri="{FF2B5EF4-FFF2-40B4-BE49-F238E27FC236}">
                <a16:creationId xmlns:a16="http://schemas.microsoft.com/office/drawing/2014/main" id="{729D9F50-6C89-6CF1-9B56-31ED0610B710}"/>
              </a:ext>
              <a:ext uri="{C183D7F6-B498-43B3-948B-1728B52AA6E4}">
                <adec:decorative xmlns:adec="http://schemas.microsoft.com/office/drawing/2017/decorative" val="1"/>
              </a:ext>
            </a:extLst>
          </p:cNvPr>
          <p:cNvCxnSpPr>
            <a:cxnSpLocks/>
          </p:cNvCxnSpPr>
          <p:nvPr/>
        </p:nvCxnSpPr>
        <p:spPr>
          <a:xfrm rot="5400000">
            <a:off x="6168625" y="604217"/>
            <a:ext cx="0" cy="8778240"/>
          </a:xfrm>
          <a:prstGeom prst="line">
            <a:avLst/>
          </a:prstGeom>
          <a:ln w="381000"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053" name="Group 1052">
            <a:extLst>
              <a:ext uri="{FF2B5EF4-FFF2-40B4-BE49-F238E27FC236}">
                <a16:creationId xmlns:a16="http://schemas.microsoft.com/office/drawing/2014/main" id="{603A5890-B9F5-DAE6-DF58-1181AB89D2E2}"/>
              </a:ext>
              <a:ext uri="{C183D7F6-B498-43B3-948B-1728B52AA6E4}">
                <adec:decorative xmlns:adec="http://schemas.microsoft.com/office/drawing/2017/decorative" val="1"/>
              </a:ext>
            </a:extLst>
          </p:cNvPr>
          <p:cNvGrpSpPr/>
          <p:nvPr/>
        </p:nvGrpSpPr>
        <p:grpSpPr>
          <a:xfrm>
            <a:off x="4401083" y="2489570"/>
            <a:ext cx="237358" cy="208765"/>
            <a:chOff x="9198739" y="1690998"/>
            <a:chExt cx="212549" cy="186945"/>
          </a:xfrm>
          <a:solidFill>
            <a:schemeClr val="bg1">
              <a:lumMod val="65000"/>
            </a:schemeClr>
          </a:solidFill>
        </p:grpSpPr>
        <p:sp>
          <p:nvSpPr>
            <p:cNvPr id="1054" name="Graphic 27">
              <a:extLst>
                <a:ext uri="{FF2B5EF4-FFF2-40B4-BE49-F238E27FC236}">
                  <a16:creationId xmlns:a16="http://schemas.microsoft.com/office/drawing/2014/main" id="{0C7F0573-9327-A603-EF99-BE8580FAC150}"/>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55" name="Graphic 27">
              <a:extLst>
                <a:ext uri="{FF2B5EF4-FFF2-40B4-BE49-F238E27FC236}">
                  <a16:creationId xmlns:a16="http://schemas.microsoft.com/office/drawing/2014/main" id="{20139D6E-75DC-B223-96C7-298BB2C43BBD}"/>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 name="Title 1">
            <a:extLst>
              <a:ext uri="{FF2B5EF4-FFF2-40B4-BE49-F238E27FC236}">
                <a16:creationId xmlns:a16="http://schemas.microsoft.com/office/drawing/2014/main" id="{10E4F6B4-21C1-4E41-C679-58EE60B79CA3}"/>
              </a:ext>
            </a:extLst>
          </p:cNvPr>
          <p:cNvSpPr>
            <a:spLocks noGrp="1"/>
          </p:cNvSpPr>
          <p:nvPr>
            <p:ph type="title"/>
          </p:nvPr>
        </p:nvSpPr>
        <p:spPr>
          <a:xfrm>
            <a:off x="1405104" y="237484"/>
            <a:ext cx="7538839" cy="800219"/>
          </a:xfrm>
          <a:solidFill>
            <a:schemeClr val="bg1"/>
          </a:solidFill>
        </p:spPr>
        <p:txBody>
          <a:bodyPr/>
          <a:lstStyle/>
          <a:p>
            <a:r>
              <a:rPr lang="fr-FR" sz="2600" noProof="0" dirty="0"/>
              <a:t>Intégration avec Verified ID et configuration de MIE résistants à l’hameçonnage</a:t>
            </a:r>
          </a:p>
        </p:txBody>
      </p:sp>
      <p:sp>
        <p:nvSpPr>
          <p:cNvPr id="1098" name="Text Placeholder 8">
            <a:extLst>
              <a:ext uri="{FF2B5EF4-FFF2-40B4-BE49-F238E27FC236}">
                <a16:creationId xmlns:a16="http://schemas.microsoft.com/office/drawing/2014/main" id="{ECD96E0B-B8EE-0555-0FD6-E366B9A8B671}"/>
              </a:ext>
            </a:extLst>
          </p:cNvPr>
          <p:cNvSpPr txBox="1">
            <a:spLocks/>
          </p:cNvSpPr>
          <p:nvPr/>
        </p:nvSpPr>
        <p:spPr>
          <a:xfrm>
            <a:off x="1361814" y="1260558"/>
            <a:ext cx="2109021" cy="457200"/>
          </a:xfrm>
          <a:prstGeom prst="rect">
            <a:avLst/>
          </a:prstGeom>
          <a:solidFill>
            <a:schemeClr val="bg1"/>
          </a:solidFill>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200" b="1" i="0" u="none" strike="noStrike" kern="1200" cap="none" spc="0" normalizeH="0" baseline="0" noProof="0">
                <a:ln>
                  <a:noFill/>
                </a:ln>
                <a:solidFill>
                  <a:schemeClr val="tx2"/>
                </a:solidFill>
                <a:effectLst/>
                <a:uLnTx/>
                <a:uFillTx/>
                <a:latin typeface="+mn-lt"/>
                <a:ea typeface="+mn-ea"/>
                <a:cs typeface="Segoe UI" panose="020B0502040204020203" pitchFamily="34" charset="0"/>
              </a:rPr>
              <a:t>User</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New employee, contractor, guest etc.</a:t>
            </a:r>
          </a:p>
        </p:txBody>
      </p:sp>
      <p:sp>
        <p:nvSpPr>
          <p:cNvPr id="1097" name="Rectangle: Rounded Corners 1096">
            <a:extLst>
              <a:ext uri="{FF2B5EF4-FFF2-40B4-BE49-F238E27FC236}">
                <a16:creationId xmlns:a16="http://schemas.microsoft.com/office/drawing/2014/main" id="{E9E9892F-76C2-B233-C838-74B1842A5743}"/>
              </a:ext>
              <a:ext uri="{C183D7F6-B498-43B3-948B-1728B52AA6E4}">
                <adec:decorative xmlns:adec="http://schemas.microsoft.com/office/drawing/2017/decorative" val="1"/>
              </a:ext>
            </a:extLst>
          </p:cNvPr>
          <p:cNvSpPr/>
          <p:nvPr/>
        </p:nvSpPr>
        <p:spPr bwMode="auto">
          <a:xfrm>
            <a:off x="2177055" y="1838087"/>
            <a:ext cx="8595360" cy="2560320"/>
          </a:xfrm>
          <a:prstGeom prst="roundRect">
            <a:avLst>
              <a:gd name="adj" fmla="val 9180"/>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accent1"/>
                </a:solidFill>
                <a:ea typeface="Segoe UI" pitchFamily="34" charset="0"/>
                <a:cs typeface="Segoe UI" pitchFamily="34" charset="0"/>
              </a:rPr>
              <a:t>Verified ID onboarding flow</a:t>
            </a:r>
          </a:p>
        </p:txBody>
      </p:sp>
      <p:sp>
        <p:nvSpPr>
          <p:cNvPr id="1099" name="Text Placeholder 8">
            <a:extLst>
              <a:ext uri="{FF2B5EF4-FFF2-40B4-BE49-F238E27FC236}">
                <a16:creationId xmlns:a16="http://schemas.microsoft.com/office/drawing/2014/main" id="{A8B18245-93C0-1984-70C1-C4D52D148DBB}"/>
              </a:ext>
            </a:extLst>
          </p:cNvPr>
          <p:cNvSpPr txBox="1">
            <a:spLocks/>
          </p:cNvSpPr>
          <p:nvPr/>
        </p:nvSpPr>
        <p:spPr>
          <a:xfrm>
            <a:off x="1361813" y="1671023"/>
            <a:ext cx="1876235" cy="438582"/>
          </a:xfrm>
          <a:prstGeom prst="rect">
            <a:avLst/>
          </a:prstGeom>
          <a:solidFill>
            <a:schemeClr val="bg1"/>
          </a:solidFill>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1</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User clicks on link from organization to </a:t>
            </a:r>
            <a:r>
              <a:rPr kumimoji="0" lang="en-US" sz="900" b="1"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start self-service onboarding</a:t>
            </a:r>
          </a:p>
        </p:txBody>
      </p:sp>
      <p:sp>
        <p:nvSpPr>
          <p:cNvPr id="1056" name="Text Placeholder 8">
            <a:extLst>
              <a:ext uri="{FF2B5EF4-FFF2-40B4-BE49-F238E27FC236}">
                <a16:creationId xmlns:a16="http://schemas.microsoft.com/office/drawing/2014/main" id="{004A9D9D-77D9-CDA8-AC64-B6297490CE13}"/>
              </a:ext>
            </a:extLst>
          </p:cNvPr>
          <p:cNvSpPr txBox="1">
            <a:spLocks/>
          </p:cNvSpPr>
          <p:nvPr/>
        </p:nvSpPr>
        <p:spPr>
          <a:xfrm>
            <a:off x="2595089" y="2506529"/>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2</a:t>
            </a:r>
          </a:p>
        </p:txBody>
      </p:sp>
      <p:sp>
        <p:nvSpPr>
          <p:cNvPr id="1086" name="TextBox 1085">
            <a:extLst>
              <a:ext uri="{FF2B5EF4-FFF2-40B4-BE49-F238E27FC236}">
                <a16:creationId xmlns:a16="http://schemas.microsoft.com/office/drawing/2014/main" id="{48D028FC-3FD6-E810-F358-D996EF09D667}"/>
              </a:ext>
            </a:extLst>
          </p:cNvPr>
          <p:cNvSpPr txBox="1"/>
          <p:nvPr/>
        </p:nvSpPr>
        <p:spPr>
          <a:xfrm>
            <a:off x="2595088" y="2873607"/>
            <a:ext cx="1453231" cy="784830"/>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Identity verification (IDV) </a:t>
            </a:r>
            <a:r>
              <a:rPr kumimoji="0" lang="en-US" sz="900" b="1" i="0" u="none" strike="noStrike" kern="0" cap="none" spc="0" normalizeH="0" baseline="0" noProof="0" dirty="0">
                <a:ln>
                  <a:noFill/>
                </a:ln>
                <a:solidFill>
                  <a:srgbClr val="000000"/>
                </a:solidFill>
                <a:effectLst/>
                <a:uLnTx/>
                <a:uFillTx/>
              </a:rPr>
              <a:t>partner </a:t>
            </a:r>
            <a:r>
              <a:rPr kumimoji="0" lang="en-US" sz="900" b="1" i="0" u="none" strike="noStrike" kern="0" cap="none" spc="0" normalizeH="0" baseline="0" noProof="0" dirty="0" err="1">
                <a:ln>
                  <a:noFill/>
                </a:ln>
                <a:solidFill>
                  <a:srgbClr val="000000"/>
                </a:solidFill>
                <a:effectLst/>
                <a:uLnTx/>
                <a:uFillTx/>
              </a:rPr>
              <a:t>verif</a:t>
            </a:r>
            <a:r>
              <a:rPr lang="en-US" sz="900" b="1" kern="0" dirty="0" err="1">
                <a:solidFill>
                  <a:srgbClr val="000000"/>
                </a:solidFill>
              </a:rPr>
              <a:t>ies</a:t>
            </a:r>
            <a:r>
              <a:rPr kumimoji="0" lang="en-US" sz="900" b="1" i="0" u="none" strike="noStrike" kern="0" cap="none" spc="0" normalizeH="0" baseline="0" noProof="0" dirty="0">
                <a:ln>
                  <a:noFill/>
                </a:ln>
                <a:solidFill>
                  <a:srgbClr val="000000"/>
                </a:solidFill>
                <a:effectLst/>
                <a:uLnTx/>
                <a:uFillTx/>
              </a:rPr>
              <a:t> the user’s identity &amp; certifications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endParaRPr>
          </a:p>
        </p:txBody>
      </p:sp>
      <p:sp>
        <p:nvSpPr>
          <p:cNvPr id="1057" name="Text Placeholder 8">
            <a:extLst>
              <a:ext uri="{FF2B5EF4-FFF2-40B4-BE49-F238E27FC236}">
                <a16:creationId xmlns:a16="http://schemas.microsoft.com/office/drawing/2014/main" id="{7C258571-8777-2900-DA46-A64144C88E85}"/>
              </a:ext>
            </a:extLst>
          </p:cNvPr>
          <p:cNvSpPr txBox="1">
            <a:spLocks/>
          </p:cNvSpPr>
          <p:nvPr/>
        </p:nvSpPr>
        <p:spPr>
          <a:xfrm>
            <a:off x="4745175" y="2506529"/>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3</a:t>
            </a:r>
          </a:p>
        </p:txBody>
      </p:sp>
      <p:sp>
        <p:nvSpPr>
          <p:cNvPr id="1092" name="TextBox 1091">
            <a:extLst>
              <a:ext uri="{FF2B5EF4-FFF2-40B4-BE49-F238E27FC236}">
                <a16:creationId xmlns:a16="http://schemas.microsoft.com/office/drawing/2014/main" id="{B27A2998-CC8F-07CC-58EF-EBCC6ACA4634}"/>
              </a:ext>
            </a:extLst>
          </p:cNvPr>
          <p:cNvSpPr txBox="1"/>
          <p:nvPr/>
        </p:nvSpPr>
        <p:spPr>
          <a:xfrm>
            <a:off x="4745175" y="2873607"/>
            <a:ext cx="1280160" cy="646331"/>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000000"/>
                </a:solidFill>
                <a:effectLst/>
                <a:uLnTx/>
                <a:uFillTx/>
              </a:rPr>
              <a:t>IDV issues Verified IDs </a:t>
            </a:r>
            <a:r>
              <a:rPr kumimoji="0" lang="en-US" sz="900" b="0" i="0" u="none" strike="noStrike" kern="0" cap="none" spc="0" normalizeH="0" baseline="0" noProof="0" dirty="0">
                <a:ln>
                  <a:noFill/>
                </a:ln>
                <a:solidFill>
                  <a:srgbClr val="000000"/>
                </a:solidFill>
                <a:effectLst/>
                <a:uLnTx/>
                <a:uFillTx/>
              </a:rPr>
              <a:t>to user that confirm identity &amp; certifications</a:t>
            </a:r>
          </a:p>
        </p:txBody>
      </p:sp>
      <p:sp>
        <p:nvSpPr>
          <p:cNvPr id="1060" name="Text Placeholder 8">
            <a:extLst>
              <a:ext uri="{FF2B5EF4-FFF2-40B4-BE49-F238E27FC236}">
                <a16:creationId xmlns:a16="http://schemas.microsoft.com/office/drawing/2014/main" id="{AB9C9DCF-5CF3-E27B-334B-06C04E7FA034}"/>
              </a:ext>
            </a:extLst>
          </p:cNvPr>
          <p:cNvSpPr txBox="1">
            <a:spLocks/>
          </p:cNvSpPr>
          <p:nvPr/>
        </p:nvSpPr>
        <p:spPr>
          <a:xfrm>
            <a:off x="7066711" y="2506529"/>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4</a:t>
            </a:r>
          </a:p>
        </p:txBody>
      </p:sp>
      <p:sp>
        <p:nvSpPr>
          <p:cNvPr id="1090" name="TextBox 1089">
            <a:extLst>
              <a:ext uri="{FF2B5EF4-FFF2-40B4-BE49-F238E27FC236}">
                <a16:creationId xmlns:a16="http://schemas.microsoft.com/office/drawing/2014/main" id="{CFF59202-EE49-5FCF-E28B-590F83709EC2}"/>
              </a:ext>
            </a:extLst>
          </p:cNvPr>
          <p:cNvSpPr txBox="1"/>
          <p:nvPr/>
        </p:nvSpPr>
        <p:spPr>
          <a:xfrm>
            <a:off x="7066711" y="2873607"/>
            <a:ext cx="1395678" cy="507831"/>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Organization has user </a:t>
            </a:r>
            <a:r>
              <a:rPr kumimoji="0" lang="en-US" sz="900" b="1" i="0" u="none" strike="noStrike" kern="0" cap="none" spc="0" normalizeH="0" baseline="0" noProof="0" dirty="0">
                <a:ln>
                  <a:noFill/>
                </a:ln>
                <a:solidFill>
                  <a:srgbClr val="000000"/>
                </a:solidFill>
                <a:effectLst/>
                <a:uLnTx/>
                <a:uFillTx/>
              </a:rPr>
              <a:t>present Verified IDs and complete Face Check </a:t>
            </a:r>
            <a:r>
              <a:rPr kumimoji="0" lang="en-US" sz="900" b="0" i="0" u="none" strike="noStrike" kern="0" cap="none" spc="0" normalizeH="0" baseline="0" noProof="0" dirty="0">
                <a:ln>
                  <a:noFill/>
                </a:ln>
                <a:solidFill>
                  <a:srgbClr val="000000"/>
                </a:solidFill>
                <a:effectLst/>
                <a:uLnTx/>
                <a:uFillTx/>
              </a:rPr>
              <a:t>to verify the user</a:t>
            </a:r>
          </a:p>
        </p:txBody>
      </p:sp>
      <p:sp>
        <p:nvSpPr>
          <p:cNvPr id="1061" name="Text Placeholder 8">
            <a:extLst>
              <a:ext uri="{FF2B5EF4-FFF2-40B4-BE49-F238E27FC236}">
                <a16:creationId xmlns:a16="http://schemas.microsoft.com/office/drawing/2014/main" id="{124D683E-3FE5-7603-B41D-64AE6F4313AC}"/>
              </a:ext>
            </a:extLst>
          </p:cNvPr>
          <p:cNvSpPr txBox="1">
            <a:spLocks/>
          </p:cNvSpPr>
          <p:nvPr/>
        </p:nvSpPr>
        <p:spPr>
          <a:xfrm>
            <a:off x="9388247" y="2506529"/>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5</a:t>
            </a:r>
          </a:p>
        </p:txBody>
      </p:sp>
      <p:grpSp>
        <p:nvGrpSpPr>
          <p:cNvPr id="1062" name="Group 1061">
            <a:extLst>
              <a:ext uri="{FF2B5EF4-FFF2-40B4-BE49-F238E27FC236}">
                <a16:creationId xmlns:a16="http://schemas.microsoft.com/office/drawing/2014/main" id="{1C9D7058-F436-77BF-D874-18DD1EAE973F}"/>
              </a:ext>
              <a:ext uri="{C183D7F6-B498-43B3-948B-1728B52AA6E4}">
                <adec:decorative xmlns:adec="http://schemas.microsoft.com/office/drawing/2017/decorative" val="1"/>
              </a:ext>
            </a:extLst>
          </p:cNvPr>
          <p:cNvGrpSpPr/>
          <p:nvPr/>
        </p:nvGrpSpPr>
        <p:grpSpPr>
          <a:xfrm>
            <a:off x="6722619" y="2489570"/>
            <a:ext cx="237358" cy="208765"/>
            <a:chOff x="9198739" y="1690998"/>
            <a:chExt cx="212549" cy="186945"/>
          </a:xfrm>
          <a:solidFill>
            <a:schemeClr val="bg1">
              <a:lumMod val="65000"/>
            </a:schemeClr>
          </a:solidFill>
        </p:grpSpPr>
        <p:sp>
          <p:nvSpPr>
            <p:cNvPr id="1063" name="Graphic 27">
              <a:extLst>
                <a:ext uri="{FF2B5EF4-FFF2-40B4-BE49-F238E27FC236}">
                  <a16:creationId xmlns:a16="http://schemas.microsoft.com/office/drawing/2014/main" id="{C945F514-A0E9-CFE4-396F-D83A651FA9AA}"/>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64" name="Graphic 27">
              <a:extLst>
                <a:ext uri="{FF2B5EF4-FFF2-40B4-BE49-F238E27FC236}">
                  <a16:creationId xmlns:a16="http://schemas.microsoft.com/office/drawing/2014/main" id="{A2B42C7D-2CFE-A99F-DCD4-B0168BEF7CB5}"/>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065" name="Group 1064">
            <a:extLst>
              <a:ext uri="{FF2B5EF4-FFF2-40B4-BE49-F238E27FC236}">
                <a16:creationId xmlns:a16="http://schemas.microsoft.com/office/drawing/2014/main" id="{C12DAD74-EF98-2020-1223-FF35E20ED7C9}"/>
              </a:ext>
              <a:ext uri="{C183D7F6-B498-43B3-948B-1728B52AA6E4}">
                <adec:decorative xmlns:adec="http://schemas.microsoft.com/office/drawing/2017/decorative" val="1"/>
              </a:ext>
            </a:extLst>
          </p:cNvPr>
          <p:cNvGrpSpPr/>
          <p:nvPr/>
        </p:nvGrpSpPr>
        <p:grpSpPr>
          <a:xfrm>
            <a:off x="9044155" y="2489570"/>
            <a:ext cx="237358" cy="208765"/>
            <a:chOff x="9198739" y="1690998"/>
            <a:chExt cx="212549" cy="186945"/>
          </a:xfrm>
          <a:solidFill>
            <a:schemeClr val="bg1">
              <a:lumMod val="65000"/>
            </a:schemeClr>
          </a:solidFill>
        </p:grpSpPr>
        <p:sp>
          <p:nvSpPr>
            <p:cNvPr id="1066" name="Graphic 27">
              <a:extLst>
                <a:ext uri="{FF2B5EF4-FFF2-40B4-BE49-F238E27FC236}">
                  <a16:creationId xmlns:a16="http://schemas.microsoft.com/office/drawing/2014/main" id="{B11E52F1-EA3B-6480-DE0F-43BA787FBF3F}"/>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67" name="Graphic 27">
              <a:extLst>
                <a:ext uri="{FF2B5EF4-FFF2-40B4-BE49-F238E27FC236}">
                  <a16:creationId xmlns:a16="http://schemas.microsoft.com/office/drawing/2014/main" id="{218923D2-7B5B-3DFF-872A-776713A88232}"/>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068" name="Group 1067">
            <a:extLst>
              <a:ext uri="{FF2B5EF4-FFF2-40B4-BE49-F238E27FC236}">
                <a16:creationId xmlns:a16="http://schemas.microsoft.com/office/drawing/2014/main" id="{21A4DF77-D489-19F8-A48E-F1FA08FA560B}"/>
              </a:ext>
              <a:ext uri="{C183D7F6-B498-43B3-948B-1728B52AA6E4}">
                <adec:decorative xmlns:adec="http://schemas.microsoft.com/office/drawing/2017/decorative" val="1"/>
              </a:ext>
            </a:extLst>
          </p:cNvPr>
          <p:cNvGrpSpPr/>
          <p:nvPr/>
        </p:nvGrpSpPr>
        <p:grpSpPr>
          <a:xfrm rot="10800000">
            <a:off x="9728741" y="4897133"/>
            <a:ext cx="237358" cy="208765"/>
            <a:chOff x="9198739" y="1690998"/>
            <a:chExt cx="212549" cy="186945"/>
          </a:xfrm>
          <a:solidFill>
            <a:schemeClr val="bg1">
              <a:lumMod val="65000"/>
            </a:schemeClr>
          </a:solidFill>
        </p:grpSpPr>
        <p:sp>
          <p:nvSpPr>
            <p:cNvPr id="1069" name="Graphic 27">
              <a:extLst>
                <a:ext uri="{FF2B5EF4-FFF2-40B4-BE49-F238E27FC236}">
                  <a16:creationId xmlns:a16="http://schemas.microsoft.com/office/drawing/2014/main" id="{573E4796-FE31-B53B-0021-31790E2941FB}"/>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70" name="Graphic 27">
              <a:extLst>
                <a:ext uri="{FF2B5EF4-FFF2-40B4-BE49-F238E27FC236}">
                  <a16:creationId xmlns:a16="http://schemas.microsoft.com/office/drawing/2014/main" id="{DC1D8EB2-4778-535C-8A4D-7AE1BAC98B5B}"/>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093" name="TextBox 1092">
            <a:extLst>
              <a:ext uri="{FF2B5EF4-FFF2-40B4-BE49-F238E27FC236}">
                <a16:creationId xmlns:a16="http://schemas.microsoft.com/office/drawing/2014/main" id="{84082118-ED16-AB68-4FE8-9AE93B51BCD9}"/>
              </a:ext>
            </a:extLst>
          </p:cNvPr>
          <p:cNvSpPr txBox="1"/>
          <p:nvPr/>
        </p:nvSpPr>
        <p:spPr>
          <a:xfrm>
            <a:off x="9388247" y="2873607"/>
            <a:ext cx="1280160" cy="646331"/>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000000"/>
                </a:solidFill>
                <a:effectLst/>
                <a:uLnTx/>
                <a:uFillTx/>
              </a:rPr>
              <a:t>User retrieves employee Verified ID</a:t>
            </a:r>
            <a:r>
              <a:rPr kumimoji="0" lang="en-US" sz="900" b="0" i="0" u="none" strike="noStrike" kern="0" cap="none" spc="0" normalizeH="0" baseline="0" noProof="0" dirty="0">
                <a:ln>
                  <a:noFill/>
                </a:ln>
                <a:solidFill>
                  <a:srgbClr val="000000"/>
                </a:solidFill>
                <a:effectLst/>
                <a:uLnTx/>
                <a:uFillTx/>
              </a:rPr>
              <a:t>, now has access to onboarding tasks (getting work device, accessing resources, etc.)</a:t>
            </a:r>
          </a:p>
        </p:txBody>
      </p:sp>
      <p:sp>
        <p:nvSpPr>
          <p:cNvPr id="1073" name="Text Placeholder 8">
            <a:extLst>
              <a:ext uri="{FF2B5EF4-FFF2-40B4-BE49-F238E27FC236}">
                <a16:creationId xmlns:a16="http://schemas.microsoft.com/office/drawing/2014/main" id="{C9F5A734-CCE1-BFEE-916E-E11AB55E87DB}"/>
              </a:ext>
            </a:extLst>
          </p:cNvPr>
          <p:cNvSpPr txBox="1">
            <a:spLocks/>
          </p:cNvSpPr>
          <p:nvPr/>
        </p:nvSpPr>
        <p:spPr>
          <a:xfrm>
            <a:off x="1942547" y="4916251"/>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8</a:t>
            </a:r>
          </a:p>
        </p:txBody>
      </p:sp>
      <p:sp>
        <p:nvSpPr>
          <p:cNvPr id="1110" name="TextBox 1109">
            <a:extLst>
              <a:ext uri="{FF2B5EF4-FFF2-40B4-BE49-F238E27FC236}">
                <a16:creationId xmlns:a16="http://schemas.microsoft.com/office/drawing/2014/main" id="{1395C196-7CE6-FB49-14C6-DFF573C0C6F5}"/>
              </a:ext>
            </a:extLst>
          </p:cNvPr>
          <p:cNvSpPr txBox="1"/>
          <p:nvPr/>
        </p:nvSpPr>
        <p:spPr>
          <a:xfrm>
            <a:off x="1942546" y="5297505"/>
            <a:ext cx="2622011" cy="274320"/>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User </a:t>
            </a:r>
            <a:r>
              <a:rPr kumimoji="0" lang="en-US" sz="900" b="1" i="0" u="none" strike="noStrike" kern="0" cap="none" spc="0" normalizeH="0" baseline="0" noProof="0" dirty="0">
                <a:ln>
                  <a:noFill/>
                </a:ln>
                <a:solidFill>
                  <a:srgbClr val="000000"/>
                </a:solidFill>
                <a:effectLst/>
                <a:uLnTx/>
                <a:uFillTx/>
              </a:rPr>
              <a:t>signs into account using phishing-resistant credential </a:t>
            </a:r>
            <a:r>
              <a:rPr kumimoji="0" lang="en-US" sz="900" b="0" i="0" u="none" strike="noStrike" kern="0" cap="none" spc="0" normalizeH="0" baseline="0" noProof="0" dirty="0">
                <a:ln>
                  <a:noFill/>
                </a:ln>
                <a:solidFill>
                  <a:srgbClr val="000000"/>
                </a:solidFill>
                <a:effectLst/>
                <a:uLnTx/>
                <a:uFillTx/>
              </a:rPr>
              <a:t>on their device</a:t>
            </a:r>
          </a:p>
        </p:txBody>
      </p:sp>
      <p:sp>
        <p:nvSpPr>
          <p:cNvPr id="1072" name="Text Placeholder 8">
            <a:extLst>
              <a:ext uri="{FF2B5EF4-FFF2-40B4-BE49-F238E27FC236}">
                <a16:creationId xmlns:a16="http://schemas.microsoft.com/office/drawing/2014/main" id="{0EDEA7B8-F473-C164-800F-D5430EB64EA4}"/>
              </a:ext>
            </a:extLst>
          </p:cNvPr>
          <p:cNvSpPr txBox="1">
            <a:spLocks/>
          </p:cNvSpPr>
          <p:nvPr/>
        </p:nvSpPr>
        <p:spPr>
          <a:xfrm>
            <a:off x="5586581" y="4916251"/>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7</a:t>
            </a:r>
          </a:p>
        </p:txBody>
      </p:sp>
      <p:sp>
        <p:nvSpPr>
          <p:cNvPr id="1109" name="TextBox 1108">
            <a:extLst>
              <a:ext uri="{FF2B5EF4-FFF2-40B4-BE49-F238E27FC236}">
                <a16:creationId xmlns:a16="http://schemas.microsoft.com/office/drawing/2014/main" id="{A12B1C4B-DB21-57EC-5E0B-734A56163E54}"/>
              </a:ext>
            </a:extLst>
          </p:cNvPr>
          <p:cNvSpPr txBox="1"/>
          <p:nvPr/>
        </p:nvSpPr>
        <p:spPr>
          <a:xfrm>
            <a:off x="5572391" y="5286634"/>
            <a:ext cx="2293534" cy="276999"/>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User uses TAP to </a:t>
            </a:r>
            <a:r>
              <a:rPr kumimoji="0" lang="en-US" sz="900" b="1" i="0" u="none" strike="noStrike" kern="0" cap="none" spc="0" normalizeH="0" baseline="0" noProof="0" dirty="0">
                <a:ln>
                  <a:noFill/>
                </a:ln>
                <a:solidFill>
                  <a:srgbClr val="000000"/>
                </a:solidFill>
                <a:effectLst/>
                <a:uLnTx/>
                <a:uFillTx/>
              </a:rPr>
              <a:t>acquire portable phishing-resistant credential</a:t>
            </a:r>
          </a:p>
        </p:txBody>
      </p:sp>
      <p:sp>
        <p:nvSpPr>
          <p:cNvPr id="1071" name="Text Placeholder 8">
            <a:extLst>
              <a:ext uri="{FF2B5EF4-FFF2-40B4-BE49-F238E27FC236}">
                <a16:creationId xmlns:a16="http://schemas.microsoft.com/office/drawing/2014/main" id="{51F8F242-956F-C5B8-2230-FA4ACD6F9221}"/>
              </a:ext>
            </a:extLst>
          </p:cNvPr>
          <p:cNvSpPr txBox="1">
            <a:spLocks/>
          </p:cNvSpPr>
          <p:nvPr/>
        </p:nvSpPr>
        <p:spPr>
          <a:xfrm>
            <a:off x="9244377" y="4916251"/>
            <a:ext cx="731520" cy="16158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a:t>
            </a:r>
            <a:r>
              <a:rPr lang="en-US" sz="1050">
                <a:solidFill>
                  <a:srgbClr val="000000"/>
                </a:solidFill>
                <a:latin typeface="Segoe UI Semibold"/>
              </a:rPr>
              <a:t>6</a:t>
            </a:r>
            <a:endParaRPr kumimoji="0" lang="en-US" sz="105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endParaRPr>
          </a:p>
        </p:txBody>
      </p:sp>
      <p:grpSp>
        <p:nvGrpSpPr>
          <p:cNvPr id="1074" name="Group 1073">
            <a:extLst>
              <a:ext uri="{FF2B5EF4-FFF2-40B4-BE49-F238E27FC236}">
                <a16:creationId xmlns:a16="http://schemas.microsoft.com/office/drawing/2014/main" id="{30602381-12E0-FDB3-8F69-12ED4D44E328}"/>
              </a:ext>
              <a:ext uri="{C183D7F6-B498-43B3-948B-1728B52AA6E4}">
                <adec:decorative xmlns:adec="http://schemas.microsoft.com/office/drawing/2017/decorative" val="1"/>
              </a:ext>
            </a:extLst>
          </p:cNvPr>
          <p:cNvGrpSpPr/>
          <p:nvPr/>
        </p:nvGrpSpPr>
        <p:grpSpPr>
          <a:xfrm flipH="1">
            <a:off x="6042617" y="4896226"/>
            <a:ext cx="237358" cy="208765"/>
            <a:chOff x="9198739" y="1690998"/>
            <a:chExt cx="212549" cy="186945"/>
          </a:xfrm>
          <a:solidFill>
            <a:schemeClr val="bg1">
              <a:lumMod val="65000"/>
            </a:schemeClr>
          </a:solidFill>
        </p:grpSpPr>
        <p:sp>
          <p:nvSpPr>
            <p:cNvPr id="1075" name="Graphic 27">
              <a:extLst>
                <a:ext uri="{FF2B5EF4-FFF2-40B4-BE49-F238E27FC236}">
                  <a16:creationId xmlns:a16="http://schemas.microsoft.com/office/drawing/2014/main" id="{D636687E-3B83-6A22-2E04-4B39917A6B29}"/>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76" name="Graphic 27">
              <a:extLst>
                <a:ext uri="{FF2B5EF4-FFF2-40B4-BE49-F238E27FC236}">
                  <a16:creationId xmlns:a16="http://schemas.microsoft.com/office/drawing/2014/main" id="{0EE71264-2462-901B-AAD5-8542C2128826}"/>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077" name="Group 1076">
            <a:extLst>
              <a:ext uri="{FF2B5EF4-FFF2-40B4-BE49-F238E27FC236}">
                <a16:creationId xmlns:a16="http://schemas.microsoft.com/office/drawing/2014/main" id="{22FDA870-3A32-B84C-166E-E68BD3C86552}"/>
              </a:ext>
              <a:ext uri="{C183D7F6-B498-43B3-948B-1728B52AA6E4}">
                <adec:decorative xmlns:adec="http://schemas.microsoft.com/office/drawing/2017/decorative" val="1"/>
              </a:ext>
            </a:extLst>
          </p:cNvPr>
          <p:cNvGrpSpPr/>
          <p:nvPr/>
        </p:nvGrpSpPr>
        <p:grpSpPr>
          <a:xfrm flipH="1">
            <a:off x="2403130" y="4892962"/>
            <a:ext cx="237358" cy="208765"/>
            <a:chOff x="9198739" y="1690998"/>
            <a:chExt cx="212549" cy="186945"/>
          </a:xfrm>
          <a:solidFill>
            <a:schemeClr val="bg1">
              <a:lumMod val="65000"/>
            </a:schemeClr>
          </a:solidFill>
        </p:grpSpPr>
        <p:sp>
          <p:nvSpPr>
            <p:cNvPr id="1078" name="Graphic 27">
              <a:extLst>
                <a:ext uri="{FF2B5EF4-FFF2-40B4-BE49-F238E27FC236}">
                  <a16:creationId xmlns:a16="http://schemas.microsoft.com/office/drawing/2014/main" id="{50ED13D8-57C6-FB7B-914D-020A9F3BC117}"/>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79" name="Graphic 27">
              <a:extLst>
                <a:ext uri="{FF2B5EF4-FFF2-40B4-BE49-F238E27FC236}">
                  <a16:creationId xmlns:a16="http://schemas.microsoft.com/office/drawing/2014/main" id="{ACB386DB-35CC-8D4C-FFA5-7113D67B26D9}"/>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080" name="Group 1079">
            <a:extLst>
              <a:ext uri="{FF2B5EF4-FFF2-40B4-BE49-F238E27FC236}">
                <a16:creationId xmlns:a16="http://schemas.microsoft.com/office/drawing/2014/main" id="{2CCC0365-F2B7-1C28-9F8C-C76DF869AF40}"/>
              </a:ext>
              <a:ext uri="{C183D7F6-B498-43B3-948B-1728B52AA6E4}">
                <adec:decorative xmlns:adec="http://schemas.microsoft.com/office/drawing/2017/decorative" val="1"/>
              </a:ext>
            </a:extLst>
          </p:cNvPr>
          <p:cNvGrpSpPr/>
          <p:nvPr/>
        </p:nvGrpSpPr>
        <p:grpSpPr>
          <a:xfrm>
            <a:off x="2260081" y="2476054"/>
            <a:ext cx="237358" cy="208765"/>
            <a:chOff x="9198739" y="1690998"/>
            <a:chExt cx="212549" cy="186945"/>
          </a:xfrm>
          <a:solidFill>
            <a:schemeClr val="bg1">
              <a:lumMod val="65000"/>
            </a:schemeClr>
          </a:solidFill>
        </p:grpSpPr>
        <p:sp>
          <p:nvSpPr>
            <p:cNvPr id="1081" name="Graphic 27">
              <a:extLst>
                <a:ext uri="{FF2B5EF4-FFF2-40B4-BE49-F238E27FC236}">
                  <a16:creationId xmlns:a16="http://schemas.microsoft.com/office/drawing/2014/main" id="{8ECE5920-62C7-B2DA-DC10-0F2EC7821B53}"/>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82" name="Graphic 27">
              <a:extLst>
                <a:ext uri="{FF2B5EF4-FFF2-40B4-BE49-F238E27FC236}">
                  <a16:creationId xmlns:a16="http://schemas.microsoft.com/office/drawing/2014/main" id="{2231CB03-5BAF-71B8-B289-3D28B4BD2417}"/>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083" name="Group 1082">
            <a:extLst>
              <a:ext uri="{FF2B5EF4-FFF2-40B4-BE49-F238E27FC236}">
                <a16:creationId xmlns:a16="http://schemas.microsoft.com/office/drawing/2014/main" id="{D40D6990-BFEC-BD35-2008-B2A9CA4897E0}"/>
              </a:ext>
              <a:ext uri="{C183D7F6-B498-43B3-948B-1728B52AA6E4}">
                <adec:decorative xmlns:adec="http://schemas.microsoft.com/office/drawing/2017/decorative" val="1"/>
              </a:ext>
            </a:extLst>
          </p:cNvPr>
          <p:cNvGrpSpPr/>
          <p:nvPr/>
        </p:nvGrpSpPr>
        <p:grpSpPr>
          <a:xfrm>
            <a:off x="588963" y="1057459"/>
            <a:ext cx="660299" cy="660299"/>
            <a:chOff x="10826491" y="559613"/>
            <a:chExt cx="660299" cy="660299"/>
          </a:xfrm>
        </p:grpSpPr>
        <p:sp>
          <p:nvSpPr>
            <p:cNvPr id="1084" name="Oval 1083">
              <a:extLst>
                <a:ext uri="{FF2B5EF4-FFF2-40B4-BE49-F238E27FC236}">
                  <a16:creationId xmlns:a16="http://schemas.microsoft.com/office/drawing/2014/main" id="{151C9047-D64C-AEB1-30BE-CF83D2D38249}"/>
                </a:ext>
              </a:extLst>
            </p:cNvPr>
            <p:cNvSpPr/>
            <p:nvPr/>
          </p:nvSpPr>
          <p:spPr bwMode="auto">
            <a:xfrm flipH="1">
              <a:off x="10826491" y="559613"/>
              <a:ext cx="660299" cy="660299"/>
            </a:xfrm>
            <a:prstGeom prst="ellipse">
              <a:avLst/>
            </a:prstGeom>
            <a:solidFill>
              <a:schemeClr val="tx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1085" name="people_4">
              <a:extLst>
                <a:ext uri="{FF2B5EF4-FFF2-40B4-BE49-F238E27FC236}">
                  <a16:creationId xmlns:a16="http://schemas.microsoft.com/office/drawing/2014/main" id="{6904A416-2FF1-476F-4522-F172C3E09C4C}"/>
                </a:ext>
              </a:extLst>
            </p:cNvPr>
            <p:cNvSpPr>
              <a:spLocks noChangeAspect="1" noEditPoints="1"/>
            </p:cNvSpPr>
            <p:nvPr/>
          </p:nvSpPr>
          <p:spPr bwMode="auto">
            <a:xfrm>
              <a:off x="11004521" y="719696"/>
              <a:ext cx="304238" cy="34013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pic>
        <p:nvPicPr>
          <p:cNvPr id="1087" name="Picture 2">
            <a:extLst>
              <a:ext uri="{FF2B5EF4-FFF2-40B4-BE49-F238E27FC236}">
                <a16:creationId xmlns:a16="http://schemas.microsoft.com/office/drawing/2014/main" id="{570DB4C8-E488-177B-1449-C2BB2020D914}"/>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00" t="14578" r="67136" b="62415"/>
          <a:stretch/>
        </p:blipFill>
        <p:spPr bwMode="auto">
          <a:xfrm>
            <a:off x="2585563" y="3535311"/>
            <a:ext cx="1280159" cy="615984"/>
          </a:xfrm>
          <a:prstGeom prst="rect">
            <a:avLst/>
          </a:prstGeom>
          <a:noFill/>
          <a:extLst>
            <a:ext uri="{909E8E84-426E-40DD-AFC4-6F175D3DCCD1}">
              <a14:hiddenFill xmlns:a14="http://schemas.microsoft.com/office/drawing/2010/main">
                <a:solidFill>
                  <a:srgbClr val="FFFFFF"/>
                </a:solidFill>
              </a14:hiddenFill>
            </a:ext>
          </a:extLst>
        </p:spPr>
      </p:pic>
      <p:pic>
        <p:nvPicPr>
          <p:cNvPr id="1088" name="Picture 1087">
            <a:extLst>
              <a:ext uri="{FF2B5EF4-FFF2-40B4-BE49-F238E27FC236}">
                <a16:creationId xmlns:a16="http://schemas.microsoft.com/office/drawing/2014/main" id="{09511F5A-F0FB-AEE4-A67C-DEBF5F74B3F5}"/>
              </a:ext>
              <a:ext uri="{C183D7F6-B498-43B3-948B-1728B52AA6E4}">
                <adec:decorative xmlns:adec="http://schemas.microsoft.com/office/drawing/2017/decorative" val="1"/>
              </a:ext>
            </a:extLst>
          </p:cNvPr>
          <p:cNvPicPr>
            <a:picLocks noChangeAspect="1"/>
          </p:cNvPicPr>
          <p:nvPr/>
        </p:nvPicPr>
        <p:blipFill>
          <a:blip r:embed="rId4"/>
          <a:srcRect t="53979"/>
          <a:stretch/>
        </p:blipFill>
        <p:spPr>
          <a:xfrm>
            <a:off x="4483271" y="3899501"/>
            <a:ext cx="459221" cy="271724"/>
          </a:xfrm>
          <a:prstGeom prst="rect">
            <a:avLst/>
          </a:prstGeom>
        </p:spPr>
      </p:pic>
      <p:pic>
        <p:nvPicPr>
          <p:cNvPr id="1089" name="Picture 1088">
            <a:extLst>
              <a:ext uri="{FF2B5EF4-FFF2-40B4-BE49-F238E27FC236}">
                <a16:creationId xmlns:a16="http://schemas.microsoft.com/office/drawing/2014/main" id="{6A22E534-AB5E-9488-B55F-B3991BA2FDDA}"/>
              </a:ext>
              <a:ext uri="{C183D7F6-B498-43B3-948B-1728B52AA6E4}">
                <adec:decorative xmlns:adec="http://schemas.microsoft.com/office/drawing/2017/decorative" val="1"/>
              </a:ext>
            </a:extLst>
          </p:cNvPr>
          <p:cNvPicPr>
            <a:picLocks noChangeAspect="1"/>
          </p:cNvPicPr>
          <p:nvPr/>
        </p:nvPicPr>
        <p:blipFill>
          <a:blip r:embed="rId4"/>
          <a:srcRect b="57191"/>
          <a:stretch/>
        </p:blipFill>
        <p:spPr>
          <a:xfrm>
            <a:off x="4483271" y="3520061"/>
            <a:ext cx="459221" cy="252757"/>
          </a:xfrm>
          <a:prstGeom prst="rect">
            <a:avLst/>
          </a:prstGeom>
        </p:spPr>
      </p:pic>
      <p:pic>
        <p:nvPicPr>
          <p:cNvPr id="1091" name="Picture 1090">
            <a:extLst>
              <a:ext uri="{FF2B5EF4-FFF2-40B4-BE49-F238E27FC236}">
                <a16:creationId xmlns:a16="http://schemas.microsoft.com/office/drawing/2014/main" id="{E785CA1F-79D1-178E-6922-1057B268097F}"/>
              </a:ext>
              <a:ext uri="{C183D7F6-B498-43B3-948B-1728B52AA6E4}">
                <adec:decorative xmlns:adec="http://schemas.microsoft.com/office/drawing/2017/decorative" val="1"/>
              </a:ext>
            </a:extLst>
          </p:cNvPr>
          <p:cNvPicPr>
            <a:picLocks noChangeAspect="1"/>
          </p:cNvPicPr>
          <p:nvPr/>
        </p:nvPicPr>
        <p:blipFill>
          <a:blip r:embed="rId5"/>
          <a:srcRect l="11426" t="4658" r="5933" b="1088"/>
          <a:stretch/>
        </p:blipFill>
        <p:spPr>
          <a:xfrm>
            <a:off x="7829912" y="3582244"/>
            <a:ext cx="516959" cy="507832"/>
          </a:xfrm>
          <a:prstGeom prst="rect">
            <a:avLst/>
          </a:prstGeom>
        </p:spPr>
      </p:pic>
      <p:pic>
        <p:nvPicPr>
          <p:cNvPr id="1094" name="Picture 1093">
            <a:extLst>
              <a:ext uri="{FF2B5EF4-FFF2-40B4-BE49-F238E27FC236}">
                <a16:creationId xmlns:a16="http://schemas.microsoft.com/office/drawing/2014/main" id="{A4B6FC12-1446-8BB2-B525-4A91F376064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393718" y="3834789"/>
            <a:ext cx="563925" cy="315134"/>
          </a:xfrm>
          <a:prstGeom prst="rect">
            <a:avLst/>
          </a:prstGeom>
        </p:spPr>
      </p:pic>
      <p:cxnSp>
        <p:nvCxnSpPr>
          <p:cNvPr id="1095" name="Straight Arrow Connector 1094">
            <a:extLst>
              <a:ext uri="{FF2B5EF4-FFF2-40B4-BE49-F238E27FC236}">
                <a16:creationId xmlns:a16="http://schemas.microsoft.com/office/drawing/2014/main" id="{357F1CE4-CEA3-93AD-C315-D122049C4086}"/>
              </a:ext>
              <a:ext uri="{C183D7F6-B498-43B3-948B-1728B52AA6E4}">
                <adec:decorative xmlns:adec="http://schemas.microsoft.com/office/drawing/2017/decorative" val="1"/>
              </a:ext>
            </a:extLst>
          </p:cNvPr>
          <p:cNvCxnSpPr>
            <a:cxnSpLocks/>
            <a:stCxn id="1087" idx="3"/>
          </p:cNvCxnSpPr>
          <p:nvPr/>
        </p:nvCxnSpPr>
        <p:spPr>
          <a:xfrm>
            <a:off x="3865722" y="3843303"/>
            <a:ext cx="1737360" cy="0"/>
          </a:xfrm>
          <a:prstGeom prst="straightConnector1">
            <a:avLst/>
          </a:prstGeom>
          <a:noFill/>
          <a:ln w="22225" cap="flat" cmpd="sng" algn="ctr">
            <a:solidFill>
              <a:schemeClr val="accent4"/>
            </a:solidFill>
            <a:prstDash val="solid"/>
            <a:headEnd type="none" w="lg" len="med"/>
            <a:tailEnd type="arrow" w="lg" len="sm"/>
          </a:ln>
          <a:effectLst/>
        </p:spPr>
      </p:cxnSp>
      <p:sp>
        <p:nvSpPr>
          <p:cNvPr id="1096" name="TextBox 1095">
            <a:extLst>
              <a:ext uri="{FF2B5EF4-FFF2-40B4-BE49-F238E27FC236}">
                <a16:creationId xmlns:a16="http://schemas.microsoft.com/office/drawing/2014/main" id="{158F441B-CF29-20A2-C740-EF2B938EA95C}"/>
              </a:ext>
              <a:ext uri="{C183D7F6-B498-43B3-948B-1728B52AA6E4}">
                <adec:decorative xmlns:adec="http://schemas.microsoft.com/office/drawing/2017/decorative" val="1"/>
              </a:ext>
            </a:extLst>
          </p:cNvPr>
          <p:cNvSpPr txBox="1"/>
          <p:nvPr/>
        </p:nvSpPr>
        <p:spPr>
          <a:xfrm>
            <a:off x="7490118" y="3635592"/>
            <a:ext cx="325363"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accent4"/>
                </a:solidFill>
                <a:effectLst/>
                <a:uLnTx/>
                <a:uFillTx/>
              </a:rPr>
              <a:t>+</a:t>
            </a:r>
            <a:endParaRPr kumimoji="0" lang="en-US" sz="1800" b="0" i="0" u="none" strike="noStrike" kern="0" cap="none" spc="0" normalizeH="0" baseline="0" noProof="0">
              <a:ln>
                <a:noFill/>
              </a:ln>
              <a:solidFill>
                <a:schemeClr val="accent4"/>
              </a:solidFill>
              <a:effectLst/>
              <a:uLnTx/>
              <a:uFillTx/>
            </a:endParaRPr>
          </a:p>
        </p:txBody>
      </p:sp>
      <p:grpSp>
        <p:nvGrpSpPr>
          <p:cNvPr id="1100" name="Group 1099">
            <a:extLst>
              <a:ext uri="{FF2B5EF4-FFF2-40B4-BE49-F238E27FC236}">
                <a16:creationId xmlns:a16="http://schemas.microsoft.com/office/drawing/2014/main" id="{D34B45FD-FD6D-3FA9-458F-9AF8F47C1DBC}"/>
              </a:ext>
              <a:ext uri="{C183D7F6-B498-43B3-948B-1728B52AA6E4}">
                <adec:decorative xmlns:adec="http://schemas.microsoft.com/office/drawing/2017/decorative" val="1"/>
              </a:ext>
            </a:extLst>
          </p:cNvPr>
          <p:cNvGrpSpPr/>
          <p:nvPr/>
        </p:nvGrpSpPr>
        <p:grpSpPr>
          <a:xfrm>
            <a:off x="5640763" y="3592959"/>
            <a:ext cx="500688" cy="500688"/>
            <a:chOff x="10826491" y="559613"/>
            <a:chExt cx="660299" cy="660299"/>
          </a:xfrm>
          <a:solidFill>
            <a:srgbClr val="243A5E"/>
          </a:solidFill>
        </p:grpSpPr>
        <p:sp>
          <p:nvSpPr>
            <p:cNvPr id="1101" name="Oval 1100">
              <a:extLst>
                <a:ext uri="{FF2B5EF4-FFF2-40B4-BE49-F238E27FC236}">
                  <a16:creationId xmlns:a16="http://schemas.microsoft.com/office/drawing/2014/main" id="{1FE7456D-2400-4DBA-5EF8-0489400CAAD7}"/>
                </a:ext>
              </a:extLst>
            </p:cNvPr>
            <p:cNvSpPr/>
            <p:nvPr/>
          </p:nvSpPr>
          <p:spPr bwMode="auto">
            <a:xfrm flipH="1">
              <a:off x="10826491" y="559613"/>
              <a:ext cx="660299" cy="660299"/>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1102" name="people_4">
              <a:extLst>
                <a:ext uri="{FF2B5EF4-FFF2-40B4-BE49-F238E27FC236}">
                  <a16:creationId xmlns:a16="http://schemas.microsoft.com/office/drawing/2014/main" id="{9126AAA3-22DF-2524-F3DC-FA8112ECCFB5}"/>
                </a:ext>
              </a:extLst>
            </p:cNvPr>
            <p:cNvSpPr>
              <a:spLocks noChangeAspect="1" noEditPoints="1"/>
            </p:cNvSpPr>
            <p:nvPr/>
          </p:nvSpPr>
          <p:spPr bwMode="auto">
            <a:xfrm>
              <a:off x="11004521" y="719696"/>
              <a:ext cx="304238" cy="34013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grpFill/>
            <a:ln w="12700"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pic>
        <p:nvPicPr>
          <p:cNvPr id="1103" name="Picture 1102">
            <a:extLst>
              <a:ext uri="{FF2B5EF4-FFF2-40B4-BE49-F238E27FC236}">
                <a16:creationId xmlns:a16="http://schemas.microsoft.com/office/drawing/2014/main" id="{7C5C9CFF-39BB-5003-EBE3-EF4837150402}"/>
              </a:ext>
              <a:ext uri="{C183D7F6-B498-43B3-948B-1728B52AA6E4}">
                <adec:decorative xmlns:adec="http://schemas.microsoft.com/office/drawing/2017/decorative" val="1"/>
              </a:ext>
            </a:extLst>
          </p:cNvPr>
          <p:cNvPicPr>
            <a:picLocks noChangeAspect="1"/>
          </p:cNvPicPr>
          <p:nvPr/>
        </p:nvPicPr>
        <p:blipFill>
          <a:blip r:embed="rId4"/>
          <a:srcRect t="53979"/>
          <a:stretch/>
        </p:blipFill>
        <p:spPr>
          <a:xfrm>
            <a:off x="7056360" y="3899501"/>
            <a:ext cx="459221" cy="271724"/>
          </a:xfrm>
          <a:prstGeom prst="rect">
            <a:avLst/>
          </a:prstGeom>
        </p:spPr>
      </p:pic>
      <p:pic>
        <p:nvPicPr>
          <p:cNvPr id="1104" name="Picture 1103">
            <a:extLst>
              <a:ext uri="{FF2B5EF4-FFF2-40B4-BE49-F238E27FC236}">
                <a16:creationId xmlns:a16="http://schemas.microsoft.com/office/drawing/2014/main" id="{BC1D590A-E5D4-B54E-7F06-18769CCF8ADB}"/>
              </a:ext>
              <a:ext uri="{C183D7F6-B498-43B3-948B-1728B52AA6E4}">
                <adec:decorative xmlns:adec="http://schemas.microsoft.com/office/drawing/2017/decorative" val="1"/>
              </a:ext>
            </a:extLst>
          </p:cNvPr>
          <p:cNvPicPr>
            <a:picLocks noChangeAspect="1"/>
          </p:cNvPicPr>
          <p:nvPr/>
        </p:nvPicPr>
        <p:blipFill>
          <a:blip r:embed="rId4"/>
          <a:srcRect b="57191"/>
          <a:stretch/>
        </p:blipFill>
        <p:spPr>
          <a:xfrm>
            <a:off x="7056360" y="3520061"/>
            <a:ext cx="459221" cy="252757"/>
          </a:xfrm>
          <a:prstGeom prst="rect">
            <a:avLst/>
          </a:prstGeom>
        </p:spPr>
      </p:pic>
      <p:grpSp>
        <p:nvGrpSpPr>
          <p:cNvPr id="1105" name="Group 1104">
            <a:extLst>
              <a:ext uri="{FF2B5EF4-FFF2-40B4-BE49-F238E27FC236}">
                <a16:creationId xmlns:a16="http://schemas.microsoft.com/office/drawing/2014/main" id="{12A66873-60F2-DF58-080F-E6B2C979AEA3}"/>
              </a:ext>
              <a:ext uri="{C183D7F6-B498-43B3-948B-1728B52AA6E4}">
                <adec:decorative xmlns:adec="http://schemas.microsoft.com/office/drawing/2017/decorative" val="1"/>
              </a:ext>
            </a:extLst>
          </p:cNvPr>
          <p:cNvGrpSpPr/>
          <p:nvPr/>
        </p:nvGrpSpPr>
        <p:grpSpPr>
          <a:xfrm>
            <a:off x="10072788" y="3742012"/>
            <a:ext cx="500688" cy="500688"/>
            <a:chOff x="10826491" y="559613"/>
            <a:chExt cx="660299" cy="660299"/>
          </a:xfrm>
          <a:solidFill>
            <a:srgbClr val="243A5E"/>
          </a:solidFill>
        </p:grpSpPr>
        <p:sp>
          <p:nvSpPr>
            <p:cNvPr id="1106" name="Oval 1105">
              <a:extLst>
                <a:ext uri="{FF2B5EF4-FFF2-40B4-BE49-F238E27FC236}">
                  <a16:creationId xmlns:a16="http://schemas.microsoft.com/office/drawing/2014/main" id="{7114C1A6-2284-832D-E9B5-89985996533F}"/>
                </a:ext>
              </a:extLst>
            </p:cNvPr>
            <p:cNvSpPr/>
            <p:nvPr/>
          </p:nvSpPr>
          <p:spPr bwMode="auto">
            <a:xfrm flipH="1">
              <a:off x="10826491" y="559613"/>
              <a:ext cx="660299" cy="660299"/>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1107" name="people_4">
              <a:extLst>
                <a:ext uri="{FF2B5EF4-FFF2-40B4-BE49-F238E27FC236}">
                  <a16:creationId xmlns:a16="http://schemas.microsoft.com/office/drawing/2014/main" id="{35C4EC0A-D45D-346A-4229-1CFAFB79FF10}"/>
                </a:ext>
              </a:extLst>
            </p:cNvPr>
            <p:cNvSpPr>
              <a:spLocks noChangeAspect="1" noEditPoints="1"/>
            </p:cNvSpPr>
            <p:nvPr/>
          </p:nvSpPr>
          <p:spPr bwMode="auto">
            <a:xfrm>
              <a:off x="11004521" y="719696"/>
              <a:ext cx="304238" cy="34013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grpFill/>
            <a:ln w="12700"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sp>
        <p:nvSpPr>
          <p:cNvPr id="1108" name="TextBox 1107">
            <a:extLst>
              <a:ext uri="{FF2B5EF4-FFF2-40B4-BE49-F238E27FC236}">
                <a16:creationId xmlns:a16="http://schemas.microsoft.com/office/drawing/2014/main" id="{3A61F06B-2529-2414-4F6F-37DB20ECE26F}"/>
              </a:ext>
            </a:extLst>
          </p:cNvPr>
          <p:cNvSpPr txBox="1"/>
          <p:nvPr/>
        </p:nvSpPr>
        <p:spPr>
          <a:xfrm>
            <a:off x="9244376" y="5297506"/>
            <a:ext cx="2622011" cy="415498"/>
          </a:xfrm>
          <a:prstGeom prst="rect">
            <a:avLst/>
          </a:prstGeom>
          <a:noFill/>
        </p:spPr>
        <p:txBody>
          <a:bodyPr wrap="square" lIns="0" tIns="0" rIns="0" bIns="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User presents employee Verified ID and completes Face Check to </a:t>
            </a:r>
            <a:r>
              <a:rPr kumimoji="0" lang="en-US" sz="900" b="1" i="0" u="none" strike="noStrike" kern="0" cap="none" spc="0" normalizeH="0" baseline="0" noProof="0" dirty="0">
                <a:ln>
                  <a:noFill/>
                </a:ln>
                <a:solidFill>
                  <a:srgbClr val="000000"/>
                </a:solidFill>
                <a:effectLst/>
                <a:uLnTx/>
                <a:uFillTx/>
              </a:rPr>
              <a:t>get temporary access pass (TAP)</a:t>
            </a:r>
          </a:p>
        </p:txBody>
      </p:sp>
      <p:cxnSp>
        <p:nvCxnSpPr>
          <p:cNvPr id="1112" name="Straight Arrow Connector 1111">
            <a:extLst>
              <a:ext uri="{FF2B5EF4-FFF2-40B4-BE49-F238E27FC236}">
                <a16:creationId xmlns:a16="http://schemas.microsoft.com/office/drawing/2014/main" id="{D3906164-59DD-901F-4F63-9B1387A90961}"/>
              </a:ext>
              <a:ext uri="{C183D7F6-B498-43B3-948B-1728B52AA6E4}">
                <adec:decorative xmlns:adec="http://schemas.microsoft.com/office/drawing/2017/decorative" val="1"/>
              </a:ext>
            </a:extLst>
          </p:cNvPr>
          <p:cNvCxnSpPr>
            <a:cxnSpLocks/>
          </p:cNvCxnSpPr>
          <p:nvPr/>
        </p:nvCxnSpPr>
        <p:spPr>
          <a:xfrm flipH="1">
            <a:off x="9703217" y="5986337"/>
            <a:ext cx="822960" cy="0"/>
          </a:xfrm>
          <a:prstGeom prst="straightConnector1">
            <a:avLst/>
          </a:prstGeom>
          <a:noFill/>
          <a:ln w="22225" cap="flat" cmpd="sng" algn="ctr">
            <a:solidFill>
              <a:schemeClr val="accent4"/>
            </a:solidFill>
            <a:prstDash val="solid"/>
            <a:headEnd type="none" w="lg" len="med"/>
            <a:tailEnd type="arrow" w="lg" len="sm"/>
          </a:ln>
          <a:effectLst/>
        </p:spPr>
      </p:cxnSp>
      <p:cxnSp>
        <p:nvCxnSpPr>
          <p:cNvPr id="1113" name="Straight Arrow Connector 1112">
            <a:extLst>
              <a:ext uri="{FF2B5EF4-FFF2-40B4-BE49-F238E27FC236}">
                <a16:creationId xmlns:a16="http://schemas.microsoft.com/office/drawing/2014/main" id="{E8CCBAC4-DC8E-1CBD-0E42-B3679B230C16}"/>
              </a:ext>
              <a:ext uri="{C183D7F6-B498-43B3-948B-1728B52AA6E4}">
                <adec:decorative xmlns:adec="http://schemas.microsoft.com/office/drawing/2017/decorative" val="1"/>
              </a:ext>
            </a:extLst>
          </p:cNvPr>
          <p:cNvCxnSpPr>
            <a:cxnSpLocks/>
          </p:cNvCxnSpPr>
          <p:nvPr/>
        </p:nvCxnSpPr>
        <p:spPr>
          <a:xfrm flipH="1">
            <a:off x="7865924" y="5986337"/>
            <a:ext cx="832166" cy="0"/>
          </a:xfrm>
          <a:prstGeom prst="straightConnector1">
            <a:avLst/>
          </a:prstGeom>
          <a:noFill/>
          <a:ln w="22225" cap="flat" cmpd="sng" algn="ctr">
            <a:solidFill>
              <a:schemeClr val="accent4"/>
            </a:solidFill>
            <a:prstDash val="solid"/>
            <a:headEnd type="none" w="lg" len="med"/>
            <a:tailEnd type="arrow" w="lg" len="sm"/>
          </a:ln>
          <a:effectLst/>
        </p:spPr>
      </p:cxnSp>
      <p:grpSp>
        <p:nvGrpSpPr>
          <p:cNvPr id="1121" name="Group 1120">
            <a:extLst>
              <a:ext uri="{FF2B5EF4-FFF2-40B4-BE49-F238E27FC236}">
                <a16:creationId xmlns:a16="http://schemas.microsoft.com/office/drawing/2014/main" id="{829407A6-B0AF-EC5D-7A81-5EC24AA0927E}"/>
              </a:ext>
              <a:ext uri="{C183D7F6-B498-43B3-948B-1728B52AA6E4}">
                <adec:decorative xmlns:adec="http://schemas.microsoft.com/office/drawing/2017/decorative" val="1"/>
              </a:ext>
            </a:extLst>
          </p:cNvPr>
          <p:cNvGrpSpPr/>
          <p:nvPr/>
        </p:nvGrpSpPr>
        <p:grpSpPr>
          <a:xfrm>
            <a:off x="10988705" y="5798339"/>
            <a:ext cx="500688" cy="500688"/>
            <a:chOff x="10826491" y="559613"/>
            <a:chExt cx="660299" cy="660299"/>
          </a:xfrm>
          <a:solidFill>
            <a:srgbClr val="243A5E"/>
          </a:solidFill>
        </p:grpSpPr>
        <p:sp>
          <p:nvSpPr>
            <p:cNvPr id="1122" name="Oval 1121">
              <a:extLst>
                <a:ext uri="{FF2B5EF4-FFF2-40B4-BE49-F238E27FC236}">
                  <a16:creationId xmlns:a16="http://schemas.microsoft.com/office/drawing/2014/main" id="{37683F3A-76DF-E879-9648-187AFA69C0D6}"/>
                </a:ext>
              </a:extLst>
            </p:cNvPr>
            <p:cNvSpPr/>
            <p:nvPr/>
          </p:nvSpPr>
          <p:spPr bwMode="auto">
            <a:xfrm flipH="1">
              <a:off x="10826491" y="559613"/>
              <a:ext cx="660299" cy="660299"/>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000000"/>
                </a:solidFill>
                <a:latin typeface="Segoe UI"/>
                <a:cs typeface="Segoe UI" pitchFamily="34" charset="0"/>
              </a:endParaRPr>
            </a:p>
          </p:txBody>
        </p:sp>
        <p:sp>
          <p:nvSpPr>
            <p:cNvPr id="1123" name="people_4">
              <a:extLst>
                <a:ext uri="{FF2B5EF4-FFF2-40B4-BE49-F238E27FC236}">
                  <a16:creationId xmlns:a16="http://schemas.microsoft.com/office/drawing/2014/main" id="{2366B959-BD71-4253-6412-7CC66B4EF5B2}"/>
                </a:ext>
              </a:extLst>
            </p:cNvPr>
            <p:cNvSpPr>
              <a:spLocks noChangeAspect="1" noEditPoints="1"/>
            </p:cNvSpPr>
            <p:nvPr/>
          </p:nvSpPr>
          <p:spPr bwMode="auto">
            <a:xfrm>
              <a:off x="11009273" y="708351"/>
              <a:ext cx="304238" cy="340131"/>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grpFill/>
            <a:ln w="12700"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1124" name="Group 1123">
            <a:extLst>
              <a:ext uri="{FF2B5EF4-FFF2-40B4-BE49-F238E27FC236}">
                <a16:creationId xmlns:a16="http://schemas.microsoft.com/office/drawing/2014/main" id="{6374EDFB-24A7-69C3-1BE4-75D0D57A22A4}"/>
              </a:ext>
              <a:ext uri="{C183D7F6-B498-43B3-948B-1728B52AA6E4}">
                <adec:decorative xmlns:adec="http://schemas.microsoft.com/office/drawing/2017/decorative" val="1"/>
              </a:ext>
            </a:extLst>
          </p:cNvPr>
          <p:cNvGrpSpPr/>
          <p:nvPr/>
        </p:nvGrpSpPr>
        <p:grpSpPr>
          <a:xfrm>
            <a:off x="10517025" y="5643249"/>
            <a:ext cx="399038" cy="810868"/>
            <a:chOff x="9800046" y="5725263"/>
            <a:chExt cx="399038" cy="810868"/>
          </a:xfrm>
        </p:grpSpPr>
        <p:pic>
          <p:nvPicPr>
            <p:cNvPr id="1125" name="Picture 1124">
              <a:extLst>
                <a:ext uri="{FF2B5EF4-FFF2-40B4-BE49-F238E27FC236}">
                  <a16:creationId xmlns:a16="http://schemas.microsoft.com/office/drawing/2014/main" id="{23BBA4E2-2E55-278C-62F7-70797AEE88AC}"/>
                </a:ext>
              </a:extLst>
            </p:cNvPr>
            <p:cNvPicPr>
              <a:picLocks noChangeAspect="1"/>
            </p:cNvPicPr>
            <p:nvPr/>
          </p:nvPicPr>
          <p:blipFill>
            <a:blip r:embed="rId5"/>
            <a:srcRect l="11426" t="4658" r="5933" b="1088"/>
            <a:stretch/>
          </p:blipFill>
          <p:spPr>
            <a:xfrm>
              <a:off x="9840792" y="6216513"/>
              <a:ext cx="325363" cy="319618"/>
            </a:xfrm>
            <a:prstGeom prst="rect">
              <a:avLst/>
            </a:prstGeom>
          </p:spPr>
        </p:pic>
        <p:sp>
          <p:nvSpPr>
            <p:cNvPr id="1126" name="TextBox 1125">
              <a:extLst>
                <a:ext uri="{FF2B5EF4-FFF2-40B4-BE49-F238E27FC236}">
                  <a16:creationId xmlns:a16="http://schemas.microsoft.com/office/drawing/2014/main" id="{C8C5B2F1-2FA1-BD80-94D4-585BB8ABFEA5}"/>
                </a:ext>
                <a:ext uri="{C183D7F6-B498-43B3-948B-1728B52AA6E4}">
                  <adec:decorative xmlns:adec="http://schemas.microsoft.com/office/drawing/2017/decorative" val="1"/>
                </a:ext>
              </a:extLst>
            </p:cNvPr>
            <p:cNvSpPr txBox="1"/>
            <p:nvPr/>
          </p:nvSpPr>
          <p:spPr>
            <a:xfrm>
              <a:off x="9825160" y="5860954"/>
              <a:ext cx="325363"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chemeClr val="accent4"/>
                  </a:solidFill>
                  <a:effectLst/>
                  <a:uLnTx/>
                  <a:uFillTx/>
                </a:rPr>
                <a:t>+</a:t>
              </a:r>
              <a:endParaRPr kumimoji="0" lang="en-US" sz="1800" b="0" i="0" u="none" strike="noStrike" kern="0" cap="none" spc="0" normalizeH="0" baseline="0" noProof="0">
                <a:ln>
                  <a:noFill/>
                </a:ln>
                <a:solidFill>
                  <a:schemeClr val="accent4"/>
                </a:solidFill>
                <a:effectLst/>
                <a:uLnTx/>
                <a:uFillTx/>
              </a:endParaRPr>
            </a:p>
          </p:txBody>
        </p:sp>
        <p:pic>
          <p:nvPicPr>
            <p:cNvPr id="1127" name="Picture 1126">
              <a:extLst>
                <a:ext uri="{FF2B5EF4-FFF2-40B4-BE49-F238E27FC236}">
                  <a16:creationId xmlns:a16="http://schemas.microsoft.com/office/drawing/2014/main" id="{EB250882-F055-C5A5-CB0C-D25A76E002F8}"/>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800046" y="5725263"/>
              <a:ext cx="399038" cy="222991"/>
            </a:xfrm>
            <a:prstGeom prst="rect">
              <a:avLst/>
            </a:prstGeom>
          </p:spPr>
        </p:pic>
      </p:grpSp>
      <p:sp>
        <p:nvSpPr>
          <p:cNvPr id="1135" name="Rectangle: Single Corner Rounded 1134">
            <a:extLst>
              <a:ext uri="{FF2B5EF4-FFF2-40B4-BE49-F238E27FC236}">
                <a16:creationId xmlns:a16="http://schemas.microsoft.com/office/drawing/2014/main" id="{593383A7-F9E7-18D7-E9AA-EDE9762E2928}"/>
              </a:ext>
              <a:ext uri="{C183D7F6-B498-43B3-948B-1728B52AA6E4}">
                <adec:decorative xmlns:adec="http://schemas.microsoft.com/office/drawing/2017/decorative" val="1"/>
              </a:ext>
            </a:extLst>
          </p:cNvPr>
          <p:cNvSpPr/>
          <p:nvPr/>
        </p:nvSpPr>
        <p:spPr bwMode="auto">
          <a:xfrm flipH="1" flipV="1">
            <a:off x="10820400" y="0"/>
            <a:ext cx="1371600" cy="1737360"/>
          </a:xfrm>
          <a:prstGeom prst="round1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039" name="TextBox 1038">
            <a:extLst>
              <a:ext uri="{FF2B5EF4-FFF2-40B4-BE49-F238E27FC236}">
                <a16:creationId xmlns:a16="http://schemas.microsoft.com/office/drawing/2014/main" id="{AEC0F540-287A-1D92-6449-0984F353361B}"/>
              </a:ext>
              <a:ext uri="{C183D7F6-B498-43B3-948B-1728B52AA6E4}">
                <adec:decorative xmlns:adec="http://schemas.microsoft.com/office/drawing/2017/decorative" val="1"/>
              </a:ext>
            </a:extLst>
          </p:cNvPr>
          <p:cNvSpPr txBox="1"/>
          <p:nvPr/>
        </p:nvSpPr>
        <p:spPr>
          <a:xfrm>
            <a:off x="10989223" y="688044"/>
            <a:ext cx="1033954" cy="914400"/>
          </a:xfrm>
          <a:prstGeom prst="rect">
            <a:avLst/>
          </a:prstGeom>
          <a:noFill/>
        </p:spPr>
        <p:txBody>
          <a:bodyPr wrap="square" lIns="0" tIns="0" rIns="0" bIns="0">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400" b="1" i="0" u="none" strike="noStrike" kern="0" cap="none" spc="0" normalizeH="0" baseline="0" noProof="0">
                <a:ln>
                  <a:noFill/>
                </a:ln>
                <a:solidFill>
                  <a:schemeClr val="bg1"/>
                </a:solidFill>
                <a:effectLst/>
                <a:uLnTx/>
                <a:uFillTx/>
              </a:rPr>
              <a:t>Return to scenarios</a:t>
            </a:r>
          </a:p>
          <a:p>
            <a:pPr marL="0" marR="0" lvl="0" indent="0" algn="ctr" defTabSz="914400" eaLnBrk="1" fontAlgn="auto" latinLnBrk="0" hangingPunct="1">
              <a:lnSpc>
                <a:spcPct val="100000"/>
              </a:lnSpc>
              <a:spcBef>
                <a:spcPts val="0"/>
              </a:spcBef>
              <a:spcAft>
                <a:spcPts val="300"/>
              </a:spcAft>
              <a:buClrTx/>
              <a:buSzTx/>
              <a:buFontTx/>
              <a:buNone/>
              <a:tabLst/>
              <a:defRPr/>
            </a:pPr>
            <a:r>
              <a:rPr kumimoji="0" lang="en-US" sz="1000" b="0" i="0" u="none" strike="noStrike" kern="0" cap="none" spc="0" normalizeH="0" baseline="0" noProof="0">
                <a:ln>
                  <a:noFill/>
                </a:ln>
                <a:solidFill>
                  <a:schemeClr val="accent6"/>
                </a:solidFill>
                <a:effectLst/>
                <a:uLnTx/>
                <a:uFillTx/>
                <a:hlinkClick r:id="rId7" action="ppaction://hlinksldjump">
                  <a:extLst>
                    <a:ext uri="{A12FA001-AC4F-418D-AE19-62706E023703}">
                      <ahyp:hlinkClr xmlns:ahyp="http://schemas.microsoft.com/office/drawing/2018/hyperlinkcolor" val="tx"/>
                    </a:ext>
                  </a:extLst>
                </a:hlinkClick>
              </a:rPr>
              <a:t>New employees</a:t>
            </a:r>
            <a:endParaRPr lang="en-US" sz="1000" kern="0">
              <a:solidFill>
                <a:schemeClr val="accent6"/>
              </a:solidFill>
            </a:endParaRPr>
          </a:p>
          <a:p>
            <a:pPr marL="0" marR="0" lvl="0" indent="0" algn="ctr" defTabSz="914400" eaLnBrk="1" fontAlgn="auto" latinLnBrk="0" hangingPunct="1">
              <a:lnSpc>
                <a:spcPct val="100000"/>
              </a:lnSpc>
              <a:spcBef>
                <a:spcPts val="0"/>
              </a:spcBef>
              <a:spcAft>
                <a:spcPts val="300"/>
              </a:spcAft>
              <a:buClrTx/>
              <a:buSzTx/>
              <a:buFontTx/>
              <a:buNone/>
              <a:tabLst/>
              <a:defRPr/>
            </a:pPr>
            <a:r>
              <a:rPr kumimoji="0" lang="en-US" sz="1000" b="0" i="0" u="none" strike="noStrike" kern="0" cap="none" spc="0" normalizeH="0" baseline="0" noProof="0">
                <a:ln>
                  <a:noFill/>
                </a:ln>
                <a:solidFill>
                  <a:schemeClr val="accent6"/>
                </a:solidFill>
                <a:effectLst/>
                <a:uLnTx/>
                <a:uFillTx/>
                <a:hlinkClick r:id="rId8" action="ppaction://hlinksldjump">
                  <a:extLst>
                    <a:ext uri="{A12FA001-AC4F-418D-AE19-62706E023703}">
                      <ahyp:hlinkClr xmlns:ahyp="http://schemas.microsoft.com/office/drawing/2018/hyperlinkcolor" val="tx"/>
                    </a:ext>
                  </a:extLst>
                </a:hlinkClick>
              </a:rPr>
              <a:t>Skilled contractors</a:t>
            </a:r>
            <a:endParaRPr kumimoji="0" lang="en-US" sz="1000" b="1" i="0" u="none" strike="noStrike" kern="0" cap="none" spc="0" normalizeH="0" baseline="0" noProof="0">
              <a:ln>
                <a:noFill/>
              </a:ln>
              <a:solidFill>
                <a:schemeClr val="accent6"/>
              </a:solidFill>
              <a:effectLst/>
              <a:uLnTx/>
              <a:uFillTx/>
            </a:endParaRPr>
          </a:p>
        </p:txBody>
      </p:sp>
      <p:grpSp>
        <p:nvGrpSpPr>
          <p:cNvPr id="3" name="Group 2">
            <a:extLst>
              <a:ext uri="{FF2B5EF4-FFF2-40B4-BE49-F238E27FC236}">
                <a16:creationId xmlns:a16="http://schemas.microsoft.com/office/drawing/2014/main" id="{39866D20-BC34-4012-290B-F4BCFE05D5AF}"/>
              </a:ext>
              <a:ext uri="{C183D7F6-B498-43B3-948B-1728B52AA6E4}">
                <adec:decorative xmlns:adec="http://schemas.microsoft.com/office/drawing/2017/decorative" val="1"/>
              </a:ext>
            </a:extLst>
          </p:cNvPr>
          <p:cNvGrpSpPr/>
          <p:nvPr/>
        </p:nvGrpSpPr>
        <p:grpSpPr>
          <a:xfrm>
            <a:off x="11273782" y="146285"/>
            <a:ext cx="464836" cy="464836"/>
            <a:chOff x="11211132" y="63007"/>
            <a:chExt cx="590136" cy="590136"/>
          </a:xfrm>
          <a:solidFill>
            <a:schemeClr val="tx2">
              <a:lumMod val="50000"/>
            </a:schemeClr>
          </a:solidFill>
        </p:grpSpPr>
        <p:sp>
          <p:nvSpPr>
            <p:cNvPr id="4" name="Oval 3">
              <a:extLst>
                <a:ext uri="{FF2B5EF4-FFF2-40B4-BE49-F238E27FC236}">
                  <a16:creationId xmlns:a16="http://schemas.microsoft.com/office/drawing/2014/main" id="{28461037-26D6-D794-DFAD-37EAA93C3F13}"/>
                </a:ext>
              </a:extLst>
            </p:cNvPr>
            <p:cNvSpPr/>
            <p:nvPr/>
          </p:nvSpPr>
          <p:spPr bwMode="auto">
            <a:xfrm>
              <a:off x="11211132" y="63007"/>
              <a:ext cx="590136" cy="590136"/>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ouch_E815">
              <a:extLst>
                <a:ext uri="{FF2B5EF4-FFF2-40B4-BE49-F238E27FC236}">
                  <a16:creationId xmlns:a16="http://schemas.microsoft.com/office/drawing/2014/main" id="{760C7999-DE48-F2DE-9204-558F307B9C68}"/>
                </a:ext>
                <a:ext uri="{C183D7F6-B498-43B3-948B-1728B52AA6E4}">
                  <adec:decorative xmlns:adec="http://schemas.microsoft.com/office/drawing/2017/decorative" val="1"/>
                </a:ext>
              </a:extLst>
            </p:cNvPr>
            <p:cNvSpPr>
              <a:spLocks noChangeAspect="1" noEditPoints="1"/>
            </p:cNvSpPr>
            <p:nvPr/>
          </p:nvSpPr>
          <p:spPr bwMode="auto">
            <a:xfrm>
              <a:off x="11383527" y="178790"/>
              <a:ext cx="245346" cy="358570"/>
            </a:xfrm>
            <a:custGeom>
              <a:avLst/>
              <a:gdLst>
                <a:gd name="T0" fmla="*/ 1238 w 2563"/>
                <a:gd name="T1" fmla="*/ 1510 h 3746"/>
                <a:gd name="T2" fmla="*/ 1238 w 2563"/>
                <a:gd name="T3" fmla="*/ 1758 h 3746"/>
                <a:gd name="T4" fmla="*/ 1238 w 2563"/>
                <a:gd name="T5" fmla="*/ 654 h 3746"/>
                <a:gd name="T6" fmla="*/ 1017 w 2563"/>
                <a:gd name="T7" fmla="*/ 433 h 3746"/>
                <a:gd name="T8" fmla="*/ 796 w 2563"/>
                <a:gd name="T9" fmla="*/ 654 h 3746"/>
                <a:gd name="T10" fmla="*/ 796 w 2563"/>
                <a:gd name="T11" fmla="*/ 669 h 3746"/>
                <a:gd name="T12" fmla="*/ 796 w 2563"/>
                <a:gd name="T13" fmla="*/ 2453 h 3746"/>
                <a:gd name="T14" fmla="*/ 662 w 2563"/>
                <a:gd name="T15" fmla="*/ 2508 h 3746"/>
                <a:gd name="T16" fmla="*/ 423 w 2563"/>
                <a:gd name="T17" fmla="*/ 2269 h 3746"/>
                <a:gd name="T18" fmla="*/ 92 w 2563"/>
                <a:gd name="T19" fmla="*/ 2269 h 3746"/>
                <a:gd name="T20" fmla="*/ 92 w 2563"/>
                <a:gd name="T21" fmla="*/ 2600 h 3746"/>
                <a:gd name="T22" fmla="*/ 906 w 2563"/>
                <a:gd name="T23" fmla="*/ 3415 h 3746"/>
                <a:gd name="T24" fmla="*/ 1680 w 2563"/>
                <a:gd name="T25" fmla="*/ 3746 h 3746"/>
                <a:gd name="T26" fmla="*/ 2563 w 2563"/>
                <a:gd name="T27" fmla="*/ 2863 h 3746"/>
                <a:gd name="T28" fmla="*/ 2563 w 2563"/>
                <a:gd name="T29" fmla="*/ 2013 h 3746"/>
                <a:gd name="T30" fmla="*/ 2396 w 2563"/>
                <a:gd name="T31" fmla="*/ 1799 h 3746"/>
                <a:gd name="T32" fmla="*/ 1238 w 2563"/>
                <a:gd name="T33" fmla="*/ 1510 h 3746"/>
                <a:gd name="T34" fmla="*/ 1238 w 2563"/>
                <a:gd name="T35" fmla="*/ 654 h 3746"/>
                <a:gd name="T36" fmla="*/ 1238 w 2563"/>
                <a:gd name="T37" fmla="*/ 1268 h 3746"/>
                <a:gd name="T38" fmla="*/ 1669 w 2563"/>
                <a:gd name="T39" fmla="*/ 654 h 3746"/>
                <a:gd name="T40" fmla="*/ 1016 w 2563"/>
                <a:gd name="T41" fmla="*/ 0 h 3746"/>
                <a:gd name="T42" fmla="*/ 363 w 2563"/>
                <a:gd name="T43" fmla="*/ 654 h 3746"/>
                <a:gd name="T44" fmla="*/ 796 w 2563"/>
                <a:gd name="T45" fmla="*/ 1269 h 3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63" h="3746">
                  <a:moveTo>
                    <a:pt x="1238" y="1510"/>
                  </a:moveTo>
                  <a:cubicBezTo>
                    <a:pt x="1238" y="1758"/>
                    <a:pt x="1238" y="1758"/>
                    <a:pt x="1238" y="1758"/>
                  </a:cubicBezTo>
                  <a:moveTo>
                    <a:pt x="1238" y="654"/>
                  </a:moveTo>
                  <a:cubicBezTo>
                    <a:pt x="1238" y="532"/>
                    <a:pt x="1139" y="433"/>
                    <a:pt x="1017" y="433"/>
                  </a:cubicBezTo>
                  <a:cubicBezTo>
                    <a:pt x="895" y="433"/>
                    <a:pt x="796" y="532"/>
                    <a:pt x="796" y="654"/>
                  </a:cubicBezTo>
                  <a:cubicBezTo>
                    <a:pt x="796" y="654"/>
                    <a:pt x="796" y="659"/>
                    <a:pt x="796" y="669"/>
                  </a:cubicBezTo>
                  <a:cubicBezTo>
                    <a:pt x="796" y="818"/>
                    <a:pt x="796" y="2026"/>
                    <a:pt x="796" y="2453"/>
                  </a:cubicBezTo>
                  <a:cubicBezTo>
                    <a:pt x="796" y="2523"/>
                    <a:pt x="712" y="2557"/>
                    <a:pt x="662" y="2508"/>
                  </a:cubicBezTo>
                  <a:cubicBezTo>
                    <a:pt x="423" y="2269"/>
                    <a:pt x="423" y="2269"/>
                    <a:pt x="423" y="2269"/>
                  </a:cubicBezTo>
                  <a:cubicBezTo>
                    <a:pt x="331" y="2177"/>
                    <a:pt x="183" y="2177"/>
                    <a:pt x="92" y="2269"/>
                  </a:cubicBezTo>
                  <a:cubicBezTo>
                    <a:pt x="0" y="2360"/>
                    <a:pt x="0" y="2508"/>
                    <a:pt x="92" y="2600"/>
                  </a:cubicBezTo>
                  <a:cubicBezTo>
                    <a:pt x="906" y="3415"/>
                    <a:pt x="906" y="3415"/>
                    <a:pt x="906" y="3415"/>
                  </a:cubicBezTo>
                  <a:cubicBezTo>
                    <a:pt x="1104" y="3619"/>
                    <a:pt x="1377" y="3746"/>
                    <a:pt x="1680" y="3746"/>
                  </a:cubicBezTo>
                  <a:cubicBezTo>
                    <a:pt x="2168" y="3746"/>
                    <a:pt x="2563" y="3351"/>
                    <a:pt x="2563" y="2863"/>
                  </a:cubicBezTo>
                  <a:cubicBezTo>
                    <a:pt x="2563" y="2013"/>
                    <a:pt x="2563" y="2013"/>
                    <a:pt x="2563" y="2013"/>
                  </a:cubicBezTo>
                  <a:cubicBezTo>
                    <a:pt x="2563" y="1912"/>
                    <a:pt x="2494" y="1824"/>
                    <a:pt x="2396" y="1799"/>
                  </a:cubicBezTo>
                  <a:cubicBezTo>
                    <a:pt x="1238" y="1510"/>
                    <a:pt x="1238" y="1510"/>
                    <a:pt x="1238" y="1510"/>
                  </a:cubicBezTo>
                  <a:lnTo>
                    <a:pt x="1238" y="654"/>
                  </a:lnTo>
                  <a:close/>
                  <a:moveTo>
                    <a:pt x="1238" y="1268"/>
                  </a:moveTo>
                  <a:cubicBezTo>
                    <a:pt x="1489" y="1177"/>
                    <a:pt x="1669" y="936"/>
                    <a:pt x="1669" y="654"/>
                  </a:cubicBezTo>
                  <a:cubicBezTo>
                    <a:pt x="1669" y="293"/>
                    <a:pt x="1377" y="0"/>
                    <a:pt x="1016" y="0"/>
                  </a:cubicBezTo>
                  <a:cubicBezTo>
                    <a:pt x="655" y="0"/>
                    <a:pt x="363" y="293"/>
                    <a:pt x="363" y="654"/>
                  </a:cubicBezTo>
                  <a:cubicBezTo>
                    <a:pt x="363" y="937"/>
                    <a:pt x="544" y="1178"/>
                    <a:pt x="796" y="1269"/>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endParaRPr>
            </a:p>
          </p:txBody>
        </p:sp>
      </p:grpSp>
      <p:sp>
        <p:nvSpPr>
          <p:cNvPr id="6" name="TextBox 5">
            <a:extLst>
              <a:ext uri="{FF2B5EF4-FFF2-40B4-BE49-F238E27FC236}">
                <a16:creationId xmlns:a16="http://schemas.microsoft.com/office/drawing/2014/main" id="{A57CF11C-8BFC-8378-C581-B4E9F55EC74F}"/>
              </a:ext>
              <a:ext uri="{C183D7F6-B498-43B3-948B-1728B52AA6E4}">
                <adec:decorative xmlns:adec="http://schemas.microsoft.com/office/drawing/2017/decorative" val="1"/>
              </a:ext>
            </a:extLst>
          </p:cNvPr>
          <p:cNvSpPr txBox="1"/>
          <p:nvPr/>
        </p:nvSpPr>
        <p:spPr>
          <a:xfrm>
            <a:off x="8108838" y="6282328"/>
            <a:ext cx="2183632" cy="153888"/>
          </a:xfrm>
          <a:prstGeom prst="rect">
            <a:avLst/>
          </a:prstGeom>
          <a:noFill/>
        </p:spPr>
        <p:txBody>
          <a:bodyPr wrap="square" lIns="0" tIns="0" rIns="0" bIns="0" rtlCol="0" anchor="t">
            <a:spAutoFit/>
          </a:bodyPr>
          <a:lstStyle/>
          <a:p>
            <a:pPr algn="ctr" defTabSz="914192">
              <a:defRPr/>
            </a:pPr>
            <a:r>
              <a:rPr lang="en-US" sz="1000">
                <a:latin typeface="Segoe UI Semibold"/>
              </a:rPr>
              <a:t>Temporary access pass (TAP)</a:t>
            </a:r>
          </a:p>
        </p:txBody>
      </p:sp>
      <p:grpSp>
        <p:nvGrpSpPr>
          <p:cNvPr id="7" name="Group 6">
            <a:extLst>
              <a:ext uri="{FF2B5EF4-FFF2-40B4-BE49-F238E27FC236}">
                <a16:creationId xmlns:a16="http://schemas.microsoft.com/office/drawing/2014/main" id="{B1226865-5CD1-DC90-AA34-7F45B47C155A}"/>
              </a:ext>
              <a:ext uri="{C183D7F6-B498-43B3-948B-1728B52AA6E4}">
                <adec:decorative xmlns:adec="http://schemas.microsoft.com/office/drawing/2017/decorative" val="1"/>
              </a:ext>
            </a:extLst>
          </p:cNvPr>
          <p:cNvGrpSpPr/>
          <p:nvPr/>
        </p:nvGrpSpPr>
        <p:grpSpPr>
          <a:xfrm>
            <a:off x="8916625" y="5672861"/>
            <a:ext cx="568058" cy="568058"/>
            <a:chOff x="2041594" y="2281412"/>
            <a:chExt cx="568058" cy="568058"/>
          </a:xfrm>
        </p:grpSpPr>
        <p:sp>
          <p:nvSpPr>
            <p:cNvPr id="8" name="Oval 7">
              <a:extLst>
                <a:ext uri="{FF2B5EF4-FFF2-40B4-BE49-F238E27FC236}">
                  <a16:creationId xmlns:a16="http://schemas.microsoft.com/office/drawing/2014/main" id="{9CFD499C-7F1E-3F9E-6491-4B0DD45801B8}"/>
                </a:ext>
              </a:extLst>
            </p:cNvPr>
            <p:cNvSpPr/>
            <p:nvPr/>
          </p:nvSpPr>
          <p:spPr bwMode="auto">
            <a:xfrm>
              <a:off x="2041594" y="2281412"/>
              <a:ext cx="568058" cy="568058"/>
            </a:xfrm>
            <a:prstGeom prst="ellipse">
              <a:avLst/>
            </a:prstGeom>
            <a:solidFill>
              <a:schemeClr val="accent1"/>
            </a:solidFill>
            <a:ln w="158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sp>
          <p:nvSpPr>
            <p:cNvPr id="9" name="door">
              <a:extLst>
                <a:ext uri="{FF2B5EF4-FFF2-40B4-BE49-F238E27FC236}">
                  <a16:creationId xmlns:a16="http://schemas.microsoft.com/office/drawing/2014/main" id="{81E8EC57-3A12-F681-B5A1-B760EB8E53C0}"/>
                </a:ext>
              </a:extLst>
            </p:cNvPr>
            <p:cNvSpPr>
              <a:spLocks noChangeAspect="1" noEditPoints="1"/>
            </p:cNvSpPr>
            <p:nvPr/>
          </p:nvSpPr>
          <p:spPr bwMode="auto">
            <a:xfrm>
              <a:off x="2220734" y="2417324"/>
              <a:ext cx="209779" cy="296234"/>
            </a:xfrm>
            <a:custGeom>
              <a:avLst/>
              <a:gdLst>
                <a:gd name="T0" fmla="*/ 165 w 165"/>
                <a:gd name="T1" fmla="*/ 233 h 233"/>
                <a:gd name="T2" fmla="*/ 0 w 165"/>
                <a:gd name="T3" fmla="*/ 233 h 233"/>
                <a:gd name="T4" fmla="*/ 0 w 165"/>
                <a:gd name="T5" fmla="*/ 0 h 233"/>
                <a:gd name="T6" fmla="*/ 165 w 165"/>
                <a:gd name="T7" fmla="*/ 0 h 233"/>
                <a:gd name="T8" fmla="*/ 165 w 165"/>
                <a:gd name="T9" fmla="*/ 6 h 233"/>
                <a:gd name="T10" fmla="*/ 165 w 165"/>
                <a:gd name="T11" fmla="*/ 233 h 233"/>
                <a:gd name="T12" fmla="*/ 165 w 165"/>
                <a:gd name="T13" fmla="*/ 233 h 233"/>
                <a:gd name="T14" fmla="*/ 165 w 165"/>
                <a:gd name="T15" fmla="*/ 233 h 233"/>
                <a:gd name="T16" fmla="*/ 165 w 165"/>
                <a:gd name="T17" fmla="*/ 0 h 233"/>
                <a:gd name="T18" fmla="*/ 79 w 165"/>
                <a:gd name="T19" fmla="*/ 50 h 233"/>
                <a:gd name="T20" fmla="*/ 79 w 165"/>
                <a:gd name="T21" fmla="*/ 183 h 233"/>
                <a:gd name="T22" fmla="*/ 165 w 165"/>
                <a:gd name="T23" fmla="*/ 233 h 233"/>
                <a:gd name="T24" fmla="*/ 91 w 165"/>
                <a:gd name="T25" fmla="*/ 120 h 233"/>
                <a:gd name="T26" fmla="*/ 108 w 165"/>
                <a:gd name="T27" fmla="*/ 12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233">
                  <a:moveTo>
                    <a:pt x="165" y="233"/>
                  </a:moveTo>
                  <a:lnTo>
                    <a:pt x="0" y="233"/>
                  </a:lnTo>
                  <a:lnTo>
                    <a:pt x="0" y="0"/>
                  </a:lnTo>
                  <a:lnTo>
                    <a:pt x="165" y="0"/>
                  </a:lnTo>
                  <a:lnTo>
                    <a:pt x="165" y="6"/>
                  </a:lnTo>
                  <a:lnTo>
                    <a:pt x="165" y="233"/>
                  </a:lnTo>
                  <a:lnTo>
                    <a:pt x="165" y="233"/>
                  </a:lnTo>
                  <a:lnTo>
                    <a:pt x="165" y="233"/>
                  </a:lnTo>
                  <a:moveTo>
                    <a:pt x="165" y="0"/>
                  </a:moveTo>
                  <a:lnTo>
                    <a:pt x="79" y="50"/>
                  </a:lnTo>
                  <a:lnTo>
                    <a:pt x="79" y="183"/>
                  </a:lnTo>
                  <a:lnTo>
                    <a:pt x="165" y="233"/>
                  </a:lnTo>
                  <a:moveTo>
                    <a:pt x="91" y="120"/>
                  </a:moveTo>
                  <a:lnTo>
                    <a:pt x="108" y="120"/>
                  </a:lnTo>
                </a:path>
              </a:pathLst>
            </a:custGeom>
            <a:solidFill>
              <a:schemeClr val="accent1"/>
            </a:solidFill>
            <a:ln w="15875" cap="flat">
              <a:solidFill>
                <a:schemeClr val="bg1"/>
              </a:solidFill>
              <a:prstDash val="solid"/>
              <a:miter/>
            </a:ln>
          </p:spPr>
          <p:txBody>
            <a:bodyPr vert="horz" wrap="square" lIns="89642" tIns="44821" rIns="89642" bIns="44821" numCol="1" anchor="t" anchorCtr="0" compatLnSpc="1">
              <a:prstTxWarp prst="textNoShape">
                <a:avLst/>
              </a:prstTxWarp>
            </a:bodyPr>
            <a:lstStyle/>
            <a:p>
              <a:endParaRPr lang="en-US" sz="1730">
                <a:gradFill>
                  <a:gsLst>
                    <a:gs pos="0">
                      <a:srgbClr val="505050"/>
                    </a:gs>
                    <a:gs pos="100000">
                      <a:srgbClr val="505050"/>
                    </a:gs>
                  </a:gsLst>
                </a:gradFill>
              </a:endParaRPr>
            </a:p>
          </p:txBody>
        </p:sp>
      </p:grpSp>
      <p:sp>
        <p:nvSpPr>
          <p:cNvPr id="10" name="TextBox 9">
            <a:extLst>
              <a:ext uri="{FF2B5EF4-FFF2-40B4-BE49-F238E27FC236}">
                <a16:creationId xmlns:a16="http://schemas.microsoft.com/office/drawing/2014/main" id="{6F68199D-12B1-AC7B-30F1-6511A79A3712}"/>
              </a:ext>
              <a:ext uri="{C183D7F6-B498-43B3-948B-1728B52AA6E4}">
                <adec:decorative xmlns:adec="http://schemas.microsoft.com/office/drawing/2017/decorative" val="1"/>
              </a:ext>
            </a:extLst>
          </p:cNvPr>
          <p:cNvSpPr txBox="1"/>
          <p:nvPr/>
        </p:nvSpPr>
        <p:spPr>
          <a:xfrm>
            <a:off x="5188575" y="6338411"/>
            <a:ext cx="1984253" cy="307777"/>
          </a:xfrm>
          <a:prstGeom prst="rect">
            <a:avLst/>
          </a:prstGeom>
          <a:noFill/>
        </p:spPr>
        <p:txBody>
          <a:bodyPr wrap="square" lIns="0" tIns="0" rIns="0" bIns="0" rtlCol="0" anchor="t">
            <a:spAutoFit/>
          </a:bodyPr>
          <a:lstStyle/>
          <a:p>
            <a:pPr algn="ctr" defTabSz="914192">
              <a:defRPr/>
            </a:pPr>
            <a:r>
              <a:rPr lang="en-US" sz="1000">
                <a:latin typeface="Segoe UI Semibold"/>
              </a:rPr>
              <a:t>Passkey in</a:t>
            </a:r>
          </a:p>
          <a:p>
            <a:pPr algn="ctr" defTabSz="914192">
              <a:defRPr/>
            </a:pPr>
            <a:r>
              <a:rPr lang="en-US" sz="1000">
                <a:latin typeface="Segoe UI Semibold"/>
              </a:rPr>
              <a:t>Microsoft Authenticator</a:t>
            </a:r>
          </a:p>
        </p:txBody>
      </p:sp>
      <p:sp>
        <p:nvSpPr>
          <p:cNvPr id="11" name="TextBox 10">
            <a:extLst>
              <a:ext uri="{FF2B5EF4-FFF2-40B4-BE49-F238E27FC236}">
                <a16:creationId xmlns:a16="http://schemas.microsoft.com/office/drawing/2014/main" id="{1AC9F7EF-8676-0BCE-3C9D-CF14D0E44B09}"/>
              </a:ext>
              <a:ext uri="{C183D7F6-B498-43B3-948B-1728B52AA6E4}">
                <adec:decorative xmlns:adec="http://schemas.microsoft.com/office/drawing/2017/decorative" val="1"/>
              </a:ext>
            </a:extLst>
          </p:cNvPr>
          <p:cNvSpPr txBox="1"/>
          <p:nvPr/>
        </p:nvSpPr>
        <p:spPr>
          <a:xfrm>
            <a:off x="6509496" y="6338411"/>
            <a:ext cx="1806845" cy="307777"/>
          </a:xfrm>
          <a:prstGeom prst="rect">
            <a:avLst/>
          </a:prstGeom>
          <a:noFill/>
        </p:spPr>
        <p:txBody>
          <a:bodyPr wrap="square" lIns="0" tIns="0" rIns="0" bIns="0" rtlCol="0">
            <a:spAutoFit/>
          </a:bodyPr>
          <a:lstStyle/>
          <a:p>
            <a:pPr algn="ctr" defTabSz="914192">
              <a:defRPr/>
            </a:pPr>
            <a:r>
              <a:rPr lang="en-US" sz="1000">
                <a:latin typeface="Segoe UI Semibold"/>
              </a:rPr>
              <a:t>Passkey in FIDO2 </a:t>
            </a:r>
            <a:br>
              <a:rPr lang="en-US" sz="1000">
                <a:latin typeface="Segoe UI Semibold"/>
              </a:rPr>
            </a:br>
            <a:r>
              <a:rPr lang="en-US" sz="1000">
                <a:latin typeface="Segoe UI Semibold"/>
              </a:rPr>
              <a:t>security key</a:t>
            </a:r>
          </a:p>
        </p:txBody>
      </p:sp>
      <p:grpSp>
        <p:nvGrpSpPr>
          <p:cNvPr id="12" name="Group 11">
            <a:extLst>
              <a:ext uri="{FF2B5EF4-FFF2-40B4-BE49-F238E27FC236}">
                <a16:creationId xmlns:a16="http://schemas.microsoft.com/office/drawing/2014/main" id="{A92FC192-7E86-1281-A95D-9BD52AC8A73D}"/>
              </a:ext>
              <a:ext uri="{C183D7F6-B498-43B3-948B-1728B52AA6E4}">
                <adec:decorative xmlns:adec="http://schemas.microsoft.com/office/drawing/2017/decorative" val="1"/>
              </a:ext>
            </a:extLst>
          </p:cNvPr>
          <p:cNvGrpSpPr/>
          <p:nvPr/>
        </p:nvGrpSpPr>
        <p:grpSpPr>
          <a:xfrm>
            <a:off x="7128889" y="5687561"/>
            <a:ext cx="568058" cy="568058"/>
            <a:chOff x="6376656" y="2662581"/>
            <a:chExt cx="568058" cy="568058"/>
          </a:xfrm>
        </p:grpSpPr>
        <p:sp>
          <p:nvSpPr>
            <p:cNvPr id="13" name="Oval 12">
              <a:extLst>
                <a:ext uri="{FF2B5EF4-FFF2-40B4-BE49-F238E27FC236}">
                  <a16:creationId xmlns:a16="http://schemas.microsoft.com/office/drawing/2014/main" id="{75104493-863D-40C4-8C5F-DFD7CB22A757}"/>
                </a:ext>
              </a:extLst>
            </p:cNvPr>
            <p:cNvSpPr/>
            <p:nvPr/>
          </p:nvSpPr>
          <p:spPr bwMode="auto">
            <a:xfrm>
              <a:off x="6376656" y="2662581"/>
              <a:ext cx="568058" cy="568058"/>
            </a:xfrm>
            <a:prstGeom prst="ellipse">
              <a:avLst/>
            </a:prstGeom>
            <a:solidFill>
              <a:schemeClr val="accent1"/>
            </a:solidFill>
            <a:ln w="158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a:cs typeface="Segoe UI" pitchFamily="34" charset="0"/>
              </a:endParaRPr>
            </a:p>
          </p:txBody>
        </p:sp>
        <p:sp>
          <p:nvSpPr>
            <p:cNvPr id="14" name="Graphic 104">
              <a:extLst>
                <a:ext uri="{FF2B5EF4-FFF2-40B4-BE49-F238E27FC236}">
                  <a16:creationId xmlns:a16="http://schemas.microsoft.com/office/drawing/2014/main" id="{8AAAC0AC-F3D6-2FA3-AEE3-C3480C8E6807}"/>
                </a:ext>
                <a:ext uri="{C183D7F6-B498-43B3-948B-1728B52AA6E4}">
                  <adec:decorative xmlns:adec="http://schemas.microsoft.com/office/drawing/2017/decorative" val="1"/>
                </a:ext>
              </a:extLst>
            </p:cNvPr>
            <p:cNvSpPr/>
            <p:nvPr/>
          </p:nvSpPr>
          <p:spPr>
            <a:xfrm rot="5400000">
              <a:off x="6562498" y="2765293"/>
              <a:ext cx="196374" cy="362635"/>
            </a:xfrm>
            <a:custGeom>
              <a:avLst/>
              <a:gdLst>
                <a:gd name="connsiteX0" fmla="*/ 190281 w 207680"/>
                <a:gd name="connsiteY0" fmla="*/ 383513 h 383512"/>
                <a:gd name="connsiteX1" fmla="*/ 17397 w 207680"/>
                <a:gd name="connsiteY1" fmla="*/ 383513 h 383512"/>
                <a:gd name="connsiteX2" fmla="*/ 0 w 207680"/>
                <a:gd name="connsiteY2" fmla="*/ 364718 h 383512"/>
                <a:gd name="connsiteX3" fmla="*/ 0 w 207680"/>
                <a:gd name="connsiteY3" fmla="*/ 118207 h 383512"/>
                <a:gd name="connsiteX4" fmla="*/ 17397 w 207680"/>
                <a:gd name="connsiteY4" fmla="*/ 100965 h 383512"/>
                <a:gd name="connsiteX5" fmla="*/ 190281 w 207680"/>
                <a:gd name="connsiteY5" fmla="*/ 100965 h 383512"/>
                <a:gd name="connsiteX6" fmla="*/ 207678 w 207680"/>
                <a:gd name="connsiteY6" fmla="*/ 118207 h 383512"/>
                <a:gd name="connsiteX7" fmla="*/ 207678 w 207680"/>
                <a:gd name="connsiteY7" fmla="*/ 364718 h 383512"/>
                <a:gd name="connsiteX8" fmla="*/ 190281 w 207680"/>
                <a:gd name="connsiteY8" fmla="*/ 383513 h 383512"/>
                <a:gd name="connsiteX9" fmla="*/ 190281 w 207680"/>
                <a:gd name="connsiteY9" fmla="*/ 383513 h 383512"/>
                <a:gd name="connsiteX10" fmla="*/ 180184 w 207680"/>
                <a:gd name="connsiteY10" fmla="*/ 100965 h 383512"/>
                <a:gd name="connsiteX11" fmla="*/ 180184 w 207680"/>
                <a:gd name="connsiteY11" fmla="*/ 0 h 383512"/>
                <a:gd name="connsiteX12" fmla="*/ 24698 w 207680"/>
                <a:gd name="connsiteY12" fmla="*/ 0 h 383512"/>
                <a:gd name="connsiteX13" fmla="*/ 24698 w 207680"/>
                <a:gd name="connsiteY13" fmla="*/ 100965 h 383512"/>
                <a:gd name="connsiteX14" fmla="*/ 81394 w 207680"/>
                <a:gd name="connsiteY14" fmla="*/ 47687 h 383512"/>
                <a:gd name="connsiteX15" fmla="*/ 74093 w 207680"/>
                <a:gd name="connsiteY15" fmla="*/ 47687 h 383512"/>
                <a:gd name="connsiteX16" fmla="*/ 74093 w 207680"/>
                <a:gd name="connsiteY16" fmla="*/ 54832 h 383512"/>
                <a:gd name="connsiteX17" fmla="*/ 81394 w 207680"/>
                <a:gd name="connsiteY17" fmla="*/ 54832 h 383512"/>
                <a:gd name="connsiteX18" fmla="*/ 81394 w 207680"/>
                <a:gd name="connsiteY18" fmla="*/ 47687 h 383512"/>
                <a:gd name="connsiteX19" fmla="*/ 81394 w 207680"/>
                <a:gd name="connsiteY19" fmla="*/ 47687 h 383512"/>
                <a:gd name="connsiteX20" fmla="*/ 81394 w 207680"/>
                <a:gd name="connsiteY20" fmla="*/ 47687 h 383512"/>
                <a:gd name="connsiteX21" fmla="*/ 132187 w 207680"/>
                <a:gd name="connsiteY21" fmla="*/ 47687 h 383512"/>
                <a:gd name="connsiteX22" fmla="*/ 126440 w 207680"/>
                <a:gd name="connsiteY22" fmla="*/ 47687 h 383512"/>
                <a:gd name="connsiteX23" fmla="*/ 126440 w 207680"/>
                <a:gd name="connsiteY23" fmla="*/ 54832 h 383512"/>
                <a:gd name="connsiteX24" fmla="*/ 132187 w 207680"/>
                <a:gd name="connsiteY24" fmla="*/ 54832 h 383512"/>
                <a:gd name="connsiteX25" fmla="*/ 132187 w 207680"/>
                <a:gd name="connsiteY25" fmla="*/ 47687 h 383512"/>
                <a:gd name="connsiteX26" fmla="*/ 132187 w 207680"/>
                <a:gd name="connsiteY26" fmla="*/ 47687 h 383512"/>
                <a:gd name="connsiteX27" fmla="*/ 132187 w 207680"/>
                <a:gd name="connsiteY27" fmla="*/ 47687 h 383512"/>
                <a:gd name="connsiteX0" fmla="*/ 190281 w 207680"/>
                <a:gd name="connsiteY0" fmla="*/ 383513 h 383513"/>
                <a:gd name="connsiteX1" fmla="*/ 17397 w 207680"/>
                <a:gd name="connsiteY1" fmla="*/ 383513 h 383513"/>
                <a:gd name="connsiteX2" fmla="*/ 0 w 207680"/>
                <a:gd name="connsiteY2" fmla="*/ 364718 h 383513"/>
                <a:gd name="connsiteX3" fmla="*/ 0 w 207680"/>
                <a:gd name="connsiteY3" fmla="*/ 118207 h 383513"/>
                <a:gd name="connsiteX4" fmla="*/ 17397 w 207680"/>
                <a:gd name="connsiteY4" fmla="*/ 100965 h 383513"/>
                <a:gd name="connsiteX5" fmla="*/ 190281 w 207680"/>
                <a:gd name="connsiteY5" fmla="*/ 100965 h 383513"/>
                <a:gd name="connsiteX6" fmla="*/ 207678 w 207680"/>
                <a:gd name="connsiteY6" fmla="*/ 118207 h 383513"/>
                <a:gd name="connsiteX7" fmla="*/ 207678 w 207680"/>
                <a:gd name="connsiteY7" fmla="*/ 364718 h 383513"/>
                <a:gd name="connsiteX8" fmla="*/ 190281 w 207680"/>
                <a:gd name="connsiteY8" fmla="*/ 383513 h 383513"/>
                <a:gd name="connsiteX9" fmla="*/ 190281 w 207680"/>
                <a:gd name="connsiteY9" fmla="*/ 383513 h 383513"/>
                <a:gd name="connsiteX10" fmla="*/ 180184 w 207680"/>
                <a:gd name="connsiteY10" fmla="*/ 100965 h 383513"/>
                <a:gd name="connsiteX11" fmla="*/ 180184 w 207680"/>
                <a:gd name="connsiteY11" fmla="*/ 0 h 383513"/>
                <a:gd name="connsiteX12" fmla="*/ 24698 w 207680"/>
                <a:gd name="connsiteY12" fmla="*/ 0 h 383513"/>
                <a:gd name="connsiteX13" fmla="*/ 24698 w 207680"/>
                <a:gd name="connsiteY13" fmla="*/ 100965 h 383513"/>
                <a:gd name="connsiteX14" fmla="*/ 81394 w 207680"/>
                <a:gd name="connsiteY14" fmla="*/ 47687 h 383513"/>
                <a:gd name="connsiteX15" fmla="*/ 74093 w 207680"/>
                <a:gd name="connsiteY15" fmla="*/ 47687 h 383513"/>
                <a:gd name="connsiteX16" fmla="*/ 74093 w 207680"/>
                <a:gd name="connsiteY16" fmla="*/ 54832 h 383513"/>
                <a:gd name="connsiteX17" fmla="*/ 81394 w 207680"/>
                <a:gd name="connsiteY17" fmla="*/ 54832 h 383513"/>
                <a:gd name="connsiteX18" fmla="*/ 81394 w 207680"/>
                <a:gd name="connsiteY18" fmla="*/ 47687 h 383513"/>
                <a:gd name="connsiteX19" fmla="*/ 81394 w 207680"/>
                <a:gd name="connsiteY19" fmla="*/ 47687 h 383513"/>
                <a:gd name="connsiteX20" fmla="*/ 81394 w 207680"/>
                <a:gd name="connsiteY20" fmla="*/ 47687 h 383513"/>
                <a:gd name="connsiteX21" fmla="*/ 132187 w 207680"/>
                <a:gd name="connsiteY21" fmla="*/ 47687 h 383513"/>
                <a:gd name="connsiteX22" fmla="*/ 126440 w 207680"/>
                <a:gd name="connsiteY22" fmla="*/ 47687 h 383513"/>
                <a:gd name="connsiteX23" fmla="*/ 126440 w 207680"/>
                <a:gd name="connsiteY23" fmla="*/ 54832 h 383513"/>
                <a:gd name="connsiteX24" fmla="*/ 132187 w 207680"/>
                <a:gd name="connsiteY24" fmla="*/ 54832 h 383513"/>
                <a:gd name="connsiteX25" fmla="*/ 132187 w 207680"/>
                <a:gd name="connsiteY25" fmla="*/ 47687 h 383513"/>
                <a:gd name="connsiteX26" fmla="*/ 132187 w 207680"/>
                <a:gd name="connsiteY26" fmla="*/ 47687 h 383513"/>
                <a:gd name="connsiteX27" fmla="*/ 132187 w 207680"/>
                <a:gd name="connsiteY27" fmla="*/ 47687 h 38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7680" h="383513">
                  <a:moveTo>
                    <a:pt x="190281" y="383513"/>
                  </a:moveTo>
                  <a:lnTo>
                    <a:pt x="17397" y="383513"/>
                  </a:lnTo>
                  <a:cubicBezTo>
                    <a:pt x="7301" y="383513"/>
                    <a:pt x="0" y="374814"/>
                    <a:pt x="0" y="364718"/>
                  </a:cubicBezTo>
                  <a:lnTo>
                    <a:pt x="0" y="118207"/>
                  </a:lnTo>
                  <a:cubicBezTo>
                    <a:pt x="0" y="108110"/>
                    <a:pt x="7301" y="100965"/>
                    <a:pt x="17397" y="100965"/>
                  </a:cubicBezTo>
                  <a:lnTo>
                    <a:pt x="190281" y="100965"/>
                  </a:lnTo>
                  <a:cubicBezTo>
                    <a:pt x="200378" y="100965"/>
                    <a:pt x="207678" y="108110"/>
                    <a:pt x="207678" y="118207"/>
                  </a:cubicBezTo>
                  <a:lnTo>
                    <a:pt x="207678" y="364718"/>
                  </a:lnTo>
                  <a:cubicBezTo>
                    <a:pt x="207833" y="374814"/>
                    <a:pt x="200533" y="383513"/>
                    <a:pt x="190281" y="383513"/>
                  </a:cubicBezTo>
                  <a:lnTo>
                    <a:pt x="190281" y="383513"/>
                  </a:lnTo>
                  <a:close/>
                  <a:moveTo>
                    <a:pt x="180184" y="100965"/>
                  </a:moveTo>
                  <a:lnTo>
                    <a:pt x="180184" y="0"/>
                  </a:lnTo>
                  <a:lnTo>
                    <a:pt x="24698" y="0"/>
                  </a:lnTo>
                  <a:lnTo>
                    <a:pt x="24698" y="100965"/>
                  </a:lnTo>
                  <a:moveTo>
                    <a:pt x="81394" y="47687"/>
                  </a:moveTo>
                  <a:lnTo>
                    <a:pt x="74093" y="47687"/>
                  </a:lnTo>
                  <a:lnTo>
                    <a:pt x="74093" y="54832"/>
                  </a:lnTo>
                  <a:lnTo>
                    <a:pt x="81394" y="54832"/>
                  </a:lnTo>
                  <a:lnTo>
                    <a:pt x="81394" y="47687"/>
                  </a:lnTo>
                  <a:lnTo>
                    <a:pt x="81394" y="47687"/>
                  </a:lnTo>
                  <a:lnTo>
                    <a:pt x="81394" y="47687"/>
                  </a:lnTo>
                  <a:close/>
                  <a:moveTo>
                    <a:pt x="132187" y="47687"/>
                  </a:moveTo>
                  <a:lnTo>
                    <a:pt x="126440" y="47687"/>
                  </a:lnTo>
                  <a:lnTo>
                    <a:pt x="126440" y="54832"/>
                  </a:lnTo>
                  <a:lnTo>
                    <a:pt x="132187" y="54832"/>
                  </a:lnTo>
                  <a:lnTo>
                    <a:pt x="132187" y="47687"/>
                  </a:lnTo>
                  <a:lnTo>
                    <a:pt x="132187" y="47687"/>
                  </a:lnTo>
                  <a:lnTo>
                    <a:pt x="132187" y="47687"/>
                  </a:lnTo>
                  <a:close/>
                </a:path>
              </a:pathLst>
            </a:custGeom>
            <a:solidFill>
              <a:schemeClr val="accent1"/>
            </a:solidFill>
            <a:ln w="15875" cap="flat">
              <a:solidFill>
                <a:schemeClr val="bg1"/>
              </a:solidFill>
              <a:prstDash val="solid"/>
              <a:miter/>
            </a:ln>
          </p:spPr>
          <p:txBody>
            <a:bodyPr vert="horz" wrap="square" lIns="89642" tIns="44821" rIns="89642" bIns="44821" numCol="1" anchor="t" anchorCtr="0" compatLnSpc="1">
              <a:prstTxWarp prst="textNoShape">
                <a:avLst/>
              </a:prstTxWarp>
            </a:bodyPr>
            <a:lstStyle/>
            <a:p>
              <a:endParaRPr lang="en-US" sz="1730">
                <a:gradFill>
                  <a:gsLst>
                    <a:gs pos="0">
                      <a:srgbClr val="505050"/>
                    </a:gs>
                    <a:gs pos="100000">
                      <a:srgbClr val="505050"/>
                    </a:gs>
                  </a:gsLst>
                </a:gradFill>
              </a:endParaRPr>
            </a:p>
          </p:txBody>
        </p:sp>
      </p:grpSp>
      <p:grpSp>
        <p:nvGrpSpPr>
          <p:cNvPr id="15" name="Group 14">
            <a:extLst>
              <a:ext uri="{FF2B5EF4-FFF2-40B4-BE49-F238E27FC236}">
                <a16:creationId xmlns:a16="http://schemas.microsoft.com/office/drawing/2014/main" id="{66B1C121-4E1A-67F2-EC63-98B468F41F2D}"/>
              </a:ext>
              <a:ext uri="{C183D7F6-B498-43B3-948B-1728B52AA6E4}">
                <adec:decorative xmlns:adec="http://schemas.microsoft.com/office/drawing/2017/decorative" val="1"/>
              </a:ext>
            </a:extLst>
          </p:cNvPr>
          <p:cNvGrpSpPr/>
          <p:nvPr/>
        </p:nvGrpSpPr>
        <p:grpSpPr>
          <a:xfrm>
            <a:off x="5896672" y="5664955"/>
            <a:ext cx="568058" cy="568058"/>
            <a:chOff x="6506996" y="4732842"/>
            <a:chExt cx="568058" cy="568058"/>
          </a:xfrm>
        </p:grpSpPr>
        <p:sp>
          <p:nvSpPr>
            <p:cNvPr id="16" name="Oval 15">
              <a:extLst>
                <a:ext uri="{FF2B5EF4-FFF2-40B4-BE49-F238E27FC236}">
                  <a16:creationId xmlns:a16="http://schemas.microsoft.com/office/drawing/2014/main" id="{39D610D3-B369-4994-3DE5-E3981DB2728F}"/>
                </a:ext>
              </a:extLst>
            </p:cNvPr>
            <p:cNvSpPr/>
            <p:nvPr/>
          </p:nvSpPr>
          <p:spPr bwMode="auto">
            <a:xfrm>
              <a:off x="6506996" y="4732842"/>
              <a:ext cx="568058" cy="568058"/>
            </a:xfrm>
            <a:prstGeom prst="ellipse">
              <a:avLst/>
            </a:prstGeom>
            <a:solidFill>
              <a:schemeClr val="accent1"/>
            </a:solidFill>
            <a:ln w="158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UI"/>
                <a:cs typeface="Segoe UI" pitchFamily="34" charset="0"/>
              </a:endParaRPr>
            </a:p>
          </p:txBody>
        </p:sp>
        <p:pic>
          <p:nvPicPr>
            <p:cNvPr id="17" name="Graphic 16">
              <a:extLst>
                <a:ext uri="{FF2B5EF4-FFF2-40B4-BE49-F238E27FC236}">
                  <a16:creationId xmlns:a16="http://schemas.microsoft.com/office/drawing/2014/main" id="{4DC8500B-3B3A-5CB6-E08B-09121F19056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2851" y="4838697"/>
              <a:ext cx="356348" cy="356348"/>
            </a:xfrm>
            <a:prstGeom prst="rect">
              <a:avLst/>
            </a:prstGeom>
          </p:spPr>
        </p:pic>
      </p:grpSp>
      <p:sp>
        <p:nvSpPr>
          <p:cNvPr id="22" name="TextBox 21">
            <a:extLst>
              <a:ext uri="{FF2B5EF4-FFF2-40B4-BE49-F238E27FC236}">
                <a16:creationId xmlns:a16="http://schemas.microsoft.com/office/drawing/2014/main" id="{B6B07E21-4C06-7EDB-FC07-44179064E5E4}"/>
              </a:ext>
              <a:ext uri="{C183D7F6-B498-43B3-948B-1728B52AA6E4}">
                <adec:decorative xmlns:adec="http://schemas.microsoft.com/office/drawing/2017/decorative" val="1"/>
              </a:ext>
            </a:extLst>
          </p:cNvPr>
          <p:cNvSpPr txBox="1"/>
          <p:nvPr/>
        </p:nvSpPr>
        <p:spPr>
          <a:xfrm>
            <a:off x="6611946" y="5859528"/>
            <a:ext cx="362636" cy="230832"/>
          </a:xfrm>
          <a:prstGeom prst="rect">
            <a:avLst/>
          </a:prstGeom>
          <a:noFill/>
        </p:spPr>
        <p:txBody>
          <a:bodyPr wrap="square">
            <a:spAutoFit/>
          </a:bodyPr>
          <a:lstStyle/>
          <a:p>
            <a:r>
              <a:rPr kumimoji="0" lang="en-US" sz="900" b="0" i="0" u="none" strike="noStrike" kern="0" cap="none" spc="0" normalizeH="0" baseline="0" noProof="0">
                <a:ln>
                  <a:noFill/>
                </a:ln>
                <a:solidFill>
                  <a:srgbClr val="000000"/>
                </a:solidFill>
                <a:effectLst/>
                <a:uLnTx/>
                <a:uFillTx/>
                <a:latin typeface="Segoe UI"/>
                <a:ea typeface="+mn-ea"/>
                <a:cs typeface="+mn-cs"/>
              </a:rPr>
              <a:t>OR</a:t>
            </a:r>
            <a:endParaRPr lang="en-US"/>
          </a:p>
        </p:txBody>
      </p:sp>
      <p:sp>
        <p:nvSpPr>
          <p:cNvPr id="23" name="TextBox 22">
            <a:extLst>
              <a:ext uri="{FF2B5EF4-FFF2-40B4-BE49-F238E27FC236}">
                <a16:creationId xmlns:a16="http://schemas.microsoft.com/office/drawing/2014/main" id="{013BFBB7-CACC-FC5C-3F08-D0AAF3857425}"/>
              </a:ext>
              <a:ext uri="{C183D7F6-B498-43B3-948B-1728B52AA6E4}">
                <adec:decorative xmlns:adec="http://schemas.microsoft.com/office/drawing/2017/decorative" val="1"/>
              </a:ext>
            </a:extLst>
          </p:cNvPr>
          <p:cNvSpPr txBox="1"/>
          <p:nvPr/>
        </p:nvSpPr>
        <p:spPr>
          <a:xfrm>
            <a:off x="2629278" y="6265052"/>
            <a:ext cx="1073388" cy="307777"/>
          </a:xfrm>
          <a:prstGeom prst="rect">
            <a:avLst/>
          </a:prstGeom>
          <a:noFill/>
        </p:spPr>
        <p:txBody>
          <a:bodyPr wrap="square" lIns="0" tIns="0" rIns="0" bIns="0" rtlCol="0">
            <a:spAutoFit/>
          </a:bodyPr>
          <a:lstStyle/>
          <a:p>
            <a:pPr algn="ctr" defTabSz="914192">
              <a:defRPr/>
            </a:pPr>
            <a:r>
              <a:rPr lang="en-US" sz="1000">
                <a:latin typeface="Segoe UI Semibold"/>
              </a:rPr>
              <a:t>Windows Hello for Business</a:t>
            </a:r>
          </a:p>
        </p:txBody>
      </p:sp>
      <p:sp>
        <p:nvSpPr>
          <p:cNvPr id="24" name="TextBox 23">
            <a:extLst>
              <a:ext uri="{FF2B5EF4-FFF2-40B4-BE49-F238E27FC236}">
                <a16:creationId xmlns:a16="http://schemas.microsoft.com/office/drawing/2014/main" id="{9CEF9221-E315-2AD6-A0F8-1618C25236D4}"/>
              </a:ext>
              <a:ext uri="{C183D7F6-B498-43B3-948B-1728B52AA6E4}">
                <adec:decorative xmlns:adec="http://schemas.microsoft.com/office/drawing/2017/decorative" val="1"/>
              </a:ext>
            </a:extLst>
          </p:cNvPr>
          <p:cNvSpPr txBox="1"/>
          <p:nvPr/>
        </p:nvSpPr>
        <p:spPr>
          <a:xfrm>
            <a:off x="3734340" y="6342138"/>
            <a:ext cx="1497861" cy="153888"/>
          </a:xfrm>
          <a:prstGeom prst="rect">
            <a:avLst/>
          </a:prstGeom>
          <a:noFill/>
        </p:spPr>
        <p:txBody>
          <a:bodyPr wrap="square" lIns="0" tIns="0" rIns="0" bIns="0" rtlCol="0" anchor="t">
            <a:spAutoFit/>
          </a:bodyPr>
          <a:lstStyle/>
          <a:p>
            <a:pPr algn="ctr" defTabSz="914192">
              <a:defRPr/>
            </a:pPr>
            <a:r>
              <a:rPr lang="en-US" sz="1000">
                <a:latin typeface="Segoe UI Semibold"/>
              </a:rPr>
              <a:t>macOS platform SSO</a:t>
            </a:r>
          </a:p>
        </p:txBody>
      </p:sp>
      <p:sp>
        <p:nvSpPr>
          <p:cNvPr id="25" name="TextBox 24">
            <a:extLst>
              <a:ext uri="{FF2B5EF4-FFF2-40B4-BE49-F238E27FC236}">
                <a16:creationId xmlns:a16="http://schemas.microsoft.com/office/drawing/2014/main" id="{AB7AD999-4966-74E3-8D1C-B370CF4E63D8}"/>
              </a:ext>
              <a:ext uri="{C183D7F6-B498-43B3-948B-1728B52AA6E4}">
                <adec:decorative xmlns:adec="http://schemas.microsoft.com/office/drawing/2017/decorative" val="1"/>
              </a:ext>
            </a:extLst>
          </p:cNvPr>
          <p:cNvSpPr txBox="1"/>
          <p:nvPr/>
        </p:nvSpPr>
        <p:spPr>
          <a:xfrm>
            <a:off x="1076448" y="6307957"/>
            <a:ext cx="1539192" cy="430887"/>
          </a:xfrm>
          <a:prstGeom prst="rect">
            <a:avLst/>
          </a:prstGeom>
          <a:noFill/>
        </p:spPr>
        <p:txBody>
          <a:bodyPr wrap="square" lIns="0" tIns="0" rIns="0" bIns="0" rtlCol="0" anchor="t">
            <a:spAutoFit/>
          </a:bodyPr>
          <a:lstStyle/>
          <a:p>
            <a:pPr algn="ctr" defTabSz="914192">
              <a:defRPr/>
            </a:pPr>
            <a:r>
              <a:rPr lang="en-US" sz="1000">
                <a:latin typeface="Segoe UI Semibold"/>
              </a:rPr>
              <a:t>Passkey in Microsoft Authenticator</a:t>
            </a:r>
          </a:p>
          <a:p>
            <a:pPr algn="ctr" defTabSz="914192">
              <a:defRPr/>
            </a:pPr>
            <a:r>
              <a:rPr lang="en-US" sz="800">
                <a:latin typeface="Segoe UI Semibold"/>
              </a:rPr>
              <a:t>(iOS/Android)</a:t>
            </a:r>
          </a:p>
        </p:txBody>
      </p:sp>
      <p:grpSp>
        <p:nvGrpSpPr>
          <p:cNvPr id="26" name="Group 25">
            <a:extLst>
              <a:ext uri="{FF2B5EF4-FFF2-40B4-BE49-F238E27FC236}">
                <a16:creationId xmlns:a16="http://schemas.microsoft.com/office/drawing/2014/main" id="{488E648F-5BED-9AC3-32F1-820F0A882B1F}"/>
              </a:ext>
              <a:ext uri="{C183D7F6-B498-43B3-948B-1728B52AA6E4}">
                <adec:decorative xmlns:adec="http://schemas.microsoft.com/office/drawing/2017/decorative" val="1"/>
              </a:ext>
            </a:extLst>
          </p:cNvPr>
          <p:cNvGrpSpPr/>
          <p:nvPr/>
        </p:nvGrpSpPr>
        <p:grpSpPr>
          <a:xfrm>
            <a:off x="2902062" y="5668682"/>
            <a:ext cx="568058" cy="568058"/>
            <a:chOff x="5381933" y="2662581"/>
            <a:chExt cx="568058" cy="568058"/>
          </a:xfrm>
        </p:grpSpPr>
        <p:sp>
          <p:nvSpPr>
            <p:cNvPr id="27" name="Oval 26">
              <a:extLst>
                <a:ext uri="{FF2B5EF4-FFF2-40B4-BE49-F238E27FC236}">
                  <a16:creationId xmlns:a16="http://schemas.microsoft.com/office/drawing/2014/main" id="{F9F65EDA-556B-B666-CCB3-DA173BA1ABAA}"/>
                </a:ext>
              </a:extLst>
            </p:cNvPr>
            <p:cNvSpPr/>
            <p:nvPr/>
          </p:nvSpPr>
          <p:spPr bwMode="auto">
            <a:xfrm>
              <a:off x="5381933" y="2662581"/>
              <a:ext cx="568058" cy="568058"/>
            </a:xfrm>
            <a:prstGeom prst="ellipse">
              <a:avLst/>
            </a:prstGeom>
            <a:solidFill>
              <a:schemeClr val="accent1"/>
            </a:solidFill>
            <a:ln w="158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000" err="1">
                <a:solidFill>
                  <a:srgbClr val="FFFFFF"/>
                </a:solidFill>
                <a:latin typeface="Segoe UI"/>
                <a:cs typeface="Segoe UI" pitchFamily="34" charset="0"/>
              </a:endParaRPr>
            </a:p>
          </p:txBody>
        </p:sp>
        <p:sp>
          <p:nvSpPr>
            <p:cNvPr id="28" name="biometrics">
              <a:extLst>
                <a:ext uri="{FF2B5EF4-FFF2-40B4-BE49-F238E27FC236}">
                  <a16:creationId xmlns:a16="http://schemas.microsoft.com/office/drawing/2014/main" id="{0A7461C6-C58F-8F79-7025-1872D24918FD}"/>
                </a:ext>
                <a:ext uri="{C183D7F6-B498-43B3-948B-1728B52AA6E4}">
                  <adec:decorative xmlns:adec="http://schemas.microsoft.com/office/drawing/2017/decorative" val="1"/>
                </a:ext>
              </a:extLst>
            </p:cNvPr>
            <p:cNvSpPr>
              <a:spLocks noChangeAspect="1" noEditPoints="1"/>
            </p:cNvSpPr>
            <p:nvPr/>
          </p:nvSpPr>
          <p:spPr bwMode="auto">
            <a:xfrm>
              <a:off x="5484837" y="2815271"/>
              <a:ext cx="362251" cy="262678"/>
            </a:xfrm>
            <a:custGeom>
              <a:avLst/>
              <a:gdLst>
                <a:gd name="T0" fmla="*/ 99 w 334"/>
                <a:gd name="T1" fmla="*/ 175 h 242"/>
                <a:gd name="T2" fmla="*/ 167 w 334"/>
                <a:gd name="T3" fmla="*/ 107 h 242"/>
                <a:gd name="T4" fmla="*/ 235 w 334"/>
                <a:gd name="T5" fmla="*/ 175 h 242"/>
                <a:gd name="T6" fmla="*/ 167 w 334"/>
                <a:gd name="T7" fmla="*/ 242 h 242"/>
                <a:gd name="T8" fmla="*/ 99 w 334"/>
                <a:gd name="T9" fmla="*/ 175 h 242"/>
                <a:gd name="T10" fmla="*/ 334 w 334"/>
                <a:gd name="T11" fmla="*/ 125 h 242"/>
                <a:gd name="T12" fmla="*/ 167 w 334"/>
                <a:gd name="T13" fmla="*/ 0 h 242"/>
                <a:gd name="T14" fmla="*/ 0 w 334"/>
                <a:gd name="T15" fmla="*/ 125 h 242"/>
                <a:gd name="T16" fmla="*/ 35 w 334"/>
                <a:gd name="T17" fmla="*/ 135 h 242"/>
                <a:gd name="T18" fmla="*/ 167 w 334"/>
                <a:gd name="T19" fmla="*/ 37 h 242"/>
                <a:gd name="T20" fmla="*/ 298 w 334"/>
                <a:gd name="T21" fmla="*/ 134 h 242"/>
                <a:gd name="T22" fmla="*/ 334 w 334"/>
                <a:gd name="T23" fmla="*/ 125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4" h="242">
                  <a:moveTo>
                    <a:pt x="99" y="175"/>
                  </a:moveTo>
                  <a:cubicBezTo>
                    <a:pt x="99" y="137"/>
                    <a:pt x="130" y="107"/>
                    <a:pt x="167" y="107"/>
                  </a:cubicBezTo>
                  <a:cubicBezTo>
                    <a:pt x="204" y="107"/>
                    <a:pt x="235" y="137"/>
                    <a:pt x="235" y="175"/>
                  </a:cubicBezTo>
                  <a:cubicBezTo>
                    <a:pt x="235" y="212"/>
                    <a:pt x="204" y="242"/>
                    <a:pt x="167" y="242"/>
                  </a:cubicBezTo>
                  <a:cubicBezTo>
                    <a:pt x="130" y="242"/>
                    <a:pt x="99" y="212"/>
                    <a:pt x="99" y="175"/>
                  </a:cubicBezTo>
                  <a:close/>
                  <a:moveTo>
                    <a:pt x="334" y="125"/>
                  </a:moveTo>
                  <a:cubicBezTo>
                    <a:pt x="313" y="53"/>
                    <a:pt x="246" y="0"/>
                    <a:pt x="167" y="0"/>
                  </a:cubicBezTo>
                  <a:cubicBezTo>
                    <a:pt x="88" y="0"/>
                    <a:pt x="21" y="53"/>
                    <a:pt x="0" y="125"/>
                  </a:cubicBezTo>
                  <a:cubicBezTo>
                    <a:pt x="35" y="135"/>
                    <a:pt x="35" y="135"/>
                    <a:pt x="35" y="135"/>
                  </a:cubicBezTo>
                  <a:cubicBezTo>
                    <a:pt x="52" y="78"/>
                    <a:pt x="105" y="37"/>
                    <a:pt x="167" y="37"/>
                  </a:cubicBezTo>
                  <a:cubicBezTo>
                    <a:pt x="229" y="37"/>
                    <a:pt x="281" y="78"/>
                    <a:pt x="298" y="134"/>
                  </a:cubicBezTo>
                  <a:lnTo>
                    <a:pt x="334" y="125"/>
                  </a:lnTo>
                  <a:close/>
                </a:path>
              </a:pathLst>
            </a:custGeom>
            <a:solidFill>
              <a:schemeClr val="accent1"/>
            </a:solidFill>
            <a:ln w="15875" cap="flat">
              <a:solidFill>
                <a:schemeClr val="bg1"/>
              </a:solidFill>
              <a:prstDash val="solid"/>
              <a:miter/>
            </a:ln>
          </p:spPr>
          <p:txBody>
            <a:bodyPr vert="horz" wrap="square" lIns="89642" tIns="44821" rIns="89642" bIns="44821" numCol="1" anchor="t" anchorCtr="0" compatLnSpc="1">
              <a:prstTxWarp prst="textNoShape">
                <a:avLst/>
              </a:prstTxWarp>
            </a:bodyPr>
            <a:lstStyle/>
            <a:p>
              <a:endParaRPr lang="en-US" sz="1000">
                <a:gradFill>
                  <a:gsLst>
                    <a:gs pos="0">
                      <a:srgbClr val="505050"/>
                    </a:gs>
                    <a:gs pos="100000">
                      <a:srgbClr val="505050"/>
                    </a:gs>
                  </a:gsLst>
                </a:gradFill>
              </a:endParaRPr>
            </a:p>
          </p:txBody>
        </p:sp>
      </p:grpSp>
      <p:grpSp>
        <p:nvGrpSpPr>
          <p:cNvPr id="29" name="Group 28">
            <a:extLst>
              <a:ext uri="{FF2B5EF4-FFF2-40B4-BE49-F238E27FC236}">
                <a16:creationId xmlns:a16="http://schemas.microsoft.com/office/drawing/2014/main" id="{A888B577-BDE2-7F6B-1510-EBF1C7948176}"/>
              </a:ext>
              <a:ext uri="{C183D7F6-B498-43B3-948B-1728B52AA6E4}">
                <adec:decorative xmlns:adec="http://schemas.microsoft.com/office/drawing/2017/decorative" val="1"/>
              </a:ext>
            </a:extLst>
          </p:cNvPr>
          <p:cNvGrpSpPr/>
          <p:nvPr/>
        </p:nvGrpSpPr>
        <p:grpSpPr>
          <a:xfrm>
            <a:off x="1562015" y="5696994"/>
            <a:ext cx="568058" cy="568058"/>
            <a:chOff x="6506996" y="4732842"/>
            <a:chExt cx="568058" cy="568058"/>
          </a:xfrm>
        </p:grpSpPr>
        <p:sp>
          <p:nvSpPr>
            <p:cNvPr id="30" name="Oval 29">
              <a:extLst>
                <a:ext uri="{FF2B5EF4-FFF2-40B4-BE49-F238E27FC236}">
                  <a16:creationId xmlns:a16="http://schemas.microsoft.com/office/drawing/2014/main" id="{3A78E181-3D89-0DAA-39FF-A9C954DF025F}"/>
                </a:ext>
              </a:extLst>
            </p:cNvPr>
            <p:cNvSpPr/>
            <p:nvPr/>
          </p:nvSpPr>
          <p:spPr bwMode="auto">
            <a:xfrm>
              <a:off x="6506996" y="4732842"/>
              <a:ext cx="568058" cy="568058"/>
            </a:xfrm>
            <a:prstGeom prst="ellipse">
              <a:avLst/>
            </a:prstGeom>
            <a:solidFill>
              <a:schemeClr val="accent1"/>
            </a:solidFill>
            <a:ln w="158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000">
                <a:solidFill>
                  <a:srgbClr val="FFFFFF"/>
                </a:solidFill>
                <a:latin typeface="Segoe UI"/>
                <a:cs typeface="Segoe UI" pitchFamily="34" charset="0"/>
              </a:endParaRPr>
            </a:p>
          </p:txBody>
        </p:sp>
        <p:pic>
          <p:nvPicPr>
            <p:cNvPr id="31" name="Graphic 30">
              <a:extLst>
                <a:ext uri="{FF2B5EF4-FFF2-40B4-BE49-F238E27FC236}">
                  <a16:creationId xmlns:a16="http://schemas.microsoft.com/office/drawing/2014/main" id="{031CFC8B-8437-179A-4C19-713AD545AEB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2851" y="4838697"/>
              <a:ext cx="356348" cy="356348"/>
            </a:xfrm>
            <a:prstGeom prst="rect">
              <a:avLst/>
            </a:prstGeom>
          </p:spPr>
        </p:pic>
      </p:grpSp>
      <p:grpSp>
        <p:nvGrpSpPr>
          <p:cNvPr id="32" name="Group 31">
            <a:extLst>
              <a:ext uri="{FF2B5EF4-FFF2-40B4-BE49-F238E27FC236}">
                <a16:creationId xmlns:a16="http://schemas.microsoft.com/office/drawing/2014/main" id="{C5474AA2-33B2-7FC6-DF02-64A1315EB00D}"/>
              </a:ext>
              <a:ext uri="{C183D7F6-B498-43B3-948B-1728B52AA6E4}">
                <adec:decorative xmlns:adec="http://schemas.microsoft.com/office/drawing/2017/decorative" val="1"/>
              </a:ext>
            </a:extLst>
          </p:cNvPr>
          <p:cNvGrpSpPr/>
          <p:nvPr/>
        </p:nvGrpSpPr>
        <p:grpSpPr>
          <a:xfrm>
            <a:off x="4227209" y="5690011"/>
            <a:ext cx="568058" cy="568058"/>
            <a:chOff x="9585394" y="3505938"/>
            <a:chExt cx="568058" cy="568058"/>
          </a:xfrm>
        </p:grpSpPr>
        <p:sp>
          <p:nvSpPr>
            <p:cNvPr id="33" name="Oval 32">
              <a:extLst>
                <a:ext uri="{FF2B5EF4-FFF2-40B4-BE49-F238E27FC236}">
                  <a16:creationId xmlns:a16="http://schemas.microsoft.com/office/drawing/2014/main" id="{1A988073-9512-1E5B-369E-33D5F4837DBD}"/>
                </a:ext>
              </a:extLst>
            </p:cNvPr>
            <p:cNvSpPr/>
            <p:nvPr/>
          </p:nvSpPr>
          <p:spPr bwMode="auto">
            <a:xfrm>
              <a:off x="9585394" y="3505938"/>
              <a:ext cx="568058" cy="568058"/>
            </a:xfrm>
            <a:prstGeom prst="ellipse">
              <a:avLst/>
            </a:prstGeom>
            <a:solidFill>
              <a:schemeClr val="accent1"/>
            </a:solidFill>
            <a:ln w="158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000" err="1">
                <a:solidFill>
                  <a:srgbClr val="FFFFFF"/>
                </a:solidFill>
                <a:latin typeface="Segoe UI"/>
                <a:cs typeface="Segoe UI" pitchFamily="34" charset="0"/>
              </a:endParaRPr>
            </a:p>
          </p:txBody>
        </p:sp>
        <p:sp>
          <p:nvSpPr>
            <p:cNvPr id="34" name="Graphic 3">
              <a:extLst>
                <a:ext uri="{FF2B5EF4-FFF2-40B4-BE49-F238E27FC236}">
                  <a16:creationId xmlns:a16="http://schemas.microsoft.com/office/drawing/2014/main" id="{14BD26E5-EB15-3AC9-D652-1E97BB9DA731}"/>
                </a:ext>
              </a:extLst>
            </p:cNvPr>
            <p:cNvSpPr/>
            <p:nvPr/>
          </p:nvSpPr>
          <p:spPr>
            <a:xfrm>
              <a:off x="9713399" y="3684134"/>
              <a:ext cx="312049" cy="211667"/>
            </a:xfrm>
            <a:custGeom>
              <a:avLst/>
              <a:gdLst>
                <a:gd name="connsiteX0" fmla="*/ 392524 w 452820"/>
                <a:gd name="connsiteY0" fmla="*/ 214918 h 307153"/>
                <a:gd name="connsiteX1" fmla="*/ 60446 w 452820"/>
                <a:gd name="connsiteY1" fmla="*/ 214918 h 307153"/>
                <a:gd name="connsiteX2" fmla="*/ 60446 w 452820"/>
                <a:gd name="connsiteY2" fmla="*/ 0 h 307153"/>
                <a:gd name="connsiteX3" fmla="*/ 392524 w 452820"/>
                <a:gd name="connsiteY3" fmla="*/ 0 h 307153"/>
                <a:gd name="connsiteX4" fmla="*/ 392524 w 452820"/>
                <a:gd name="connsiteY4" fmla="*/ 214918 h 307153"/>
                <a:gd name="connsiteX5" fmla="*/ 392524 w 452820"/>
                <a:gd name="connsiteY5" fmla="*/ 214918 h 307153"/>
                <a:gd name="connsiteX6" fmla="*/ 392524 w 452820"/>
                <a:gd name="connsiteY6" fmla="*/ 214918 h 307153"/>
                <a:gd name="connsiteX7" fmla="*/ 0 w 452820"/>
                <a:gd name="connsiteY7" fmla="*/ 291781 h 307153"/>
                <a:gd name="connsiteX8" fmla="*/ 15074 w 452820"/>
                <a:gd name="connsiteY8" fmla="*/ 307154 h 307153"/>
                <a:gd name="connsiteX9" fmla="*/ 437746 w 452820"/>
                <a:gd name="connsiteY9" fmla="*/ 307154 h 307153"/>
                <a:gd name="connsiteX10" fmla="*/ 452821 w 452820"/>
                <a:gd name="connsiteY10" fmla="*/ 291781 h 307153"/>
                <a:gd name="connsiteX11" fmla="*/ 445358 w 452820"/>
                <a:gd name="connsiteY11" fmla="*/ 268648 h 307153"/>
                <a:gd name="connsiteX12" fmla="*/ 392524 w 452820"/>
                <a:gd name="connsiteY12" fmla="*/ 214918 h 307153"/>
                <a:gd name="connsiteX13" fmla="*/ 60446 w 452820"/>
                <a:gd name="connsiteY13" fmla="*/ 214918 h 307153"/>
                <a:gd name="connsiteX14" fmla="*/ 7612 w 452820"/>
                <a:gd name="connsiteY14" fmla="*/ 268648 h 307153"/>
                <a:gd name="connsiteX15" fmla="*/ 0 w 452820"/>
                <a:gd name="connsiteY15" fmla="*/ 291781 h 307153"/>
                <a:gd name="connsiteX16" fmla="*/ 0 w 452820"/>
                <a:gd name="connsiteY16" fmla="*/ 291781 h 307153"/>
                <a:gd name="connsiteX0" fmla="*/ 392524 w 452821"/>
                <a:gd name="connsiteY0" fmla="*/ 214918 h 307154"/>
                <a:gd name="connsiteX1" fmla="*/ 60446 w 452821"/>
                <a:gd name="connsiteY1" fmla="*/ 214918 h 307154"/>
                <a:gd name="connsiteX2" fmla="*/ 60446 w 452821"/>
                <a:gd name="connsiteY2" fmla="*/ 0 h 307154"/>
                <a:gd name="connsiteX3" fmla="*/ 392524 w 452821"/>
                <a:gd name="connsiteY3" fmla="*/ 0 h 307154"/>
                <a:gd name="connsiteX4" fmla="*/ 392524 w 452821"/>
                <a:gd name="connsiteY4" fmla="*/ 214918 h 307154"/>
                <a:gd name="connsiteX5" fmla="*/ 392524 w 452821"/>
                <a:gd name="connsiteY5" fmla="*/ 214918 h 307154"/>
                <a:gd name="connsiteX6" fmla="*/ 392524 w 452821"/>
                <a:gd name="connsiteY6" fmla="*/ 214918 h 307154"/>
                <a:gd name="connsiteX7" fmla="*/ 0 w 452821"/>
                <a:gd name="connsiteY7" fmla="*/ 291781 h 307154"/>
                <a:gd name="connsiteX8" fmla="*/ 15074 w 452821"/>
                <a:gd name="connsiteY8" fmla="*/ 307154 h 307154"/>
                <a:gd name="connsiteX9" fmla="*/ 437746 w 452821"/>
                <a:gd name="connsiteY9" fmla="*/ 307154 h 307154"/>
                <a:gd name="connsiteX10" fmla="*/ 452821 w 452821"/>
                <a:gd name="connsiteY10" fmla="*/ 291781 h 307154"/>
                <a:gd name="connsiteX11" fmla="*/ 445358 w 452821"/>
                <a:gd name="connsiteY11" fmla="*/ 268648 h 307154"/>
                <a:gd name="connsiteX12" fmla="*/ 392524 w 452821"/>
                <a:gd name="connsiteY12" fmla="*/ 214918 h 307154"/>
                <a:gd name="connsiteX13" fmla="*/ 60446 w 452821"/>
                <a:gd name="connsiteY13" fmla="*/ 214918 h 307154"/>
                <a:gd name="connsiteX14" fmla="*/ 7612 w 452821"/>
                <a:gd name="connsiteY14" fmla="*/ 268648 h 307154"/>
                <a:gd name="connsiteX15" fmla="*/ 0 w 452821"/>
                <a:gd name="connsiteY15" fmla="*/ 291781 h 307154"/>
                <a:gd name="connsiteX16" fmla="*/ 0 w 452821"/>
                <a:gd name="connsiteY16" fmla="*/ 291781 h 30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2821" h="307154">
                  <a:moveTo>
                    <a:pt x="392524" y="214918"/>
                  </a:moveTo>
                  <a:lnTo>
                    <a:pt x="60446" y="214918"/>
                  </a:lnTo>
                  <a:lnTo>
                    <a:pt x="60446" y="0"/>
                  </a:lnTo>
                  <a:lnTo>
                    <a:pt x="392524" y="0"/>
                  </a:lnTo>
                  <a:lnTo>
                    <a:pt x="392524" y="214918"/>
                  </a:lnTo>
                  <a:lnTo>
                    <a:pt x="392524" y="214918"/>
                  </a:lnTo>
                  <a:lnTo>
                    <a:pt x="392524" y="214918"/>
                  </a:lnTo>
                  <a:close/>
                  <a:moveTo>
                    <a:pt x="0" y="291781"/>
                  </a:moveTo>
                  <a:cubicBezTo>
                    <a:pt x="0" y="300288"/>
                    <a:pt x="6716" y="307154"/>
                    <a:pt x="15074" y="307154"/>
                  </a:cubicBezTo>
                  <a:lnTo>
                    <a:pt x="437746" y="307154"/>
                  </a:lnTo>
                  <a:cubicBezTo>
                    <a:pt x="446104" y="307154"/>
                    <a:pt x="452821" y="300288"/>
                    <a:pt x="452821" y="291781"/>
                  </a:cubicBezTo>
                  <a:cubicBezTo>
                    <a:pt x="452821" y="282826"/>
                    <a:pt x="449985" y="274618"/>
                    <a:pt x="445358" y="268648"/>
                  </a:cubicBezTo>
                  <a:lnTo>
                    <a:pt x="392524" y="214918"/>
                  </a:lnTo>
                  <a:lnTo>
                    <a:pt x="60446" y="214918"/>
                  </a:lnTo>
                  <a:lnTo>
                    <a:pt x="7612" y="268648"/>
                  </a:lnTo>
                  <a:cubicBezTo>
                    <a:pt x="2985" y="274618"/>
                    <a:pt x="0" y="282826"/>
                    <a:pt x="0" y="291781"/>
                  </a:cubicBezTo>
                  <a:lnTo>
                    <a:pt x="0" y="291781"/>
                  </a:lnTo>
                  <a:close/>
                </a:path>
              </a:pathLst>
            </a:custGeom>
            <a:solidFill>
              <a:schemeClr val="accent1"/>
            </a:solidFill>
            <a:ln w="15875" cap="flat">
              <a:solidFill>
                <a:schemeClr val="bg1"/>
              </a:solidFill>
              <a:prstDash val="solid"/>
              <a:miter/>
            </a:ln>
          </p:spPr>
          <p:txBody>
            <a:bodyPr vert="horz" wrap="square" lIns="89642" tIns="44821" rIns="89642" bIns="44821" numCol="1" anchor="t" anchorCtr="0" compatLnSpc="1">
              <a:prstTxWarp prst="textNoShape">
                <a:avLst/>
              </a:prstTxWarp>
            </a:bodyPr>
            <a:lstStyle/>
            <a:p>
              <a:endParaRPr lang="en-US" sz="1000">
                <a:gradFill>
                  <a:gsLst>
                    <a:gs pos="0">
                      <a:srgbClr val="505050"/>
                    </a:gs>
                    <a:gs pos="100000">
                      <a:srgbClr val="505050"/>
                    </a:gs>
                  </a:gsLst>
                </a:gradFill>
              </a:endParaRPr>
            </a:p>
          </p:txBody>
        </p:sp>
      </p:grpSp>
      <p:cxnSp>
        <p:nvCxnSpPr>
          <p:cNvPr id="35" name="Straight Arrow Connector 34">
            <a:extLst>
              <a:ext uri="{FF2B5EF4-FFF2-40B4-BE49-F238E27FC236}">
                <a16:creationId xmlns:a16="http://schemas.microsoft.com/office/drawing/2014/main" id="{D744D5E7-B905-28A4-69A6-2153309CD896}"/>
              </a:ext>
              <a:ext uri="{C183D7F6-B498-43B3-948B-1728B52AA6E4}">
                <adec:decorative xmlns:adec="http://schemas.microsoft.com/office/drawing/2017/decorative" val="1"/>
              </a:ext>
            </a:extLst>
          </p:cNvPr>
          <p:cNvCxnSpPr>
            <a:cxnSpLocks/>
          </p:cNvCxnSpPr>
          <p:nvPr/>
        </p:nvCxnSpPr>
        <p:spPr>
          <a:xfrm flipH="1">
            <a:off x="4919259" y="5975125"/>
            <a:ext cx="832166" cy="0"/>
          </a:xfrm>
          <a:prstGeom prst="straightConnector1">
            <a:avLst/>
          </a:prstGeom>
          <a:noFill/>
          <a:ln w="22225" cap="flat" cmpd="sng" algn="ctr">
            <a:solidFill>
              <a:schemeClr val="accent4"/>
            </a:solidFill>
            <a:prstDash val="solid"/>
            <a:headEnd type="none" w="lg" len="med"/>
            <a:tailEnd type="arrow" w="lg" len="sm"/>
          </a:ln>
          <a:effectLst/>
        </p:spPr>
      </p:cxnSp>
      <p:sp>
        <p:nvSpPr>
          <p:cNvPr id="36" name="TextBox 35">
            <a:extLst>
              <a:ext uri="{FF2B5EF4-FFF2-40B4-BE49-F238E27FC236}">
                <a16:creationId xmlns:a16="http://schemas.microsoft.com/office/drawing/2014/main" id="{C45F5A34-4762-58CA-0EF9-82297D61B88B}"/>
              </a:ext>
              <a:ext uri="{C183D7F6-B498-43B3-948B-1728B52AA6E4}">
                <adec:decorative xmlns:adec="http://schemas.microsoft.com/office/drawing/2017/decorative" val="1"/>
              </a:ext>
            </a:extLst>
          </p:cNvPr>
          <p:cNvSpPr txBox="1"/>
          <p:nvPr/>
        </p:nvSpPr>
        <p:spPr>
          <a:xfrm>
            <a:off x="3685684" y="5850714"/>
            <a:ext cx="362636" cy="230832"/>
          </a:xfrm>
          <a:prstGeom prst="rect">
            <a:avLst/>
          </a:prstGeom>
          <a:noFill/>
        </p:spPr>
        <p:txBody>
          <a:bodyPr wrap="square">
            <a:spAutoFit/>
          </a:bodyPr>
          <a:lstStyle/>
          <a:p>
            <a:r>
              <a:rPr kumimoji="0" lang="en-US" sz="900" b="0" i="0" u="none" strike="noStrike" kern="0" cap="none" spc="0" normalizeH="0" baseline="0" noProof="0">
                <a:ln>
                  <a:noFill/>
                </a:ln>
                <a:solidFill>
                  <a:srgbClr val="000000"/>
                </a:solidFill>
                <a:effectLst/>
                <a:uLnTx/>
                <a:uFillTx/>
                <a:latin typeface="Segoe UI"/>
                <a:ea typeface="+mn-ea"/>
                <a:cs typeface="+mn-cs"/>
              </a:rPr>
              <a:t>OR</a:t>
            </a:r>
            <a:endParaRPr lang="en-US"/>
          </a:p>
        </p:txBody>
      </p:sp>
      <p:sp>
        <p:nvSpPr>
          <p:cNvPr id="37" name="TextBox 36">
            <a:extLst>
              <a:ext uri="{FF2B5EF4-FFF2-40B4-BE49-F238E27FC236}">
                <a16:creationId xmlns:a16="http://schemas.microsoft.com/office/drawing/2014/main" id="{09456976-1594-0E01-98DA-82D553DDEFF6}"/>
              </a:ext>
              <a:ext uri="{C183D7F6-B498-43B3-948B-1728B52AA6E4}">
                <adec:decorative xmlns:adec="http://schemas.microsoft.com/office/drawing/2017/decorative" val="1"/>
              </a:ext>
            </a:extLst>
          </p:cNvPr>
          <p:cNvSpPr txBox="1"/>
          <p:nvPr/>
        </p:nvSpPr>
        <p:spPr>
          <a:xfrm>
            <a:off x="2299930" y="5850714"/>
            <a:ext cx="362636" cy="230832"/>
          </a:xfrm>
          <a:prstGeom prst="rect">
            <a:avLst/>
          </a:prstGeom>
          <a:noFill/>
        </p:spPr>
        <p:txBody>
          <a:bodyPr wrap="square">
            <a:spAutoFit/>
          </a:bodyPr>
          <a:lstStyle/>
          <a:p>
            <a:r>
              <a:rPr kumimoji="0" lang="en-US" sz="900" b="0" i="0" u="none" strike="noStrike" kern="0" cap="none" spc="0" normalizeH="0" baseline="0" noProof="0">
                <a:ln>
                  <a:noFill/>
                </a:ln>
                <a:solidFill>
                  <a:srgbClr val="000000"/>
                </a:solidFill>
                <a:effectLst/>
                <a:uLnTx/>
                <a:uFillTx/>
                <a:latin typeface="Segoe UI"/>
                <a:ea typeface="+mn-ea"/>
                <a:cs typeface="+mn-cs"/>
              </a:rPr>
              <a:t>OR</a:t>
            </a:r>
            <a:endParaRPr lang="en-US"/>
          </a:p>
        </p:txBody>
      </p:sp>
    </p:spTree>
    <p:extLst>
      <p:ext uri="{BB962C8B-B14F-4D97-AF65-F5344CB8AC3E}">
        <p14:creationId xmlns:p14="http://schemas.microsoft.com/office/powerpoint/2010/main" val="1679206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9"/>
                                        </p:tgtEl>
                                        <p:attrNameLst>
                                          <p:attrName>style.visibility</p:attrName>
                                        </p:attrNameLst>
                                      </p:cBhvr>
                                      <p:to>
                                        <p:strVal val="visible"/>
                                      </p:to>
                                    </p:set>
                                    <p:animEffect transition="in" filter="fade">
                                      <p:cBhvr>
                                        <p:cTn id="7" dur="500"/>
                                        <p:tgtEl>
                                          <p:spTgt spid="10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56"/>
                                        </p:tgtEl>
                                        <p:attrNameLst>
                                          <p:attrName>style.visibility</p:attrName>
                                        </p:attrNameLst>
                                      </p:cBhvr>
                                      <p:to>
                                        <p:strVal val="visible"/>
                                      </p:to>
                                    </p:set>
                                    <p:animEffect transition="in" filter="fade">
                                      <p:cBhvr>
                                        <p:cTn id="12" dur="500"/>
                                        <p:tgtEl>
                                          <p:spTgt spid="105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86"/>
                                        </p:tgtEl>
                                        <p:attrNameLst>
                                          <p:attrName>style.visibility</p:attrName>
                                        </p:attrNameLst>
                                      </p:cBhvr>
                                      <p:to>
                                        <p:strVal val="visible"/>
                                      </p:to>
                                    </p:set>
                                    <p:animEffect transition="in" filter="fade">
                                      <p:cBhvr>
                                        <p:cTn id="15" dur="500"/>
                                        <p:tgtEl>
                                          <p:spTgt spid="1086"/>
                                        </p:tgtEl>
                                      </p:cBhvr>
                                    </p:animEffect>
                                  </p:childTnLst>
                                </p:cTn>
                              </p:par>
                              <p:par>
                                <p:cTn id="16" presetID="10" presetClass="entr" presetSubtype="0" fill="hold" nodeType="withEffect">
                                  <p:stCondLst>
                                    <p:cond delay="0"/>
                                  </p:stCondLst>
                                  <p:childTnLst>
                                    <p:set>
                                      <p:cBhvr>
                                        <p:cTn id="17" dur="1" fill="hold">
                                          <p:stCondLst>
                                            <p:cond delay="0"/>
                                          </p:stCondLst>
                                        </p:cTn>
                                        <p:tgtEl>
                                          <p:spTgt spid="1087"/>
                                        </p:tgtEl>
                                        <p:attrNameLst>
                                          <p:attrName>style.visibility</p:attrName>
                                        </p:attrNameLst>
                                      </p:cBhvr>
                                      <p:to>
                                        <p:strVal val="visible"/>
                                      </p:to>
                                    </p:set>
                                    <p:animEffect transition="in" filter="fade">
                                      <p:cBhvr>
                                        <p:cTn id="18" dur="500"/>
                                        <p:tgtEl>
                                          <p:spTgt spid="1087"/>
                                        </p:tgtEl>
                                      </p:cBhvr>
                                    </p:animEffect>
                                  </p:childTnLst>
                                </p:cTn>
                              </p:par>
                              <p:par>
                                <p:cTn id="19" presetID="10" presetClass="entr" presetSubtype="0" fill="hold" nodeType="withEffect">
                                  <p:stCondLst>
                                    <p:cond delay="0"/>
                                  </p:stCondLst>
                                  <p:childTnLst>
                                    <p:set>
                                      <p:cBhvr>
                                        <p:cTn id="20" dur="1" fill="hold">
                                          <p:stCondLst>
                                            <p:cond delay="0"/>
                                          </p:stCondLst>
                                        </p:cTn>
                                        <p:tgtEl>
                                          <p:spTgt spid="1080"/>
                                        </p:tgtEl>
                                        <p:attrNameLst>
                                          <p:attrName>style.visibility</p:attrName>
                                        </p:attrNameLst>
                                      </p:cBhvr>
                                      <p:to>
                                        <p:strVal val="visible"/>
                                      </p:to>
                                    </p:set>
                                    <p:animEffect transition="in" filter="fade">
                                      <p:cBhvr>
                                        <p:cTn id="21" dur="500"/>
                                        <p:tgtEl>
                                          <p:spTgt spid="108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57"/>
                                        </p:tgtEl>
                                        <p:attrNameLst>
                                          <p:attrName>style.visibility</p:attrName>
                                        </p:attrNameLst>
                                      </p:cBhvr>
                                      <p:to>
                                        <p:strVal val="visible"/>
                                      </p:to>
                                    </p:set>
                                    <p:animEffect transition="in" filter="fade">
                                      <p:cBhvr>
                                        <p:cTn id="26" dur="500"/>
                                        <p:tgtEl>
                                          <p:spTgt spid="105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92"/>
                                        </p:tgtEl>
                                        <p:attrNameLst>
                                          <p:attrName>style.visibility</p:attrName>
                                        </p:attrNameLst>
                                      </p:cBhvr>
                                      <p:to>
                                        <p:strVal val="visible"/>
                                      </p:to>
                                    </p:set>
                                    <p:animEffect transition="in" filter="fade">
                                      <p:cBhvr>
                                        <p:cTn id="29" dur="500"/>
                                        <p:tgtEl>
                                          <p:spTgt spid="1092"/>
                                        </p:tgtEl>
                                      </p:cBhvr>
                                    </p:animEffect>
                                  </p:childTnLst>
                                </p:cTn>
                              </p:par>
                              <p:par>
                                <p:cTn id="30" presetID="10" presetClass="entr" presetSubtype="0" fill="hold" nodeType="withEffect">
                                  <p:stCondLst>
                                    <p:cond delay="0"/>
                                  </p:stCondLst>
                                  <p:childTnLst>
                                    <p:set>
                                      <p:cBhvr>
                                        <p:cTn id="31" dur="1" fill="hold">
                                          <p:stCondLst>
                                            <p:cond delay="0"/>
                                          </p:stCondLst>
                                        </p:cTn>
                                        <p:tgtEl>
                                          <p:spTgt spid="1095"/>
                                        </p:tgtEl>
                                        <p:attrNameLst>
                                          <p:attrName>style.visibility</p:attrName>
                                        </p:attrNameLst>
                                      </p:cBhvr>
                                      <p:to>
                                        <p:strVal val="visible"/>
                                      </p:to>
                                    </p:set>
                                    <p:animEffect transition="in" filter="fade">
                                      <p:cBhvr>
                                        <p:cTn id="32" dur="500"/>
                                        <p:tgtEl>
                                          <p:spTgt spid="1095"/>
                                        </p:tgtEl>
                                      </p:cBhvr>
                                    </p:animEffect>
                                  </p:childTnLst>
                                </p:cTn>
                              </p:par>
                              <p:par>
                                <p:cTn id="33" presetID="10" presetClass="entr" presetSubtype="0" fill="hold" nodeType="withEffect">
                                  <p:stCondLst>
                                    <p:cond delay="0"/>
                                  </p:stCondLst>
                                  <p:childTnLst>
                                    <p:set>
                                      <p:cBhvr>
                                        <p:cTn id="34" dur="1" fill="hold">
                                          <p:stCondLst>
                                            <p:cond delay="0"/>
                                          </p:stCondLst>
                                        </p:cTn>
                                        <p:tgtEl>
                                          <p:spTgt spid="1089"/>
                                        </p:tgtEl>
                                        <p:attrNameLst>
                                          <p:attrName>style.visibility</p:attrName>
                                        </p:attrNameLst>
                                      </p:cBhvr>
                                      <p:to>
                                        <p:strVal val="visible"/>
                                      </p:to>
                                    </p:set>
                                    <p:animEffect transition="in" filter="fade">
                                      <p:cBhvr>
                                        <p:cTn id="35" dur="500"/>
                                        <p:tgtEl>
                                          <p:spTgt spid="1089"/>
                                        </p:tgtEl>
                                      </p:cBhvr>
                                    </p:animEffect>
                                  </p:childTnLst>
                                </p:cTn>
                              </p:par>
                              <p:par>
                                <p:cTn id="36" presetID="10" presetClass="entr" presetSubtype="0" fill="hold" nodeType="withEffect">
                                  <p:stCondLst>
                                    <p:cond delay="0"/>
                                  </p:stCondLst>
                                  <p:childTnLst>
                                    <p:set>
                                      <p:cBhvr>
                                        <p:cTn id="37" dur="1" fill="hold">
                                          <p:stCondLst>
                                            <p:cond delay="0"/>
                                          </p:stCondLst>
                                        </p:cTn>
                                        <p:tgtEl>
                                          <p:spTgt spid="1088"/>
                                        </p:tgtEl>
                                        <p:attrNameLst>
                                          <p:attrName>style.visibility</p:attrName>
                                        </p:attrNameLst>
                                      </p:cBhvr>
                                      <p:to>
                                        <p:strVal val="visible"/>
                                      </p:to>
                                    </p:set>
                                    <p:animEffect transition="in" filter="fade">
                                      <p:cBhvr>
                                        <p:cTn id="38" dur="500"/>
                                        <p:tgtEl>
                                          <p:spTgt spid="1088"/>
                                        </p:tgtEl>
                                      </p:cBhvr>
                                    </p:animEffect>
                                  </p:childTnLst>
                                </p:cTn>
                              </p:par>
                              <p:par>
                                <p:cTn id="39" presetID="10" presetClass="entr" presetSubtype="0" fill="hold" nodeType="withEffect">
                                  <p:stCondLst>
                                    <p:cond delay="0"/>
                                  </p:stCondLst>
                                  <p:childTnLst>
                                    <p:set>
                                      <p:cBhvr>
                                        <p:cTn id="40" dur="1" fill="hold">
                                          <p:stCondLst>
                                            <p:cond delay="0"/>
                                          </p:stCondLst>
                                        </p:cTn>
                                        <p:tgtEl>
                                          <p:spTgt spid="1100"/>
                                        </p:tgtEl>
                                        <p:attrNameLst>
                                          <p:attrName>style.visibility</p:attrName>
                                        </p:attrNameLst>
                                      </p:cBhvr>
                                      <p:to>
                                        <p:strVal val="visible"/>
                                      </p:to>
                                    </p:set>
                                    <p:animEffect transition="in" filter="fade">
                                      <p:cBhvr>
                                        <p:cTn id="41" dur="500"/>
                                        <p:tgtEl>
                                          <p:spTgt spid="1100"/>
                                        </p:tgtEl>
                                      </p:cBhvr>
                                    </p:animEffect>
                                  </p:childTnLst>
                                </p:cTn>
                              </p:par>
                              <p:par>
                                <p:cTn id="42" presetID="10" presetClass="entr" presetSubtype="0" fill="hold" nodeType="withEffect">
                                  <p:stCondLst>
                                    <p:cond delay="0"/>
                                  </p:stCondLst>
                                  <p:childTnLst>
                                    <p:set>
                                      <p:cBhvr>
                                        <p:cTn id="43" dur="1" fill="hold">
                                          <p:stCondLst>
                                            <p:cond delay="0"/>
                                          </p:stCondLst>
                                        </p:cTn>
                                        <p:tgtEl>
                                          <p:spTgt spid="1053"/>
                                        </p:tgtEl>
                                        <p:attrNameLst>
                                          <p:attrName>style.visibility</p:attrName>
                                        </p:attrNameLst>
                                      </p:cBhvr>
                                      <p:to>
                                        <p:strVal val="visible"/>
                                      </p:to>
                                    </p:set>
                                    <p:animEffect transition="in" filter="fade">
                                      <p:cBhvr>
                                        <p:cTn id="44" dur="500"/>
                                        <p:tgtEl>
                                          <p:spTgt spid="105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60"/>
                                        </p:tgtEl>
                                        <p:attrNameLst>
                                          <p:attrName>style.visibility</p:attrName>
                                        </p:attrNameLst>
                                      </p:cBhvr>
                                      <p:to>
                                        <p:strVal val="visible"/>
                                      </p:to>
                                    </p:set>
                                    <p:animEffect transition="in" filter="fade">
                                      <p:cBhvr>
                                        <p:cTn id="49" dur="500"/>
                                        <p:tgtEl>
                                          <p:spTgt spid="106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090"/>
                                        </p:tgtEl>
                                        <p:attrNameLst>
                                          <p:attrName>style.visibility</p:attrName>
                                        </p:attrNameLst>
                                      </p:cBhvr>
                                      <p:to>
                                        <p:strVal val="visible"/>
                                      </p:to>
                                    </p:set>
                                    <p:animEffect transition="in" filter="fade">
                                      <p:cBhvr>
                                        <p:cTn id="52" dur="500"/>
                                        <p:tgtEl>
                                          <p:spTgt spid="1090"/>
                                        </p:tgtEl>
                                      </p:cBhvr>
                                    </p:animEffect>
                                  </p:childTnLst>
                                </p:cTn>
                              </p:par>
                              <p:par>
                                <p:cTn id="53" presetID="10" presetClass="entr" presetSubtype="0" fill="hold" nodeType="withEffect">
                                  <p:stCondLst>
                                    <p:cond delay="0"/>
                                  </p:stCondLst>
                                  <p:childTnLst>
                                    <p:set>
                                      <p:cBhvr>
                                        <p:cTn id="54" dur="1" fill="hold">
                                          <p:stCondLst>
                                            <p:cond delay="0"/>
                                          </p:stCondLst>
                                        </p:cTn>
                                        <p:tgtEl>
                                          <p:spTgt spid="1091"/>
                                        </p:tgtEl>
                                        <p:attrNameLst>
                                          <p:attrName>style.visibility</p:attrName>
                                        </p:attrNameLst>
                                      </p:cBhvr>
                                      <p:to>
                                        <p:strVal val="visible"/>
                                      </p:to>
                                    </p:set>
                                    <p:animEffect transition="in" filter="fade">
                                      <p:cBhvr>
                                        <p:cTn id="55" dur="500"/>
                                        <p:tgtEl>
                                          <p:spTgt spid="109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96"/>
                                        </p:tgtEl>
                                        <p:attrNameLst>
                                          <p:attrName>style.visibility</p:attrName>
                                        </p:attrNameLst>
                                      </p:cBhvr>
                                      <p:to>
                                        <p:strVal val="visible"/>
                                      </p:to>
                                    </p:set>
                                    <p:animEffect transition="in" filter="fade">
                                      <p:cBhvr>
                                        <p:cTn id="58" dur="500"/>
                                        <p:tgtEl>
                                          <p:spTgt spid="1096"/>
                                        </p:tgtEl>
                                      </p:cBhvr>
                                    </p:animEffect>
                                  </p:childTnLst>
                                </p:cTn>
                              </p:par>
                              <p:par>
                                <p:cTn id="59" presetID="10" presetClass="entr" presetSubtype="0" fill="hold" nodeType="withEffect">
                                  <p:stCondLst>
                                    <p:cond delay="0"/>
                                  </p:stCondLst>
                                  <p:childTnLst>
                                    <p:set>
                                      <p:cBhvr>
                                        <p:cTn id="60" dur="1" fill="hold">
                                          <p:stCondLst>
                                            <p:cond delay="0"/>
                                          </p:stCondLst>
                                        </p:cTn>
                                        <p:tgtEl>
                                          <p:spTgt spid="1103"/>
                                        </p:tgtEl>
                                        <p:attrNameLst>
                                          <p:attrName>style.visibility</p:attrName>
                                        </p:attrNameLst>
                                      </p:cBhvr>
                                      <p:to>
                                        <p:strVal val="visible"/>
                                      </p:to>
                                    </p:set>
                                    <p:animEffect transition="in" filter="fade">
                                      <p:cBhvr>
                                        <p:cTn id="61" dur="500"/>
                                        <p:tgtEl>
                                          <p:spTgt spid="1103"/>
                                        </p:tgtEl>
                                      </p:cBhvr>
                                    </p:animEffect>
                                  </p:childTnLst>
                                </p:cTn>
                              </p:par>
                              <p:par>
                                <p:cTn id="62" presetID="10" presetClass="entr" presetSubtype="0" fill="hold" nodeType="withEffect">
                                  <p:stCondLst>
                                    <p:cond delay="0"/>
                                  </p:stCondLst>
                                  <p:childTnLst>
                                    <p:set>
                                      <p:cBhvr>
                                        <p:cTn id="63" dur="1" fill="hold">
                                          <p:stCondLst>
                                            <p:cond delay="0"/>
                                          </p:stCondLst>
                                        </p:cTn>
                                        <p:tgtEl>
                                          <p:spTgt spid="1104"/>
                                        </p:tgtEl>
                                        <p:attrNameLst>
                                          <p:attrName>style.visibility</p:attrName>
                                        </p:attrNameLst>
                                      </p:cBhvr>
                                      <p:to>
                                        <p:strVal val="visible"/>
                                      </p:to>
                                    </p:set>
                                    <p:animEffect transition="in" filter="fade">
                                      <p:cBhvr>
                                        <p:cTn id="64" dur="500"/>
                                        <p:tgtEl>
                                          <p:spTgt spid="1104"/>
                                        </p:tgtEl>
                                      </p:cBhvr>
                                    </p:animEffect>
                                  </p:childTnLst>
                                </p:cTn>
                              </p:par>
                              <p:par>
                                <p:cTn id="65" presetID="10" presetClass="entr" presetSubtype="0" fill="hold" nodeType="withEffect">
                                  <p:stCondLst>
                                    <p:cond delay="0"/>
                                  </p:stCondLst>
                                  <p:childTnLst>
                                    <p:set>
                                      <p:cBhvr>
                                        <p:cTn id="66" dur="1" fill="hold">
                                          <p:stCondLst>
                                            <p:cond delay="0"/>
                                          </p:stCondLst>
                                        </p:cTn>
                                        <p:tgtEl>
                                          <p:spTgt spid="1062"/>
                                        </p:tgtEl>
                                        <p:attrNameLst>
                                          <p:attrName>style.visibility</p:attrName>
                                        </p:attrNameLst>
                                      </p:cBhvr>
                                      <p:to>
                                        <p:strVal val="visible"/>
                                      </p:to>
                                    </p:set>
                                    <p:animEffect transition="in" filter="fade">
                                      <p:cBhvr>
                                        <p:cTn id="67" dur="500"/>
                                        <p:tgtEl>
                                          <p:spTgt spid="106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061"/>
                                        </p:tgtEl>
                                        <p:attrNameLst>
                                          <p:attrName>style.visibility</p:attrName>
                                        </p:attrNameLst>
                                      </p:cBhvr>
                                      <p:to>
                                        <p:strVal val="visible"/>
                                      </p:to>
                                    </p:set>
                                    <p:animEffect transition="in" filter="fade">
                                      <p:cBhvr>
                                        <p:cTn id="72" dur="500"/>
                                        <p:tgtEl>
                                          <p:spTgt spid="106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093"/>
                                        </p:tgtEl>
                                        <p:attrNameLst>
                                          <p:attrName>style.visibility</p:attrName>
                                        </p:attrNameLst>
                                      </p:cBhvr>
                                      <p:to>
                                        <p:strVal val="visible"/>
                                      </p:to>
                                    </p:set>
                                    <p:animEffect transition="in" filter="fade">
                                      <p:cBhvr>
                                        <p:cTn id="75" dur="500"/>
                                        <p:tgtEl>
                                          <p:spTgt spid="1093"/>
                                        </p:tgtEl>
                                      </p:cBhvr>
                                    </p:animEffect>
                                  </p:childTnLst>
                                </p:cTn>
                              </p:par>
                              <p:par>
                                <p:cTn id="76" presetID="10" presetClass="entr" presetSubtype="0" fill="hold" nodeType="withEffect">
                                  <p:stCondLst>
                                    <p:cond delay="0"/>
                                  </p:stCondLst>
                                  <p:childTnLst>
                                    <p:set>
                                      <p:cBhvr>
                                        <p:cTn id="77" dur="1" fill="hold">
                                          <p:stCondLst>
                                            <p:cond delay="0"/>
                                          </p:stCondLst>
                                        </p:cTn>
                                        <p:tgtEl>
                                          <p:spTgt spid="1094"/>
                                        </p:tgtEl>
                                        <p:attrNameLst>
                                          <p:attrName>style.visibility</p:attrName>
                                        </p:attrNameLst>
                                      </p:cBhvr>
                                      <p:to>
                                        <p:strVal val="visible"/>
                                      </p:to>
                                    </p:set>
                                    <p:animEffect transition="in" filter="fade">
                                      <p:cBhvr>
                                        <p:cTn id="78" dur="500"/>
                                        <p:tgtEl>
                                          <p:spTgt spid="1094"/>
                                        </p:tgtEl>
                                      </p:cBhvr>
                                    </p:animEffect>
                                  </p:childTnLst>
                                </p:cTn>
                              </p:par>
                              <p:par>
                                <p:cTn id="79" presetID="10" presetClass="entr" presetSubtype="0" fill="hold" nodeType="withEffect">
                                  <p:stCondLst>
                                    <p:cond delay="0"/>
                                  </p:stCondLst>
                                  <p:childTnLst>
                                    <p:set>
                                      <p:cBhvr>
                                        <p:cTn id="80" dur="1" fill="hold">
                                          <p:stCondLst>
                                            <p:cond delay="0"/>
                                          </p:stCondLst>
                                        </p:cTn>
                                        <p:tgtEl>
                                          <p:spTgt spid="1105"/>
                                        </p:tgtEl>
                                        <p:attrNameLst>
                                          <p:attrName>style.visibility</p:attrName>
                                        </p:attrNameLst>
                                      </p:cBhvr>
                                      <p:to>
                                        <p:strVal val="visible"/>
                                      </p:to>
                                    </p:set>
                                    <p:animEffect transition="in" filter="fade">
                                      <p:cBhvr>
                                        <p:cTn id="81" dur="500"/>
                                        <p:tgtEl>
                                          <p:spTgt spid="1105"/>
                                        </p:tgtEl>
                                      </p:cBhvr>
                                    </p:animEffect>
                                  </p:childTnLst>
                                </p:cTn>
                              </p:par>
                              <p:par>
                                <p:cTn id="82" presetID="10" presetClass="entr" presetSubtype="0" fill="hold" nodeType="withEffect">
                                  <p:stCondLst>
                                    <p:cond delay="0"/>
                                  </p:stCondLst>
                                  <p:childTnLst>
                                    <p:set>
                                      <p:cBhvr>
                                        <p:cTn id="83" dur="1" fill="hold">
                                          <p:stCondLst>
                                            <p:cond delay="0"/>
                                          </p:stCondLst>
                                        </p:cTn>
                                        <p:tgtEl>
                                          <p:spTgt spid="1065"/>
                                        </p:tgtEl>
                                        <p:attrNameLst>
                                          <p:attrName>style.visibility</p:attrName>
                                        </p:attrNameLst>
                                      </p:cBhvr>
                                      <p:to>
                                        <p:strVal val="visible"/>
                                      </p:to>
                                    </p:set>
                                    <p:animEffect transition="in" filter="fade">
                                      <p:cBhvr>
                                        <p:cTn id="84" dur="500"/>
                                        <p:tgtEl>
                                          <p:spTgt spid="106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1097"/>
                                        </p:tgtEl>
                                        <p:attrNameLst>
                                          <p:attrName>style.visibility</p:attrName>
                                        </p:attrNameLst>
                                      </p:cBhvr>
                                      <p:to>
                                        <p:strVal val="visible"/>
                                      </p:to>
                                    </p:set>
                                    <p:animEffect transition="in" filter="fade">
                                      <p:cBhvr>
                                        <p:cTn id="89" dur="500"/>
                                        <p:tgtEl>
                                          <p:spTgt spid="109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068"/>
                                        </p:tgtEl>
                                        <p:attrNameLst>
                                          <p:attrName>style.visibility</p:attrName>
                                        </p:attrNameLst>
                                      </p:cBhvr>
                                      <p:to>
                                        <p:strVal val="visible"/>
                                      </p:to>
                                    </p:set>
                                    <p:animEffect transition="in" filter="fade">
                                      <p:cBhvr>
                                        <p:cTn id="94" dur="500"/>
                                        <p:tgtEl>
                                          <p:spTgt spid="106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71"/>
                                        </p:tgtEl>
                                        <p:attrNameLst>
                                          <p:attrName>style.visibility</p:attrName>
                                        </p:attrNameLst>
                                      </p:cBhvr>
                                      <p:to>
                                        <p:strVal val="visible"/>
                                      </p:to>
                                    </p:set>
                                    <p:animEffect transition="in" filter="fade">
                                      <p:cBhvr>
                                        <p:cTn id="97" dur="500"/>
                                        <p:tgtEl>
                                          <p:spTgt spid="107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108"/>
                                        </p:tgtEl>
                                        <p:attrNameLst>
                                          <p:attrName>style.visibility</p:attrName>
                                        </p:attrNameLst>
                                      </p:cBhvr>
                                      <p:to>
                                        <p:strVal val="visible"/>
                                      </p:to>
                                    </p:set>
                                    <p:animEffect transition="in" filter="fade">
                                      <p:cBhvr>
                                        <p:cTn id="100" dur="500"/>
                                        <p:tgtEl>
                                          <p:spTgt spid="1108"/>
                                        </p:tgtEl>
                                      </p:cBhvr>
                                    </p:animEffect>
                                  </p:childTnLst>
                                </p:cTn>
                              </p:par>
                              <p:par>
                                <p:cTn id="101" presetID="10" presetClass="entr" presetSubtype="0" fill="hold" nodeType="withEffect">
                                  <p:stCondLst>
                                    <p:cond delay="0"/>
                                  </p:stCondLst>
                                  <p:childTnLst>
                                    <p:set>
                                      <p:cBhvr>
                                        <p:cTn id="102" dur="1" fill="hold">
                                          <p:stCondLst>
                                            <p:cond delay="0"/>
                                          </p:stCondLst>
                                        </p:cTn>
                                        <p:tgtEl>
                                          <p:spTgt spid="1121"/>
                                        </p:tgtEl>
                                        <p:attrNameLst>
                                          <p:attrName>style.visibility</p:attrName>
                                        </p:attrNameLst>
                                      </p:cBhvr>
                                      <p:to>
                                        <p:strVal val="visible"/>
                                      </p:to>
                                    </p:set>
                                    <p:animEffect transition="in" filter="fade">
                                      <p:cBhvr>
                                        <p:cTn id="103" dur="500"/>
                                        <p:tgtEl>
                                          <p:spTgt spid="1121"/>
                                        </p:tgtEl>
                                      </p:cBhvr>
                                    </p:animEffect>
                                  </p:childTnLst>
                                </p:cTn>
                              </p:par>
                              <p:par>
                                <p:cTn id="104" presetID="10" presetClass="entr" presetSubtype="0" fill="hold" nodeType="withEffect">
                                  <p:stCondLst>
                                    <p:cond delay="0"/>
                                  </p:stCondLst>
                                  <p:childTnLst>
                                    <p:set>
                                      <p:cBhvr>
                                        <p:cTn id="105" dur="1" fill="hold">
                                          <p:stCondLst>
                                            <p:cond delay="0"/>
                                          </p:stCondLst>
                                        </p:cTn>
                                        <p:tgtEl>
                                          <p:spTgt spid="1124"/>
                                        </p:tgtEl>
                                        <p:attrNameLst>
                                          <p:attrName>style.visibility</p:attrName>
                                        </p:attrNameLst>
                                      </p:cBhvr>
                                      <p:to>
                                        <p:strVal val="visible"/>
                                      </p:to>
                                    </p:set>
                                    <p:animEffect transition="in" filter="fade">
                                      <p:cBhvr>
                                        <p:cTn id="106" dur="500"/>
                                        <p:tgtEl>
                                          <p:spTgt spid="1124"/>
                                        </p:tgtEl>
                                      </p:cBhvr>
                                    </p:animEffect>
                                  </p:childTnLst>
                                </p:cTn>
                              </p:par>
                              <p:par>
                                <p:cTn id="107" presetID="10" presetClass="entr" presetSubtype="0" fill="hold" nodeType="withEffect">
                                  <p:stCondLst>
                                    <p:cond delay="0"/>
                                  </p:stCondLst>
                                  <p:childTnLst>
                                    <p:set>
                                      <p:cBhvr>
                                        <p:cTn id="108" dur="1" fill="hold">
                                          <p:stCondLst>
                                            <p:cond delay="0"/>
                                          </p:stCondLst>
                                        </p:cTn>
                                        <p:tgtEl>
                                          <p:spTgt spid="1112"/>
                                        </p:tgtEl>
                                        <p:attrNameLst>
                                          <p:attrName>style.visibility</p:attrName>
                                        </p:attrNameLst>
                                      </p:cBhvr>
                                      <p:to>
                                        <p:strVal val="visible"/>
                                      </p:to>
                                    </p:set>
                                    <p:animEffect transition="in" filter="fade">
                                      <p:cBhvr>
                                        <p:cTn id="109" dur="500"/>
                                        <p:tgtEl>
                                          <p:spTgt spid="1112"/>
                                        </p:tgtEl>
                                      </p:cBhvr>
                                    </p:animEffect>
                                  </p:childTnLst>
                                </p:cTn>
                              </p:par>
                              <p:par>
                                <p:cTn id="110" presetID="10" presetClass="entr" presetSubtype="0" fill="hold" nodeType="with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500"/>
                                        <p:tgtEl>
                                          <p:spTgt spid="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6"/>
                                        </p:tgtEl>
                                        <p:attrNameLst>
                                          <p:attrName>style.visibility</p:attrName>
                                        </p:attrNameLst>
                                      </p:cBhvr>
                                      <p:to>
                                        <p:strVal val="visible"/>
                                      </p:to>
                                    </p:set>
                                    <p:animEffect transition="in" filter="fade">
                                      <p:cBhvr>
                                        <p:cTn id="115" dur="500"/>
                                        <p:tgtEl>
                                          <p:spTgt spid="6"/>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1113"/>
                                        </p:tgtEl>
                                        <p:attrNameLst>
                                          <p:attrName>style.visibility</p:attrName>
                                        </p:attrNameLst>
                                      </p:cBhvr>
                                      <p:to>
                                        <p:strVal val="visible"/>
                                      </p:to>
                                    </p:set>
                                    <p:animEffect transition="in" filter="fade">
                                      <p:cBhvr>
                                        <p:cTn id="120" dur="500"/>
                                        <p:tgtEl>
                                          <p:spTgt spid="111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109"/>
                                        </p:tgtEl>
                                        <p:attrNameLst>
                                          <p:attrName>style.visibility</p:attrName>
                                        </p:attrNameLst>
                                      </p:cBhvr>
                                      <p:to>
                                        <p:strVal val="visible"/>
                                      </p:to>
                                    </p:set>
                                    <p:animEffect transition="in" filter="fade">
                                      <p:cBhvr>
                                        <p:cTn id="123" dur="500"/>
                                        <p:tgtEl>
                                          <p:spTgt spid="110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072"/>
                                        </p:tgtEl>
                                        <p:attrNameLst>
                                          <p:attrName>style.visibility</p:attrName>
                                        </p:attrNameLst>
                                      </p:cBhvr>
                                      <p:to>
                                        <p:strVal val="visible"/>
                                      </p:to>
                                    </p:set>
                                    <p:animEffect transition="in" filter="fade">
                                      <p:cBhvr>
                                        <p:cTn id="126" dur="500"/>
                                        <p:tgtEl>
                                          <p:spTgt spid="1072"/>
                                        </p:tgtEl>
                                      </p:cBhvr>
                                    </p:animEffect>
                                  </p:childTnLst>
                                </p:cTn>
                              </p:par>
                              <p:par>
                                <p:cTn id="127" presetID="10" presetClass="entr" presetSubtype="0" fill="hold" nodeType="withEffect">
                                  <p:stCondLst>
                                    <p:cond delay="0"/>
                                  </p:stCondLst>
                                  <p:childTnLst>
                                    <p:set>
                                      <p:cBhvr>
                                        <p:cTn id="128" dur="1" fill="hold">
                                          <p:stCondLst>
                                            <p:cond delay="0"/>
                                          </p:stCondLst>
                                        </p:cTn>
                                        <p:tgtEl>
                                          <p:spTgt spid="12"/>
                                        </p:tgtEl>
                                        <p:attrNameLst>
                                          <p:attrName>style.visibility</p:attrName>
                                        </p:attrNameLst>
                                      </p:cBhvr>
                                      <p:to>
                                        <p:strVal val="visible"/>
                                      </p:to>
                                    </p:set>
                                    <p:animEffect transition="in" filter="fade">
                                      <p:cBhvr>
                                        <p:cTn id="129" dur="500"/>
                                        <p:tgtEl>
                                          <p:spTgt spid="12"/>
                                        </p:tgtEl>
                                      </p:cBhvr>
                                    </p:animEffect>
                                  </p:childTnLst>
                                </p:cTn>
                              </p:par>
                              <p:par>
                                <p:cTn id="130" presetID="10" presetClass="entr" presetSubtype="0" fill="hold" nodeType="withEffect">
                                  <p:stCondLst>
                                    <p:cond delay="0"/>
                                  </p:stCondLst>
                                  <p:childTnLst>
                                    <p:set>
                                      <p:cBhvr>
                                        <p:cTn id="131" dur="1" fill="hold">
                                          <p:stCondLst>
                                            <p:cond delay="0"/>
                                          </p:stCondLst>
                                        </p:cTn>
                                        <p:tgtEl>
                                          <p:spTgt spid="15"/>
                                        </p:tgtEl>
                                        <p:attrNameLst>
                                          <p:attrName>style.visibility</p:attrName>
                                        </p:attrNameLst>
                                      </p:cBhvr>
                                      <p:to>
                                        <p:strVal val="visible"/>
                                      </p:to>
                                    </p:set>
                                    <p:animEffect transition="in" filter="fade">
                                      <p:cBhvr>
                                        <p:cTn id="132" dur="500"/>
                                        <p:tgtEl>
                                          <p:spTgt spid="1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22"/>
                                        </p:tgtEl>
                                        <p:attrNameLst>
                                          <p:attrName>style.visibility</p:attrName>
                                        </p:attrNameLst>
                                      </p:cBhvr>
                                      <p:to>
                                        <p:strVal val="visible"/>
                                      </p:to>
                                    </p:set>
                                    <p:animEffect transition="in" filter="fade">
                                      <p:cBhvr>
                                        <p:cTn id="135" dur="500"/>
                                        <p:tgtEl>
                                          <p:spTgt spid="22"/>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1"/>
                                        </p:tgtEl>
                                        <p:attrNameLst>
                                          <p:attrName>style.visibility</p:attrName>
                                        </p:attrNameLst>
                                      </p:cBhvr>
                                      <p:to>
                                        <p:strVal val="visible"/>
                                      </p:to>
                                    </p:set>
                                    <p:animEffect transition="in" filter="fade">
                                      <p:cBhvr>
                                        <p:cTn id="138" dur="500"/>
                                        <p:tgtEl>
                                          <p:spTgt spid="1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10"/>
                                        </p:tgtEl>
                                        <p:attrNameLst>
                                          <p:attrName>style.visibility</p:attrName>
                                        </p:attrNameLst>
                                      </p:cBhvr>
                                      <p:to>
                                        <p:strVal val="visible"/>
                                      </p:to>
                                    </p:set>
                                    <p:animEffect transition="in" filter="fade">
                                      <p:cBhvr>
                                        <p:cTn id="141" dur="500"/>
                                        <p:tgtEl>
                                          <p:spTgt spid="10"/>
                                        </p:tgtEl>
                                      </p:cBhvr>
                                    </p:animEffect>
                                  </p:childTnLst>
                                </p:cTn>
                              </p:par>
                              <p:par>
                                <p:cTn id="142" presetID="10" presetClass="entr" presetSubtype="0" fill="hold" nodeType="withEffect">
                                  <p:stCondLst>
                                    <p:cond delay="0"/>
                                  </p:stCondLst>
                                  <p:childTnLst>
                                    <p:set>
                                      <p:cBhvr>
                                        <p:cTn id="143" dur="1" fill="hold">
                                          <p:stCondLst>
                                            <p:cond delay="0"/>
                                          </p:stCondLst>
                                        </p:cTn>
                                        <p:tgtEl>
                                          <p:spTgt spid="1074"/>
                                        </p:tgtEl>
                                        <p:attrNameLst>
                                          <p:attrName>style.visibility</p:attrName>
                                        </p:attrNameLst>
                                      </p:cBhvr>
                                      <p:to>
                                        <p:strVal val="visible"/>
                                      </p:to>
                                    </p:set>
                                    <p:animEffect transition="in" filter="fade">
                                      <p:cBhvr>
                                        <p:cTn id="144" dur="500"/>
                                        <p:tgtEl>
                                          <p:spTgt spid="1074"/>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1110"/>
                                        </p:tgtEl>
                                        <p:attrNameLst>
                                          <p:attrName>style.visibility</p:attrName>
                                        </p:attrNameLst>
                                      </p:cBhvr>
                                      <p:to>
                                        <p:strVal val="visible"/>
                                      </p:to>
                                    </p:set>
                                    <p:animEffect transition="in" filter="fade">
                                      <p:cBhvr>
                                        <p:cTn id="149" dur="500"/>
                                        <p:tgtEl>
                                          <p:spTgt spid="1110"/>
                                        </p:tgtEl>
                                      </p:cBhvr>
                                    </p:animEffect>
                                  </p:childTnLst>
                                </p:cTn>
                              </p:par>
                              <p:par>
                                <p:cTn id="150" presetID="10" presetClass="entr" presetSubtype="0" fill="hold" nodeType="withEffect">
                                  <p:stCondLst>
                                    <p:cond delay="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500"/>
                                        <p:tgtEl>
                                          <p:spTgt spid="3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24"/>
                                        </p:tgtEl>
                                        <p:attrNameLst>
                                          <p:attrName>style.visibility</p:attrName>
                                        </p:attrNameLst>
                                      </p:cBhvr>
                                      <p:to>
                                        <p:strVal val="visible"/>
                                      </p:to>
                                    </p:set>
                                    <p:animEffect transition="in" filter="fade">
                                      <p:cBhvr>
                                        <p:cTn id="155" dur="500"/>
                                        <p:tgtEl>
                                          <p:spTgt spid="24"/>
                                        </p:tgtEl>
                                      </p:cBhvr>
                                    </p:animEffect>
                                  </p:childTnLst>
                                </p:cTn>
                              </p:par>
                              <p:par>
                                <p:cTn id="156" presetID="10" presetClass="entr" presetSubtype="0" fill="hold" nodeType="withEffect">
                                  <p:stCondLst>
                                    <p:cond delay="0"/>
                                  </p:stCondLst>
                                  <p:childTnLst>
                                    <p:set>
                                      <p:cBhvr>
                                        <p:cTn id="157" dur="1" fill="hold">
                                          <p:stCondLst>
                                            <p:cond delay="0"/>
                                          </p:stCondLst>
                                        </p:cTn>
                                        <p:tgtEl>
                                          <p:spTgt spid="32"/>
                                        </p:tgtEl>
                                        <p:attrNameLst>
                                          <p:attrName>style.visibility</p:attrName>
                                        </p:attrNameLst>
                                      </p:cBhvr>
                                      <p:to>
                                        <p:strVal val="visible"/>
                                      </p:to>
                                    </p:set>
                                    <p:animEffect transition="in" filter="fade">
                                      <p:cBhvr>
                                        <p:cTn id="158" dur="500"/>
                                        <p:tgtEl>
                                          <p:spTgt spid="32"/>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36"/>
                                        </p:tgtEl>
                                        <p:attrNameLst>
                                          <p:attrName>style.visibility</p:attrName>
                                        </p:attrNameLst>
                                      </p:cBhvr>
                                      <p:to>
                                        <p:strVal val="visible"/>
                                      </p:to>
                                    </p:set>
                                    <p:animEffect transition="in" filter="fade">
                                      <p:cBhvr>
                                        <p:cTn id="161" dur="500"/>
                                        <p:tgtEl>
                                          <p:spTgt spid="36"/>
                                        </p:tgtEl>
                                      </p:cBhvr>
                                    </p:animEffect>
                                  </p:childTnLst>
                                </p:cTn>
                              </p:par>
                              <p:par>
                                <p:cTn id="162" presetID="10" presetClass="entr" presetSubtype="0" fill="hold" nodeType="withEffect">
                                  <p:stCondLst>
                                    <p:cond delay="0"/>
                                  </p:stCondLst>
                                  <p:childTnLst>
                                    <p:set>
                                      <p:cBhvr>
                                        <p:cTn id="163" dur="1" fill="hold">
                                          <p:stCondLst>
                                            <p:cond delay="0"/>
                                          </p:stCondLst>
                                        </p:cTn>
                                        <p:tgtEl>
                                          <p:spTgt spid="26"/>
                                        </p:tgtEl>
                                        <p:attrNameLst>
                                          <p:attrName>style.visibility</p:attrName>
                                        </p:attrNameLst>
                                      </p:cBhvr>
                                      <p:to>
                                        <p:strVal val="visible"/>
                                      </p:to>
                                    </p:set>
                                    <p:animEffect transition="in" filter="fade">
                                      <p:cBhvr>
                                        <p:cTn id="164" dur="500"/>
                                        <p:tgtEl>
                                          <p:spTgt spid="26"/>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23"/>
                                        </p:tgtEl>
                                        <p:attrNameLst>
                                          <p:attrName>style.visibility</p:attrName>
                                        </p:attrNameLst>
                                      </p:cBhvr>
                                      <p:to>
                                        <p:strVal val="visible"/>
                                      </p:to>
                                    </p:set>
                                    <p:animEffect transition="in" filter="fade">
                                      <p:cBhvr>
                                        <p:cTn id="167" dur="500"/>
                                        <p:tgtEl>
                                          <p:spTgt spid="23"/>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37"/>
                                        </p:tgtEl>
                                        <p:attrNameLst>
                                          <p:attrName>style.visibility</p:attrName>
                                        </p:attrNameLst>
                                      </p:cBhvr>
                                      <p:to>
                                        <p:strVal val="visible"/>
                                      </p:to>
                                    </p:set>
                                    <p:animEffect transition="in" filter="fade">
                                      <p:cBhvr>
                                        <p:cTn id="170" dur="500"/>
                                        <p:tgtEl>
                                          <p:spTgt spid="37"/>
                                        </p:tgtEl>
                                      </p:cBhvr>
                                    </p:animEffect>
                                  </p:childTnLst>
                                </p:cTn>
                              </p:par>
                              <p:par>
                                <p:cTn id="171" presetID="10" presetClass="entr" presetSubtype="0" fill="hold" nodeType="withEffect">
                                  <p:stCondLst>
                                    <p:cond delay="0"/>
                                  </p:stCondLst>
                                  <p:childTnLst>
                                    <p:set>
                                      <p:cBhvr>
                                        <p:cTn id="172" dur="1" fill="hold">
                                          <p:stCondLst>
                                            <p:cond delay="0"/>
                                          </p:stCondLst>
                                        </p:cTn>
                                        <p:tgtEl>
                                          <p:spTgt spid="29"/>
                                        </p:tgtEl>
                                        <p:attrNameLst>
                                          <p:attrName>style.visibility</p:attrName>
                                        </p:attrNameLst>
                                      </p:cBhvr>
                                      <p:to>
                                        <p:strVal val="visible"/>
                                      </p:to>
                                    </p:set>
                                    <p:animEffect transition="in" filter="fade">
                                      <p:cBhvr>
                                        <p:cTn id="173" dur="500"/>
                                        <p:tgtEl>
                                          <p:spTgt spid="29"/>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25"/>
                                        </p:tgtEl>
                                        <p:attrNameLst>
                                          <p:attrName>style.visibility</p:attrName>
                                        </p:attrNameLst>
                                      </p:cBhvr>
                                      <p:to>
                                        <p:strVal val="visible"/>
                                      </p:to>
                                    </p:set>
                                    <p:animEffect transition="in" filter="fade">
                                      <p:cBhvr>
                                        <p:cTn id="176" dur="500"/>
                                        <p:tgtEl>
                                          <p:spTgt spid="25"/>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1073"/>
                                        </p:tgtEl>
                                        <p:attrNameLst>
                                          <p:attrName>style.visibility</p:attrName>
                                        </p:attrNameLst>
                                      </p:cBhvr>
                                      <p:to>
                                        <p:strVal val="visible"/>
                                      </p:to>
                                    </p:set>
                                    <p:animEffect transition="in" filter="fade">
                                      <p:cBhvr>
                                        <p:cTn id="179" dur="500"/>
                                        <p:tgtEl>
                                          <p:spTgt spid="1073"/>
                                        </p:tgtEl>
                                      </p:cBhvr>
                                    </p:animEffect>
                                  </p:childTnLst>
                                </p:cTn>
                              </p:par>
                              <p:par>
                                <p:cTn id="180" presetID="10" presetClass="entr" presetSubtype="0" fill="hold" nodeType="withEffect">
                                  <p:stCondLst>
                                    <p:cond delay="0"/>
                                  </p:stCondLst>
                                  <p:childTnLst>
                                    <p:set>
                                      <p:cBhvr>
                                        <p:cTn id="181" dur="1" fill="hold">
                                          <p:stCondLst>
                                            <p:cond delay="0"/>
                                          </p:stCondLst>
                                        </p:cTn>
                                        <p:tgtEl>
                                          <p:spTgt spid="1077"/>
                                        </p:tgtEl>
                                        <p:attrNameLst>
                                          <p:attrName>style.visibility</p:attrName>
                                        </p:attrNameLst>
                                      </p:cBhvr>
                                      <p:to>
                                        <p:strVal val="visible"/>
                                      </p:to>
                                    </p:set>
                                    <p:animEffect transition="in" filter="fade">
                                      <p:cBhvr>
                                        <p:cTn id="182" dur="500"/>
                                        <p:tgtEl>
                                          <p:spTgt spid="1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 grpId="0" animBg="1"/>
      <p:bldP spid="1099" grpId="0" animBg="1"/>
      <p:bldP spid="1056" grpId="0"/>
      <p:bldP spid="1086" grpId="0"/>
      <p:bldP spid="1057" grpId="0"/>
      <p:bldP spid="1092" grpId="0"/>
      <p:bldP spid="1060" grpId="0"/>
      <p:bldP spid="1090" grpId="0"/>
      <p:bldP spid="1061" grpId="0"/>
      <p:bldP spid="1093" grpId="0"/>
      <p:bldP spid="1073" grpId="0"/>
      <p:bldP spid="1110" grpId="0"/>
      <p:bldP spid="1072" grpId="0"/>
      <p:bldP spid="1109" grpId="0"/>
      <p:bldP spid="1071" grpId="0"/>
      <p:bldP spid="1096" grpId="0"/>
      <p:bldP spid="1108" grpId="0"/>
      <p:bldP spid="6" grpId="0"/>
      <p:bldP spid="10" grpId="0"/>
      <p:bldP spid="11" grpId="0"/>
      <p:bldP spid="22" grpId="0"/>
      <p:bldP spid="23" grpId="0"/>
      <p:bldP spid="24" grpId="0"/>
      <p:bldP spid="25" grpId="0"/>
      <p:bldP spid="36" grpId="0"/>
      <p:bldP spid="3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3" descr="Trois médecins regardant l'écran d'une tablette.">
            <a:extLst>
              <a:ext uri="{FF2B5EF4-FFF2-40B4-BE49-F238E27FC236}">
                <a16:creationId xmlns:a16="http://schemas.microsoft.com/office/drawing/2014/main" id="{1069BA27-3572-8DB7-C218-C2664A178D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6626"/>
            <a:ext cx="12191999" cy="6864626"/>
          </a:xfrm>
          <a:prstGeom prst="rect">
            <a:avLst/>
          </a:prstGeom>
        </p:spPr>
      </p:pic>
      <p:sp>
        <p:nvSpPr>
          <p:cNvPr id="2" name="Titre 1">
            <a:extLst>
              <a:ext uri="{FF2B5EF4-FFF2-40B4-BE49-F238E27FC236}">
                <a16:creationId xmlns:a16="http://schemas.microsoft.com/office/drawing/2014/main" id="{4BC3A79E-3A4F-C8B4-7B3C-2BFD0375DF13}"/>
              </a:ext>
            </a:extLst>
          </p:cNvPr>
          <p:cNvSpPr>
            <a:spLocks noGrp="1"/>
          </p:cNvSpPr>
          <p:nvPr>
            <p:ph type="title"/>
          </p:nvPr>
        </p:nvSpPr>
        <p:spPr>
          <a:xfrm>
            <a:off x="541040" y="1474630"/>
            <a:ext cx="4457836" cy="1477328"/>
          </a:xfrm>
        </p:spPr>
        <p:txBody>
          <a:bodyPr/>
          <a:lstStyle/>
          <a:p>
            <a:r>
              <a:rPr lang="fr-FR" dirty="0"/>
              <a:t>Accès sécurisé aux rôles et aux ressources sensibles</a:t>
            </a:r>
            <a:endParaRPr lang="en-US" dirty="0"/>
          </a:p>
        </p:txBody>
      </p:sp>
    </p:spTree>
    <p:extLst>
      <p:ext uri="{BB962C8B-B14F-4D97-AF65-F5344CB8AC3E}">
        <p14:creationId xmlns:p14="http://schemas.microsoft.com/office/powerpoint/2010/main" val="50413300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1549-CDFE-A160-F9FB-C9865AB7A0D3}"/>
              </a:ext>
            </a:extLst>
          </p:cNvPr>
          <p:cNvSpPr>
            <a:spLocks noGrp="1"/>
          </p:cNvSpPr>
          <p:nvPr>
            <p:ph type="title"/>
          </p:nvPr>
        </p:nvSpPr>
        <p:spPr>
          <a:xfrm>
            <a:off x="588263" y="457200"/>
            <a:ext cx="11018520" cy="492443"/>
          </a:xfrm>
        </p:spPr>
        <p:txBody>
          <a:bodyPr/>
          <a:lstStyle/>
          <a:p>
            <a:pPr lvl="0"/>
            <a:r>
              <a:rPr lang="fr-FR" sz="3200" noProof="0" dirty="0"/>
              <a:t>Problèmes d'accès courants</a:t>
            </a:r>
          </a:p>
        </p:txBody>
      </p:sp>
      <p:sp>
        <p:nvSpPr>
          <p:cNvPr id="601" name="Rectangle 600">
            <a:extLst>
              <a:ext uri="{FF2B5EF4-FFF2-40B4-BE49-F238E27FC236}">
                <a16:creationId xmlns:a16="http://schemas.microsoft.com/office/drawing/2014/main" id="{62C887DA-4C4E-802E-58D2-30713B562F34}"/>
              </a:ext>
              <a:ext uri="{C183D7F6-B498-43B3-948B-1728B52AA6E4}">
                <adec:decorative xmlns:adec="http://schemas.microsoft.com/office/drawing/2017/decorative" val="1"/>
              </a:ext>
            </a:extLst>
          </p:cNvPr>
          <p:cNvSpPr/>
          <p:nvPr/>
        </p:nvSpPr>
        <p:spPr bwMode="auto">
          <a:xfrm>
            <a:off x="3048" y="2382923"/>
            <a:ext cx="12188952" cy="24688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2" name="Oval 601">
            <a:extLst>
              <a:ext uri="{FF2B5EF4-FFF2-40B4-BE49-F238E27FC236}">
                <a16:creationId xmlns:a16="http://schemas.microsoft.com/office/drawing/2014/main" id="{78D0B0D0-DB1C-FDE1-ED28-A1AA9FB02BE0}"/>
              </a:ext>
              <a:ext uri="{C183D7F6-B498-43B3-948B-1728B52AA6E4}">
                <adec:decorative xmlns:adec="http://schemas.microsoft.com/office/drawing/2017/decorative" val="1"/>
              </a:ext>
            </a:extLst>
          </p:cNvPr>
          <p:cNvSpPr/>
          <p:nvPr/>
        </p:nvSpPr>
        <p:spPr bwMode="auto">
          <a:xfrm>
            <a:off x="771143" y="2107218"/>
            <a:ext cx="3017520" cy="3020291"/>
          </a:xfrm>
          <a:prstGeom prst="ellipse">
            <a:avLst/>
          </a:prstGeom>
          <a:solidFill>
            <a:srgbClr val="243A5E"/>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3" name="Oval 602">
            <a:extLst>
              <a:ext uri="{FF2B5EF4-FFF2-40B4-BE49-F238E27FC236}">
                <a16:creationId xmlns:a16="http://schemas.microsoft.com/office/drawing/2014/main" id="{356AA9FE-836A-C043-5943-65EC9789C352}"/>
              </a:ext>
              <a:ext uri="{C183D7F6-B498-43B3-948B-1728B52AA6E4}">
                <adec:decorative xmlns:adec="http://schemas.microsoft.com/office/drawing/2017/decorative" val="1"/>
              </a:ext>
            </a:extLst>
          </p:cNvPr>
          <p:cNvSpPr/>
          <p:nvPr/>
        </p:nvSpPr>
        <p:spPr bwMode="auto">
          <a:xfrm>
            <a:off x="4587240" y="2107218"/>
            <a:ext cx="3017520" cy="30202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4" name="Oval 603">
            <a:extLst>
              <a:ext uri="{FF2B5EF4-FFF2-40B4-BE49-F238E27FC236}">
                <a16:creationId xmlns:a16="http://schemas.microsoft.com/office/drawing/2014/main" id="{6ABC2C58-290C-88C0-52E7-B89C2118B2AA}"/>
              </a:ext>
              <a:ext uri="{C183D7F6-B498-43B3-948B-1728B52AA6E4}">
                <adec:decorative xmlns:adec="http://schemas.microsoft.com/office/drawing/2017/decorative" val="1"/>
              </a:ext>
            </a:extLst>
          </p:cNvPr>
          <p:cNvSpPr/>
          <p:nvPr/>
        </p:nvSpPr>
        <p:spPr bwMode="auto">
          <a:xfrm>
            <a:off x="8406383" y="2107218"/>
            <a:ext cx="3017520" cy="3020291"/>
          </a:xfrm>
          <a:prstGeom prst="ellipse">
            <a:avLst/>
          </a:prstGeom>
          <a:solidFill>
            <a:srgbClr val="243A5E"/>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 name="TextBox 11">
            <a:extLst>
              <a:ext uri="{FF2B5EF4-FFF2-40B4-BE49-F238E27FC236}">
                <a16:creationId xmlns:a16="http://schemas.microsoft.com/office/drawing/2014/main" id="{E2C0B43D-8EE3-C0C6-C02C-1AB126202D5D}"/>
              </a:ext>
            </a:extLst>
          </p:cNvPr>
          <p:cNvSpPr txBox="1"/>
          <p:nvPr/>
        </p:nvSpPr>
        <p:spPr>
          <a:xfrm>
            <a:off x="1051842" y="1357515"/>
            <a:ext cx="2417623" cy="584775"/>
          </a:xfrm>
          <a:prstGeom prst="rect">
            <a:avLst/>
          </a:prstGeom>
          <a:noFill/>
        </p:spPr>
        <p:txBody>
          <a:bodyPr wrap="square">
            <a:spAutoFit/>
          </a:bodyPr>
          <a:lstStyle/>
          <a:p>
            <a:pPr lvl="0" algn="ctr" defTabSz="932472" fontAlgn="base">
              <a:spcBef>
                <a:spcPct val="0"/>
              </a:spcBef>
              <a:spcAft>
                <a:spcPts val="600"/>
              </a:spcAft>
              <a:defRPr/>
            </a:pPr>
            <a:r>
              <a:rPr lang="fr-FR" sz="1600" b="1" noProof="0" dirty="0">
                <a:solidFill>
                  <a:srgbClr val="243A5E"/>
                </a:solidFill>
                <a:ea typeface="Segoe UI" pitchFamily="34" charset="0"/>
                <a:cs typeface="Segoe UI" pitchFamily="34" charset="0"/>
              </a:rPr>
              <a:t>Risque de vol et d'usurpation d'identité</a:t>
            </a:r>
          </a:p>
        </p:txBody>
      </p:sp>
      <p:sp>
        <p:nvSpPr>
          <p:cNvPr id="605" name="TextBox 604">
            <a:extLst>
              <a:ext uri="{FF2B5EF4-FFF2-40B4-BE49-F238E27FC236}">
                <a16:creationId xmlns:a16="http://schemas.microsoft.com/office/drawing/2014/main" id="{651BBE03-C7B2-307B-104D-FCC3EF80D8A9}"/>
              </a:ext>
            </a:extLst>
          </p:cNvPr>
          <p:cNvSpPr txBox="1"/>
          <p:nvPr/>
        </p:nvSpPr>
        <p:spPr>
          <a:xfrm>
            <a:off x="1199639" y="2935465"/>
            <a:ext cx="2170882" cy="410369"/>
          </a:xfrm>
          <a:prstGeom prst="rect">
            <a:avLst/>
          </a:prstGeom>
          <a:noFill/>
        </p:spPr>
        <p:txBody>
          <a:bodyPr wrap="square" lIns="0" tIns="0" rIns="0" bIns="0" rtlCol="0">
            <a:spAutoFit/>
          </a:bodyPr>
          <a:lstStyle/>
          <a:p>
            <a:pPr marL="0" marR="0" lvl="0" indent="0" algn="ctr" defTabSz="914400" rtl="0" eaLnBrk="1" fontAlgn="auto" latinLnBrk="0" hangingPunct="1">
              <a:lnSpc>
                <a:spcPts val="3200"/>
              </a:lnSpc>
              <a:spcBef>
                <a:spcPts val="0"/>
              </a:spcBef>
              <a:spcAft>
                <a:spcPts val="0"/>
              </a:spcAft>
              <a:buClrTx/>
              <a:buSzTx/>
              <a:buFontTx/>
              <a:buNone/>
              <a:tabLst/>
              <a:defRPr/>
            </a:pPr>
            <a:r>
              <a:rPr kumimoji="0" lang="en-US" sz="3200" b="1" i="0" u="none" strike="noStrike" kern="1200" cap="none" spc="0" normalizeH="0" baseline="0" noProof="0" dirty="0">
                <a:ln>
                  <a:noFill/>
                </a:ln>
                <a:gradFill>
                  <a:gsLst>
                    <a:gs pos="0">
                      <a:srgbClr val="FFFFFF"/>
                    </a:gs>
                    <a:gs pos="100000">
                      <a:srgbClr val="FFFFFF"/>
                    </a:gs>
                  </a:gsLst>
                  <a:lin ang="5400000" scaled="1"/>
                </a:gradFill>
                <a:effectLst/>
                <a:uLnTx/>
                <a:uFillTx/>
                <a:latin typeface="Segoe UI"/>
                <a:ea typeface="+mn-ea"/>
                <a:cs typeface="+mn-cs"/>
              </a:rPr>
              <a:t>1.5 million</a:t>
            </a:r>
          </a:p>
        </p:txBody>
      </p:sp>
      <p:sp>
        <p:nvSpPr>
          <p:cNvPr id="606" name="TextBox 605">
            <a:extLst>
              <a:ext uri="{FF2B5EF4-FFF2-40B4-BE49-F238E27FC236}">
                <a16:creationId xmlns:a16="http://schemas.microsoft.com/office/drawing/2014/main" id="{A34412D4-78BA-68DB-0384-2DCB9313B264}"/>
              </a:ext>
            </a:extLst>
          </p:cNvPr>
          <p:cNvSpPr txBox="1"/>
          <p:nvPr/>
        </p:nvSpPr>
        <p:spPr>
          <a:xfrm>
            <a:off x="882502" y="3569157"/>
            <a:ext cx="2796363"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Credentials discoverable by attackers, detected by Microsoft</a:t>
            </a:r>
          </a:p>
        </p:txBody>
      </p:sp>
      <p:sp>
        <p:nvSpPr>
          <p:cNvPr id="4" name="TextBox 3">
            <a:extLst>
              <a:ext uri="{FF2B5EF4-FFF2-40B4-BE49-F238E27FC236}">
                <a16:creationId xmlns:a16="http://schemas.microsoft.com/office/drawing/2014/main" id="{A0860678-03CF-2BA2-0B2A-9C883888B369}"/>
              </a:ext>
              <a:ext uri="{C183D7F6-B498-43B3-948B-1728B52AA6E4}">
                <adec:decorative xmlns:adec="http://schemas.microsoft.com/office/drawing/2017/decorative" val="0"/>
              </a:ext>
            </a:extLst>
          </p:cNvPr>
          <p:cNvSpPr txBox="1"/>
          <p:nvPr/>
        </p:nvSpPr>
        <p:spPr>
          <a:xfrm>
            <a:off x="588263" y="5677827"/>
            <a:ext cx="3383280" cy="215444"/>
          </a:xfrm>
          <a:prstGeom prst="rect">
            <a:avLst/>
          </a:prstGeom>
          <a:noFill/>
        </p:spPr>
        <p:txBody>
          <a:bodyPr wrap="square" lIns="0" rIns="0">
            <a:spAutoFit/>
          </a:bodyPr>
          <a:lstStyle/>
          <a:p>
            <a:pPr lvl="0" algn="ctr" defTabSz="914367">
              <a:defRPr/>
            </a:pPr>
            <a:r>
              <a:rPr lang="en-US" sz="800">
                <a:hlinkClick r:id="rId3"/>
              </a:rPr>
              <a:t>Microsoft Digital Defense Report 2024</a:t>
            </a:r>
            <a:endParaRPr kumimoji="0" lang="en-US" sz="800" b="0" i="0" u="none" strike="noStrike" kern="1200" cap="none" spc="0" normalizeH="0" baseline="0" noProof="0">
              <a:ln>
                <a:noFill/>
              </a:ln>
              <a:solidFill>
                <a:srgbClr val="000000"/>
              </a:solidFill>
              <a:effectLst/>
              <a:uLnTx/>
              <a:uFillTx/>
              <a:latin typeface="Segoe UI"/>
            </a:endParaRPr>
          </a:p>
        </p:txBody>
      </p:sp>
      <p:sp>
        <p:nvSpPr>
          <p:cNvPr id="611" name="TextBox 610">
            <a:extLst>
              <a:ext uri="{FF2B5EF4-FFF2-40B4-BE49-F238E27FC236}">
                <a16:creationId xmlns:a16="http://schemas.microsoft.com/office/drawing/2014/main" id="{B446B675-6014-629F-3E6D-209EFEE7DABF}"/>
              </a:ext>
            </a:extLst>
          </p:cNvPr>
          <p:cNvSpPr txBox="1"/>
          <p:nvPr/>
        </p:nvSpPr>
        <p:spPr>
          <a:xfrm>
            <a:off x="5184091" y="1357864"/>
            <a:ext cx="1823819" cy="584775"/>
          </a:xfrm>
          <a:prstGeom prst="rect">
            <a:avLst/>
          </a:prstGeom>
          <a:noFill/>
        </p:spPr>
        <p:txBody>
          <a:bodyPr wrap="square">
            <a:spAutoFit/>
          </a:bodyPr>
          <a:lstStyle/>
          <a:p>
            <a:pPr lvl="0" algn="ctr" defTabSz="932472" fontAlgn="base">
              <a:spcBef>
                <a:spcPct val="0"/>
              </a:spcBef>
              <a:spcAft>
                <a:spcPts val="600"/>
              </a:spcAft>
              <a:defRPr/>
            </a:pPr>
            <a:r>
              <a:rPr lang="fr-FR" sz="1600" b="1" noProof="0" dirty="0">
                <a:solidFill>
                  <a:srgbClr val="243A5E"/>
                </a:solidFill>
                <a:ea typeface="Segoe UI" pitchFamily="34" charset="0"/>
                <a:cs typeface="Segoe UI" pitchFamily="34" charset="0"/>
              </a:rPr>
              <a:t>Défis en matière de conformité</a:t>
            </a:r>
          </a:p>
        </p:txBody>
      </p:sp>
      <p:sp>
        <p:nvSpPr>
          <p:cNvPr id="607" name="TextBox 606">
            <a:extLst>
              <a:ext uri="{FF2B5EF4-FFF2-40B4-BE49-F238E27FC236}">
                <a16:creationId xmlns:a16="http://schemas.microsoft.com/office/drawing/2014/main" id="{249B5356-9F5A-C564-0EFA-869D36448860}"/>
              </a:ext>
            </a:extLst>
          </p:cNvPr>
          <p:cNvSpPr txBox="1"/>
          <p:nvPr/>
        </p:nvSpPr>
        <p:spPr>
          <a:xfrm>
            <a:off x="5682425" y="2896490"/>
            <a:ext cx="827150"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75%</a:t>
            </a:r>
          </a:p>
        </p:txBody>
      </p:sp>
      <p:sp>
        <p:nvSpPr>
          <p:cNvPr id="608" name="TextBox 607">
            <a:extLst>
              <a:ext uri="{FF2B5EF4-FFF2-40B4-BE49-F238E27FC236}">
                <a16:creationId xmlns:a16="http://schemas.microsoft.com/office/drawing/2014/main" id="{4F7C8E2D-120D-44AD-BAF2-6B3DC8A8DD34}"/>
              </a:ext>
            </a:extLst>
          </p:cNvPr>
          <p:cNvSpPr txBox="1"/>
          <p:nvPr/>
        </p:nvSpPr>
        <p:spPr>
          <a:xfrm>
            <a:off x="4953000" y="3517861"/>
            <a:ext cx="2286000"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Global population’s personal data under privacy regulation by 2025</a:t>
            </a:r>
          </a:p>
        </p:txBody>
      </p:sp>
      <p:sp>
        <p:nvSpPr>
          <p:cNvPr id="8" name="TextBox 7">
            <a:extLst>
              <a:ext uri="{FF2B5EF4-FFF2-40B4-BE49-F238E27FC236}">
                <a16:creationId xmlns:a16="http://schemas.microsoft.com/office/drawing/2014/main" id="{B7CBF4E8-41C2-8369-75EA-3C66CD1D96F2}"/>
              </a:ext>
              <a:ext uri="{C183D7F6-B498-43B3-948B-1728B52AA6E4}">
                <adec:decorative xmlns:adec="http://schemas.microsoft.com/office/drawing/2017/decorative" val="0"/>
              </a:ext>
            </a:extLst>
          </p:cNvPr>
          <p:cNvSpPr txBox="1"/>
          <p:nvPr/>
        </p:nvSpPr>
        <p:spPr>
          <a:xfrm>
            <a:off x="4405883" y="5677827"/>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78D4"/>
                </a:solidFill>
                <a:effectLst/>
                <a:uLnTx/>
                <a:uFillTx/>
                <a:latin typeface="Segoe UI"/>
                <a:ea typeface="MS Gothic" panose="020B0609070205080204" pitchFamily="49" charset="-128"/>
                <a:cs typeface="Segoe UI" panose="020B0502040204020203" pitchFamily="34" charset="0"/>
                <a:hlinkClick r:id="rId4">
                  <a:extLst>
                    <a:ext uri="{A12FA001-AC4F-418D-AE19-62706E023703}">
                      <ahyp:hlinkClr xmlns:ahyp="http://schemas.microsoft.com/office/drawing/2018/hyperlinkcolor" val="tx"/>
                    </a:ext>
                  </a:extLst>
                </a:hlinkClick>
              </a:rPr>
              <a:t>Gartner 2024 Top Five Trends in Privacy</a:t>
            </a:r>
            <a:endParaRPr kumimoji="0" lang="en-US" sz="800" b="0" i="0" u="none" strike="noStrike" kern="1200" cap="none" spc="0" normalizeH="0" baseline="0" noProof="0">
              <a:ln>
                <a:noFill/>
              </a:ln>
              <a:solidFill>
                <a:srgbClr val="0078D4"/>
              </a:solidFill>
              <a:effectLst/>
              <a:uLnTx/>
              <a:uFillTx/>
              <a:latin typeface="Segoe UI"/>
              <a:ea typeface="MS Gothic" panose="020B0609070205080204" pitchFamily="49" charset="-128"/>
              <a:cs typeface="Segoe UI" panose="020B0502040204020203" pitchFamily="34" charset="0"/>
            </a:endParaRPr>
          </a:p>
        </p:txBody>
      </p:sp>
      <p:sp>
        <p:nvSpPr>
          <p:cNvPr id="612" name="TextBox 611">
            <a:extLst>
              <a:ext uri="{FF2B5EF4-FFF2-40B4-BE49-F238E27FC236}">
                <a16:creationId xmlns:a16="http://schemas.microsoft.com/office/drawing/2014/main" id="{EAAAA9C1-91D3-FB02-AF9F-0E36EBCB9CC6}"/>
              </a:ext>
            </a:extLst>
          </p:cNvPr>
          <p:cNvSpPr txBox="1"/>
          <p:nvPr/>
        </p:nvSpPr>
        <p:spPr>
          <a:xfrm>
            <a:off x="9003234" y="1357864"/>
            <a:ext cx="1823819" cy="584775"/>
          </a:xfrm>
          <a:prstGeom prst="rect">
            <a:avLst/>
          </a:prstGeom>
          <a:noFill/>
        </p:spPr>
        <p:txBody>
          <a:bodyPr wrap="square">
            <a:spAutoFit/>
          </a:bodyPr>
          <a:lstStyle/>
          <a:p>
            <a:pPr lvl="0" algn="ctr" defTabSz="932472" fontAlgn="base">
              <a:spcBef>
                <a:spcPct val="0"/>
              </a:spcBef>
              <a:spcAft>
                <a:spcPts val="600"/>
              </a:spcAft>
              <a:defRPr/>
            </a:pPr>
            <a:r>
              <a:rPr lang="fr-FR" sz="1600" b="1" noProof="0" dirty="0">
                <a:solidFill>
                  <a:srgbClr val="243A5E"/>
                </a:solidFill>
                <a:ea typeface="Segoe UI" pitchFamily="34" charset="0"/>
                <a:cs typeface="Segoe UI" pitchFamily="34" charset="0"/>
              </a:rPr>
              <a:t>Productivité perdue</a:t>
            </a:r>
          </a:p>
        </p:txBody>
      </p:sp>
      <p:sp>
        <p:nvSpPr>
          <p:cNvPr id="609" name="TextBox 608">
            <a:extLst>
              <a:ext uri="{FF2B5EF4-FFF2-40B4-BE49-F238E27FC236}">
                <a16:creationId xmlns:a16="http://schemas.microsoft.com/office/drawing/2014/main" id="{E32FCF69-958B-F544-2B42-C2255DDDFFA0}"/>
              </a:ext>
            </a:extLst>
          </p:cNvPr>
          <p:cNvSpPr txBox="1"/>
          <p:nvPr/>
        </p:nvSpPr>
        <p:spPr>
          <a:xfrm>
            <a:off x="9029102" y="2896490"/>
            <a:ext cx="1772088"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Over half</a:t>
            </a:r>
          </a:p>
        </p:txBody>
      </p:sp>
      <p:sp>
        <p:nvSpPr>
          <p:cNvPr id="610" name="TextBox 609">
            <a:extLst>
              <a:ext uri="{FF2B5EF4-FFF2-40B4-BE49-F238E27FC236}">
                <a16:creationId xmlns:a16="http://schemas.microsoft.com/office/drawing/2014/main" id="{6231F21C-4201-BCF7-0F77-EFCB471E55C4}"/>
              </a:ext>
            </a:extLst>
          </p:cNvPr>
          <p:cNvSpPr txBox="1"/>
          <p:nvPr/>
        </p:nvSpPr>
        <p:spPr>
          <a:xfrm>
            <a:off x="8667874" y="3517861"/>
            <a:ext cx="2494538"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Of</a:t>
            </a:r>
            <a:r>
              <a:rPr kumimoji="0" lang="en-US" sz="1800" b="0" i="0" u="none" strike="noStrike" kern="1200" cap="none" spc="0" normalizeH="0" noProof="0">
                <a:ln>
                  <a:noFill/>
                </a:ln>
                <a:gradFill>
                  <a:gsLst>
                    <a:gs pos="0">
                      <a:srgbClr val="FFFFFF"/>
                    </a:gs>
                    <a:gs pos="100000">
                      <a:srgbClr val="FFFFFF"/>
                    </a:gs>
                  </a:gsLst>
                  <a:lin ang="5400000" scaled="1"/>
                </a:gradFill>
                <a:effectLst/>
                <a:uLnTx/>
                <a:uFillTx/>
                <a:latin typeface="Segoe UI"/>
                <a:ea typeface="+mn-ea"/>
                <a:cs typeface="+mn-cs"/>
              </a:rPr>
              <a:t> U.S. businesses struggle to grant employees access to critical resources</a:t>
            </a:r>
            <a:endPar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endParaRPr>
          </a:p>
        </p:txBody>
      </p:sp>
      <p:sp>
        <p:nvSpPr>
          <p:cNvPr id="5" name="TextBox 4">
            <a:extLst>
              <a:ext uri="{FF2B5EF4-FFF2-40B4-BE49-F238E27FC236}">
                <a16:creationId xmlns:a16="http://schemas.microsoft.com/office/drawing/2014/main" id="{E9DBAE5F-0092-F8BE-896F-269C799798CB}"/>
              </a:ext>
              <a:ext uri="{C183D7F6-B498-43B3-948B-1728B52AA6E4}">
                <adec:decorative xmlns:adec="http://schemas.microsoft.com/office/drawing/2017/decorative" val="0"/>
              </a:ext>
            </a:extLst>
          </p:cNvPr>
          <p:cNvSpPr txBox="1"/>
          <p:nvPr/>
        </p:nvSpPr>
        <p:spPr>
          <a:xfrm>
            <a:off x="8223503" y="5677827"/>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hlinkClick r:id="rId5"/>
              </a:rPr>
              <a:t>Nintex: Definitive guide to America’s most broken processes</a:t>
            </a:r>
            <a:endParaRPr kumimoji="0" lang="en-US" sz="800" b="0" i="0" u="none" strike="noStrike" kern="1200" cap="none" spc="0" normalizeH="0" baseline="0" noProof="0">
              <a:ln>
                <a:noFill/>
              </a:ln>
              <a:solidFill>
                <a:srgbClr val="0078D4"/>
              </a:solidFill>
              <a:effectLst/>
              <a:uLnTx/>
              <a:uFillTx/>
              <a:latin typeface="Segoe UI"/>
              <a:ea typeface="+mn-ea"/>
              <a:cs typeface="+mn-cs"/>
            </a:endParaRPr>
          </a:p>
        </p:txBody>
      </p:sp>
    </p:spTree>
    <p:extLst>
      <p:ext uri="{BB962C8B-B14F-4D97-AF65-F5344CB8AC3E}">
        <p14:creationId xmlns:p14="http://schemas.microsoft.com/office/powerpoint/2010/main" val="6038300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01"/>
                                        </p:tgtEl>
                                        <p:attrNameLst>
                                          <p:attrName>style.visibility</p:attrName>
                                        </p:attrNameLst>
                                      </p:cBhvr>
                                      <p:to>
                                        <p:strVal val="visible"/>
                                      </p:to>
                                    </p:set>
                                    <p:animEffect transition="in" filter="fade">
                                      <p:cBhvr>
                                        <p:cTn id="19" dur="500"/>
                                        <p:tgtEl>
                                          <p:spTgt spid="601"/>
                                        </p:tgtEl>
                                      </p:cBhvr>
                                    </p:animEffect>
                                  </p:childTnLst>
                                </p:cTn>
                              </p:par>
                              <p:par>
                                <p:cTn id="20" presetID="42" presetClass="path" presetSubtype="0" decel="100000" fill="hold" grpId="1" nodeType="withEffect">
                                  <p:stCondLst>
                                    <p:cond delay="0"/>
                                  </p:stCondLst>
                                  <p:childTnLst>
                                    <p:animMotion origin="layout" path="M -2.08333E-7 -4.81481E-6 L -2.08333E-7 0.04352 " pathEditMode="relative" rAng="0" ptsTypes="AA">
                                      <p:cBhvr>
                                        <p:cTn id="21" dur="600" spd="-100000" fill="hold"/>
                                        <p:tgtEl>
                                          <p:spTgt spid="601"/>
                                        </p:tgtEl>
                                        <p:attrNameLst>
                                          <p:attrName>ppt_x</p:attrName>
                                          <p:attrName>ppt_y</p:attrName>
                                        </p:attrNameLst>
                                      </p:cBhvr>
                                      <p:rCtr x="0" y="2176"/>
                                    </p:animMotion>
                                  </p:childTnLst>
                                </p:cTn>
                              </p:par>
                              <p:par>
                                <p:cTn id="22" presetID="10" presetClass="entr" presetSubtype="0" fill="hold" grpId="0" nodeType="withEffect">
                                  <p:stCondLst>
                                    <p:cond delay="500"/>
                                  </p:stCondLst>
                                  <p:childTnLst>
                                    <p:set>
                                      <p:cBhvr>
                                        <p:cTn id="23" dur="1" fill="hold">
                                          <p:stCondLst>
                                            <p:cond delay="0"/>
                                          </p:stCondLst>
                                        </p:cTn>
                                        <p:tgtEl>
                                          <p:spTgt spid="608"/>
                                        </p:tgtEl>
                                        <p:attrNameLst>
                                          <p:attrName>style.visibility</p:attrName>
                                        </p:attrNameLst>
                                      </p:cBhvr>
                                      <p:to>
                                        <p:strVal val="visible"/>
                                      </p:to>
                                    </p:set>
                                    <p:animEffect transition="in" filter="fade">
                                      <p:cBhvr>
                                        <p:cTn id="24" dur="500"/>
                                        <p:tgtEl>
                                          <p:spTgt spid="608"/>
                                        </p:tgtEl>
                                      </p:cBhvr>
                                    </p:animEffect>
                                  </p:childTnLst>
                                </p:cTn>
                              </p:par>
                              <p:par>
                                <p:cTn id="25" presetID="42" presetClass="path" presetSubtype="0" decel="100000" fill="hold" grpId="1" nodeType="withEffect">
                                  <p:stCondLst>
                                    <p:cond delay="500"/>
                                  </p:stCondLst>
                                  <p:childTnLst>
                                    <p:animMotion origin="layout" path="M 0 -2.96296E-6 L 0 0.04352 " pathEditMode="relative" rAng="0" ptsTypes="AA">
                                      <p:cBhvr>
                                        <p:cTn id="26" dur="600" spd="-100000" fill="hold"/>
                                        <p:tgtEl>
                                          <p:spTgt spid="608"/>
                                        </p:tgtEl>
                                        <p:attrNameLst>
                                          <p:attrName>ppt_x</p:attrName>
                                          <p:attrName>ppt_y</p:attrName>
                                        </p:attrNameLst>
                                      </p:cBhvr>
                                      <p:rCtr x="0" y="2176"/>
                                    </p:animMotion>
                                  </p:childTnLst>
                                </p:cTn>
                              </p:par>
                              <p:par>
                                <p:cTn id="27" presetID="10" presetClass="entr" presetSubtype="0" fill="hold" grpId="0" nodeType="withEffect">
                                  <p:stCondLst>
                                    <p:cond delay="500"/>
                                  </p:stCondLst>
                                  <p:childTnLst>
                                    <p:set>
                                      <p:cBhvr>
                                        <p:cTn id="28" dur="1" fill="hold">
                                          <p:stCondLst>
                                            <p:cond delay="0"/>
                                          </p:stCondLst>
                                        </p:cTn>
                                        <p:tgtEl>
                                          <p:spTgt spid="607"/>
                                        </p:tgtEl>
                                        <p:attrNameLst>
                                          <p:attrName>style.visibility</p:attrName>
                                        </p:attrNameLst>
                                      </p:cBhvr>
                                      <p:to>
                                        <p:strVal val="visible"/>
                                      </p:to>
                                    </p:set>
                                    <p:animEffect transition="in" filter="fade">
                                      <p:cBhvr>
                                        <p:cTn id="29" dur="500"/>
                                        <p:tgtEl>
                                          <p:spTgt spid="607"/>
                                        </p:tgtEl>
                                      </p:cBhvr>
                                    </p:animEffect>
                                  </p:childTnLst>
                                </p:cTn>
                              </p:par>
                              <p:par>
                                <p:cTn id="30" presetID="42" presetClass="path" presetSubtype="0" decel="100000" fill="hold" grpId="1" nodeType="withEffect">
                                  <p:stCondLst>
                                    <p:cond delay="500"/>
                                  </p:stCondLst>
                                  <p:childTnLst>
                                    <p:animMotion origin="layout" path="M 0 2.96296E-6 L 0 0.04352 " pathEditMode="relative" rAng="0" ptsTypes="AA">
                                      <p:cBhvr>
                                        <p:cTn id="31" dur="600" spd="-100000" fill="hold"/>
                                        <p:tgtEl>
                                          <p:spTgt spid="607"/>
                                        </p:tgtEl>
                                        <p:attrNameLst>
                                          <p:attrName>ppt_x</p:attrName>
                                          <p:attrName>ppt_y</p:attrName>
                                        </p:attrNameLst>
                                      </p:cBhvr>
                                      <p:rCtr x="0" y="2176"/>
                                    </p:animMotion>
                                  </p:childTnLst>
                                </p:cTn>
                              </p:par>
                              <p:par>
                                <p:cTn id="32" presetID="10" presetClass="entr" presetSubtype="0" fill="hold" grpId="0" nodeType="withEffect">
                                  <p:stCondLst>
                                    <p:cond delay="500"/>
                                  </p:stCondLst>
                                  <p:childTnLst>
                                    <p:set>
                                      <p:cBhvr>
                                        <p:cTn id="33" dur="1" fill="hold">
                                          <p:stCondLst>
                                            <p:cond delay="0"/>
                                          </p:stCondLst>
                                        </p:cTn>
                                        <p:tgtEl>
                                          <p:spTgt spid="603"/>
                                        </p:tgtEl>
                                        <p:attrNameLst>
                                          <p:attrName>style.visibility</p:attrName>
                                        </p:attrNameLst>
                                      </p:cBhvr>
                                      <p:to>
                                        <p:strVal val="visible"/>
                                      </p:to>
                                    </p:set>
                                    <p:animEffect transition="in" filter="fade">
                                      <p:cBhvr>
                                        <p:cTn id="34" dur="500"/>
                                        <p:tgtEl>
                                          <p:spTgt spid="603"/>
                                        </p:tgtEl>
                                      </p:cBhvr>
                                    </p:animEffect>
                                  </p:childTnLst>
                                </p:cTn>
                              </p:par>
                              <p:par>
                                <p:cTn id="35" presetID="42" presetClass="path" presetSubtype="0" decel="100000" fill="hold" grpId="1" nodeType="withEffect">
                                  <p:stCondLst>
                                    <p:cond delay="500"/>
                                  </p:stCondLst>
                                  <p:childTnLst>
                                    <p:animMotion origin="layout" path="M 0 -4.81481E-6 L 0 0.04352 " pathEditMode="relative" rAng="0" ptsTypes="AA">
                                      <p:cBhvr>
                                        <p:cTn id="36" dur="600" spd="-100000" fill="hold"/>
                                        <p:tgtEl>
                                          <p:spTgt spid="603"/>
                                        </p:tgtEl>
                                        <p:attrNameLst>
                                          <p:attrName>ppt_x</p:attrName>
                                          <p:attrName>ppt_y</p:attrName>
                                        </p:attrNameLst>
                                      </p:cBhvr>
                                      <p:rCtr x="0" y="2176"/>
                                    </p:animMotion>
                                  </p:childTnLst>
                                </p:cTn>
                              </p:par>
                              <p:par>
                                <p:cTn id="37" presetID="10" presetClass="entr" presetSubtype="0" fill="hold" grpId="0" nodeType="withEffect">
                                  <p:stCondLst>
                                    <p:cond delay="250"/>
                                  </p:stCondLst>
                                  <p:childTnLst>
                                    <p:set>
                                      <p:cBhvr>
                                        <p:cTn id="38" dur="1" fill="hold">
                                          <p:stCondLst>
                                            <p:cond delay="0"/>
                                          </p:stCondLst>
                                        </p:cTn>
                                        <p:tgtEl>
                                          <p:spTgt spid="602"/>
                                        </p:tgtEl>
                                        <p:attrNameLst>
                                          <p:attrName>style.visibility</p:attrName>
                                        </p:attrNameLst>
                                      </p:cBhvr>
                                      <p:to>
                                        <p:strVal val="visible"/>
                                      </p:to>
                                    </p:set>
                                    <p:animEffect transition="in" filter="fade">
                                      <p:cBhvr>
                                        <p:cTn id="39" dur="500"/>
                                        <p:tgtEl>
                                          <p:spTgt spid="602"/>
                                        </p:tgtEl>
                                      </p:cBhvr>
                                    </p:animEffect>
                                  </p:childTnLst>
                                </p:cTn>
                              </p:par>
                              <p:par>
                                <p:cTn id="40" presetID="42" presetClass="path" presetSubtype="0" decel="100000" fill="hold" grpId="1" nodeType="withEffect">
                                  <p:stCondLst>
                                    <p:cond delay="250"/>
                                  </p:stCondLst>
                                  <p:childTnLst>
                                    <p:animMotion origin="layout" path="M 8.33333E-7 -4.81481E-6 L 8.33333E-7 0.04352 " pathEditMode="relative" rAng="0" ptsTypes="AA">
                                      <p:cBhvr>
                                        <p:cTn id="41" dur="600" spd="-100000" fill="hold"/>
                                        <p:tgtEl>
                                          <p:spTgt spid="602"/>
                                        </p:tgtEl>
                                        <p:attrNameLst>
                                          <p:attrName>ppt_x</p:attrName>
                                          <p:attrName>ppt_y</p:attrName>
                                        </p:attrNameLst>
                                      </p:cBhvr>
                                      <p:rCtr x="0" y="2176"/>
                                    </p:animMotion>
                                  </p:childTnLst>
                                </p:cTn>
                              </p:par>
                              <p:par>
                                <p:cTn id="42" presetID="10" presetClass="entr" presetSubtype="0" fill="hold" grpId="0" nodeType="withEffect">
                                  <p:stCondLst>
                                    <p:cond delay="250"/>
                                  </p:stCondLst>
                                  <p:childTnLst>
                                    <p:set>
                                      <p:cBhvr>
                                        <p:cTn id="43" dur="1" fill="hold">
                                          <p:stCondLst>
                                            <p:cond delay="0"/>
                                          </p:stCondLst>
                                        </p:cTn>
                                        <p:tgtEl>
                                          <p:spTgt spid="605"/>
                                        </p:tgtEl>
                                        <p:attrNameLst>
                                          <p:attrName>style.visibility</p:attrName>
                                        </p:attrNameLst>
                                      </p:cBhvr>
                                      <p:to>
                                        <p:strVal val="visible"/>
                                      </p:to>
                                    </p:set>
                                    <p:animEffect transition="in" filter="fade">
                                      <p:cBhvr>
                                        <p:cTn id="44" dur="500"/>
                                        <p:tgtEl>
                                          <p:spTgt spid="605"/>
                                        </p:tgtEl>
                                      </p:cBhvr>
                                    </p:animEffect>
                                  </p:childTnLst>
                                </p:cTn>
                              </p:par>
                              <p:par>
                                <p:cTn id="45" presetID="42" presetClass="path" presetSubtype="0" decel="100000" fill="hold" grpId="1" nodeType="withEffect">
                                  <p:stCondLst>
                                    <p:cond delay="250"/>
                                  </p:stCondLst>
                                  <p:childTnLst>
                                    <p:animMotion origin="layout" path="M 2.08333E-7 -4.07407E-6 L 2.08333E-7 0.04352 " pathEditMode="relative" rAng="0" ptsTypes="AA">
                                      <p:cBhvr>
                                        <p:cTn id="46" dur="600" spd="-100000" fill="hold"/>
                                        <p:tgtEl>
                                          <p:spTgt spid="605"/>
                                        </p:tgtEl>
                                        <p:attrNameLst>
                                          <p:attrName>ppt_x</p:attrName>
                                          <p:attrName>ppt_y</p:attrName>
                                        </p:attrNameLst>
                                      </p:cBhvr>
                                      <p:rCtr x="0" y="2176"/>
                                    </p:animMotion>
                                  </p:childTnLst>
                                </p:cTn>
                              </p:par>
                              <p:par>
                                <p:cTn id="47" presetID="10" presetClass="entr" presetSubtype="0" fill="hold" grpId="0" nodeType="withEffect">
                                  <p:stCondLst>
                                    <p:cond delay="250"/>
                                  </p:stCondLst>
                                  <p:childTnLst>
                                    <p:set>
                                      <p:cBhvr>
                                        <p:cTn id="48" dur="1" fill="hold">
                                          <p:stCondLst>
                                            <p:cond delay="0"/>
                                          </p:stCondLst>
                                        </p:cTn>
                                        <p:tgtEl>
                                          <p:spTgt spid="606"/>
                                        </p:tgtEl>
                                        <p:attrNameLst>
                                          <p:attrName>style.visibility</p:attrName>
                                        </p:attrNameLst>
                                      </p:cBhvr>
                                      <p:to>
                                        <p:strVal val="visible"/>
                                      </p:to>
                                    </p:set>
                                    <p:animEffect transition="in" filter="fade">
                                      <p:cBhvr>
                                        <p:cTn id="49" dur="500"/>
                                        <p:tgtEl>
                                          <p:spTgt spid="606"/>
                                        </p:tgtEl>
                                      </p:cBhvr>
                                    </p:animEffect>
                                  </p:childTnLst>
                                </p:cTn>
                              </p:par>
                              <p:par>
                                <p:cTn id="50" presetID="42" presetClass="path" presetSubtype="0" decel="100000" fill="hold" grpId="1" nodeType="withEffect">
                                  <p:stCondLst>
                                    <p:cond delay="250"/>
                                  </p:stCondLst>
                                  <p:childTnLst>
                                    <p:animMotion origin="layout" path="M 8.33333E-7 -1.48148E-6 L 8.33333E-7 0.04352 " pathEditMode="relative" rAng="0" ptsTypes="AA">
                                      <p:cBhvr>
                                        <p:cTn id="51" dur="600" spd="-100000" fill="hold"/>
                                        <p:tgtEl>
                                          <p:spTgt spid="606"/>
                                        </p:tgtEl>
                                        <p:attrNameLst>
                                          <p:attrName>ppt_x</p:attrName>
                                          <p:attrName>ppt_y</p:attrName>
                                        </p:attrNameLst>
                                      </p:cBhvr>
                                      <p:rCtr x="0" y="2176"/>
                                    </p:animMotion>
                                  </p:childTnLst>
                                </p:cTn>
                              </p:par>
                              <p:par>
                                <p:cTn id="52" presetID="10" presetClass="entr" presetSubtype="0" fill="hold" grpId="0" nodeType="withEffect">
                                  <p:stCondLst>
                                    <p:cond delay="750"/>
                                  </p:stCondLst>
                                  <p:childTnLst>
                                    <p:set>
                                      <p:cBhvr>
                                        <p:cTn id="53" dur="1" fill="hold">
                                          <p:stCondLst>
                                            <p:cond delay="0"/>
                                          </p:stCondLst>
                                        </p:cTn>
                                        <p:tgtEl>
                                          <p:spTgt spid="610"/>
                                        </p:tgtEl>
                                        <p:attrNameLst>
                                          <p:attrName>style.visibility</p:attrName>
                                        </p:attrNameLst>
                                      </p:cBhvr>
                                      <p:to>
                                        <p:strVal val="visible"/>
                                      </p:to>
                                    </p:set>
                                    <p:animEffect transition="in" filter="fade">
                                      <p:cBhvr>
                                        <p:cTn id="54" dur="500"/>
                                        <p:tgtEl>
                                          <p:spTgt spid="610"/>
                                        </p:tgtEl>
                                      </p:cBhvr>
                                    </p:animEffect>
                                  </p:childTnLst>
                                </p:cTn>
                              </p:par>
                              <p:par>
                                <p:cTn id="55" presetID="42" presetClass="path" presetSubtype="0" decel="100000" fill="hold" grpId="1" nodeType="withEffect">
                                  <p:stCondLst>
                                    <p:cond delay="750"/>
                                  </p:stCondLst>
                                  <p:childTnLst>
                                    <p:animMotion origin="layout" path="M -1.04167E-6 -2.96296E-6 L -1.04167E-6 0.04352 " pathEditMode="relative" rAng="0" ptsTypes="AA">
                                      <p:cBhvr>
                                        <p:cTn id="56" dur="600" spd="-100000" fill="hold"/>
                                        <p:tgtEl>
                                          <p:spTgt spid="610"/>
                                        </p:tgtEl>
                                        <p:attrNameLst>
                                          <p:attrName>ppt_x</p:attrName>
                                          <p:attrName>ppt_y</p:attrName>
                                        </p:attrNameLst>
                                      </p:cBhvr>
                                      <p:rCtr x="0" y="2176"/>
                                    </p:animMotion>
                                  </p:childTnLst>
                                </p:cTn>
                              </p:par>
                              <p:par>
                                <p:cTn id="57" presetID="10" presetClass="entr" presetSubtype="0" fill="hold" grpId="0" nodeType="withEffect">
                                  <p:stCondLst>
                                    <p:cond delay="750"/>
                                  </p:stCondLst>
                                  <p:childTnLst>
                                    <p:set>
                                      <p:cBhvr>
                                        <p:cTn id="58" dur="1" fill="hold">
                                          <p:stCondLst>
                                            <p:cond delay="0"/>
                                          </p:stCondLst>
                                        </p:cTn>
                                        <p:tgtEl>
                                          <p:spTgt spid="609"/>
                                        </p:tgtEl>
                                        <p:attrNameLst>
                                          <p:attrName>style.visibility</p:attrName>
                                        </p:attrNameLst>
                                      </p:cBhvr>
                                      <p:to>
                                        <p:strVal val="visible"/>
                                      </p:to>
                                    </p:set>
                                    <p:animEffect transition="in" filter="fade">
                                      <p:cBhvr>
                                        <p:cTn id="59" dur="500"/>
                                        <p:tgtEl>
                                          <p:spTgt spid="609"/>
                                        </p:tgtEl>
                                      </p:cBhvr>
                                    </p:animEffect>
                                  </p:childTnLst>
                                </p:cTn>
                              </p:par>
                              <p:par>
                                <p:cTn id="60" presetID="42" presetClass="path" presetSubtype="0" decel="100000" fill="hold" grpId="1" nodeType="withEffect">
                                  <p:stCondLst>
                                    <p:cond delay="750"/>
                                  </p:stCondLst>
                                  <p:childTnLst>
                                    <p:animMotion origin="layout" path="M -1.25E-6 -3.33333E-6 L -1.25E-6 0.04352 " pathEditMode="relative" rAng="0" ptsTypes="AA">
                                      <p:cBhvr>
                                        <p:cTn id="61" dur="600" spd="-100000" fill="hold"/>
                                        <p:tgtEl>
                                          <p:spTgt spid="609"/>
                                        </p:tgtEl>
                                        <p:attrNameLst>
                                          <p:attrName>ppt_x</p:attrName>
                                          <p:attrName>ppt_y</p:attrName>
                                        </p:attrNameLst>
                                      </p:cBhvr>
                                      <p:rCtr x="0" y="2176"/>
                                    </p:animMotion>
                                  </p:childTnLst>
                                </p:cTn>
                              </p:par>
                              <p:par>
                                <p:cTn id="62" presetID="10" presetClass="entr" presetSubtype="0" fill="hold" grpId="0" nodeType="withEffect">
                                  <p:stCondLst>
                                    <p:cond delay="750"/>
                                  </p:stCondLst>
                                  <p:childTnLst>
                                    <p:set>
                                      <p:cBhvr>
                                        <p:cTn id="63" dur="1" fill="hold">
                                          <p:stCondLst>
                                            <p:cond delay="0"/>
                                          </p:stCondLst>
                                        </p:cTn>
                                        <p:tgtEl>
                                          <p:spTgt spid="604"/>
                                        </p:tgtEl>
                                        <p:attrNameLst>
                                          <p:attrName>style.visibility</p:attrName>
                                        </p:attrNameLst>
                                      </p:cBhvr>
                                      <p:to>
                                        <p:strVal val="visible"/>
                                      </p:to>
                                    </p:set>
                                    <p:animEffect transition="in" filter="fade">
                                      <p:cBhvr>
                                        <p:cTn id="64" dur="500"/>
                                        <p:tgtEl>
                                          <p:spTgt spid="604"/>
                                        </p:tgtEl>
                                      </p:cBhvr>
                                    </p:animEffect>
                                  </p:childTnLst>
                                </p:cTn>
                              </p:par>
                              <p:par>
                                <p:cTn id="65" presetID="42" presetClass="path" presetSubtype="0" decel="100000" fill="hold" grpId="1" nodeType="withEffect">
                                  <p:stCondLst>
                                    <p:cond delay="750"/>
                                  </p:stCondLst>
                                  <p:childTnLst>
                                    <p:animMotion origin="layout" path="M -1.04167E-6 -4.81481E-6 L -1.04167E-6 0.04352 " pathEditMode="relative" rAng="0" ptsTypes="AA">
                                      <p:cBhvr>
                                        <p:cTn id="66" dur="600" spd="-100000" fill="hold"/>
                                        <p:tgtEl>
                                          <p:spTgt spid="604"/>
                                        </p:tgtEl>
                                        <p:attrNameLst>
                                          <p:attrName>ppt_x</p:attrName>
                                          <p:attrName>ppt_y</p:attrName>
                                        </p:attrNameLst>
                                      </p:cBhvr>
                                      <p:rCtr x="0" y="2176"/>
                                    </p:animMotion>
                                  </p:childTnLst>
                                </p:cTn>
                              </p:par>
                              <p:par>
                                <p:cTn id="67" presetID="10" presetClass="entr" presetSubtype="0" fill="hold" grpId="0" nodeType="withEffect">
                                  <p:stCondLst>
                                    <p:cond delay="500"/>
                                  </p:stCondLst>
                                  <p:childTnLst>
                                    <p:set>
                                      <p:cBhvr>
                                        <p:cTn id="68" dur="1" fill="hold">
                                          <p:stCondLst>
                                            <p:cond delay="0"/>
                                          </p:stCondLst>
                                        </p:cTn>
                                        <p:tgtEl>
                                          <p:spTgt spid="611"/>
                                        </p:tgtEl>
                                        <p:attrNameLst>
                                          <p:attrName>style.visibility</p:attrName>
                                        </p:attrNameLst>
                                      </p:cBhvr>
                                      <p:to>
                                        <p:strVal val="visible"/>
                                      </p:to>
                                    </p:set>
                                    <p:animEffect transition="in" filter="fade">
                                      <p:cBhvr>
                                        <p:cTn id="69" dur="500"/>
                                        <p:tgtEl>
                                          <p:spTgt spid="611"/>
                                        </p:tgtEl>
                                      </p:cBhvr>
                                    </p:animEffect>
                                  </p:childTnLst>
                                </p:cTn>
                              </p:par>
                              <p:par>
                                <p:cTn id="70" presetID="10" presetClass="entr" presetSubtype="0" fill="hold" grpId="0" nodeType="withEffect">
                                  <p:stCondLst>
                                    <p:cond delay="750"/>
                                  </p:stCondLst>
                                  <p:childTnLst>
                                    <p:set>
                                      <p:cBhvr>
                                        <p:cTn id="71" dur="1" fill="hold">
                                          <p:stCondLst>
                                            <p:cond delay="0"/>
                                          </p:stCondLst>
                                        </p:cTn>
                                        <p:tgtEl>
                                          <p:spTgt spid="612"/>
                                        </p:tgtEl>
                                        <p:attrNameLst>
                                          <p:attrName>style.visibility</p:attrName>
                                        </p:attrNameLst>
                                      </p:cBhvr>
                                      <p:to>
                                        <p:strVal val="visible"/>
                                      </p:to>
                                    </p:set>
                                    <p:animEffect transition="in" filter="fade">
                                      <p:cBhvr>
                                        <p:cTn id="72" dur="5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0" animBg="1"/>
      <p:bldP spid="601" grpId="1" animBg="1"/>
      <p:bldP spid="602" grpId="0" animBg="1"/>
      <p:bldP spid="602" grpId="1" animBg="1"/>
      <p:bldP spid="603" grpId="0" animBg="1"/>
      <p:bldP spid="603" grpId="1" animBg="1"/>
      <p:bldP spid="604" grpId="0" animBg="1"/>
      <p:bldP spid="604" grpId="1" animBg="1"/>
      <p:bldP spid="12" grpId="0"/>
      <p:bldP spid="605" grpId="0"/>
      <p:bldP spid="605" grpId="1"/>
      <p:bldP spid="606" grpId="0"/>
      <p:bldP spid="606" grpId="1"/>
      <p:bldP spid="4" grpId="0"/>
      <p:bldP spid="611" grpId="0"/>
      <p:bldP spid="607" grpId="0"/>
      <p:bldP spid="607" grpId="1"/>
      <p:bldP spid="608" grpId="0"/>
      <p:bldP spid="608" grpId="1"/>
      <p:bldP spid="8" grpId="0"/>
      <p:bldP spid="612" grpId="0"/>
      <p:bldP spid="609" grpId="0"/>
      <p:bldP spid="609" grpId="1"/>
      <p:bldP spid="610" grpId="0"/>
      <p:bldP spid="610" grpId="1"/>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2FBE-E1D2-4A8B-6720-7D8EB9A5A7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399C46-558C-8C43-7F04-804A28B93D7F}"/>
              </a:ext>
            </a:extLst>
          </p:cNvPr>
          <p:cNvSpPr>
            <a:spLocks noGrp="1"/>
          </p:cNvSpPr>
          <p:nvPr>
            <p:ph type="title"/>
          </p:nvPr>
        </p:nvSpPr>
        <p:spPr/>
        <p:txBody>
          <a:bodyPr vert="horz" wrap="square" lIns="0" tIns="0" rIns="0" bIns="0" rtlCol="0" anchor="b">
            <a:spAutoFit/>
          </a:bodyPr>
          <a:lstStyle/>
          <a:p>
            <a:r>
              <a:rPr lang="en-US"/>
              <a:t>Secure access demo 1</a:t>
            </a:r>
          </a:p>
        </p:txBody>
      </p:sp>
      <p:sp>
        <p:nvSpPr>
          <p:cNvPr id="4" name="Rectangle: Rounded Corners 3">
            <a:extLst>
              <a:ext uri="{FF2B5EF4-FFF2-40B4-BE49-F238E27FC236}">
                <a16:creationId xmlns:a16="http://schemas.microsoft.com/office/drawing/2014/main" id="{5463AD96-2164-9AFC-CC8B-EDDB03F5ABDF}"/>
              </a:ext>
              <a:ext uri="{C183D7F6-B498-43B3-948B-1728B52AA6E4}">
                <adec:decorative xmlns:adec="http://schemas.microsoft.com/office/drawing/2017/decorative" val="1"/>
              </a:ext>
            </a:extLst>
          </p:cNvPr>
          <p:cNvSpPr/>
          <p:nvPr/>
        </p:nvSpPr>
        <p:spPr bwMode="auto">
          <a:xfrm>
            <a:off x="112144" y="161387"/>
            <a:ext cx="11947584" cy="6601721"/>
          </a:xfrm>
          <a:prstGeom prst="roundRect">
            <a:avLst>
              <a:gd name="adj" fmla="val 4263"/>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itle 1">
            <a:extLst>
              <a:ext uri="{FF2B5EF4-FFF2-40B4-BE49-F238E27FC236}">
                <a16:creationId xmlns:a16="http://schemas.microsoft.com/office/drawing/2014/main" id="{2505A4ED-6FEB-FEFC-217D-059A08277C34}"/>
              </a:ext>
            </a:extLst>
          </p:cNvPr>
          <p:cNvSpPr txBox="1">
            <a:spLocks/>
          </p:cNvSpPr>
          <p:nvPr/>
        </p:nvSpPr>
        <p:spPr>
          <a:xfrm>
            <a:off x="2577484" y="2236749"/>
            <a:ext cx="7016904" cy="1334637"/>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fr-FR" sz="2800" b="0" i="0" u="none" strike="noStrike" kern="1200" cap="none" spc="-50" normalizeH="0" baseline="0" noProof="0" dirty="0">
                <a:ln w="3175">
                  <a:noFill/>
                </a:ln>
                <a:solidFill>
                  <a:srgbClr val="FFFFFF"/>
                </a:solidFill>
                <a:effectLst/>
                <a:uLnTx/>
                <a:uFillTx/>
                <a:latin typeface="Segoe UI Semibold"/>
                <a:ea typeface="+mn-ea"/>
                <a:cs typeface="Segoe UI" pitchFamily="34" charset="0"/>
              </a:rPr>
              <a:t>Comment pouvez-vous être certain que vous donnez l'accès au bon utilisateur et non à quelqu'un qui se fait passer pour un professionnel en santé ou un membre du personnel en qui vous avez confiance ?</a:t>
            </a:r>
          </a:p>
        </p:txBody>
      </p:sp>
    </p:spTree>
    <p:extLst>
      <p:ext uri="{BB962C8B-B14F-4D97-AF65-F5344CB8AC3E}">
        <p14:creationId xmlns:p14="http://schemas.microsoft.com/office/powerpoint/2010/main" val="215943360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5E54D-E8DE-ACBD-594C-8B8464D6B930}"/>
            </a:ext>
          </a:extLst>
        </p:cNvPr>
        <p:cNvGrpSpPr/>
        <p:nvPr/>
      </p:nvGrpSpPr>
      <p:grpSpPr>
        <a:xfrm>
          <a:off x="0" y="0"/>
          <a:ext cx="0" cy="0"/>
          <a:chOff x="0" y="0"/>
          <a:chExt cx="0" cy="0"/>
        </a:xfrm>
      </p:grpSpPr>
      <p:sp>
        <p:nvSpPr>
          <p:cNvPr id="9" name="Rectangle: Single Corner Rounded 8">
            <a:extLst>
              <a:ext uri="{FF2B5EF4-FFF2-40B4-BE49-F238E27FC236}">
                <a16:creationId xmlns:a16="http://schemas.microsoft.com/office/drawing/2014/main" id="{AD8EA92E-8D21-3814-8A32-838510A9158F}"/>
              </a:ext>
              <a:ext uri="{C183D7F6-B498-43B3-948B-1728B52AA6E4}">
                <adec:decorative xmlns:adec="http://schemas.microsoft.com/office/drawing/2017/decorative" val="1"/>
              </a:ext>
            </a:extLst>
          </p:cNvPr>
          <p:cNvSpPr/>
          <p:nvPr/>
        </p:nvSpPr>
        <p:spPr bwMode="auto">
          <a:xfrm flipV="1">
            <a:off x="-1" y="0"/>
            <a:ext cx="8643578" cy="6858000"/>
          </a:xfrm>
          <a:prstGeom prst="round1Rect">
            <a:avLst>
              <a:gd name="adj" fmla="val 12393"/>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31" name="Picture 30">
            <a:extLst>
              <a:ext uri="{FF2B5EF4-FFF2-40B4-BE49-F238E27FC236}">
                <a16:creationId xmlns:a16="http://schemas.microsoft.com/office/drawing/2014/main" id="{05C4036E-C954-E9B0-03BA-A57FBF93B93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59103" y="1734588"/>
            <a:ext cx="5932898" cy="3797321"/>
          </a:xfrm>
          <a:prstGeom prst="rect">
            <a:avLst/>
          </a:prstGeom>
          <a:ln w="165100" cap="rnd">
            <a:solidFill>
              <a:schemeClr val="tx1"/>
            </a:solidFill>
          </a:ln>
        </p:spPr>
      </p:pic>
      <p:sp>
        <p:nvSpPr>
          <p:cNvPr id="2" name="Title 1">
            <a:extLst>
              <a:ext uri="{FF2B5EF4-FFF2-40B4-BE49-F238E27FC236}">
                <a16:creationId xmlns:a16="http://schemas.microsoft.com/office/drawing/2014/main" id="{97CFD723-81E1-11C6-6DE1-D653A490F6A5}"/>
              </a:ext>
            </a:extLst>
          </p:cNvPr>
          <p:cNvSpPr>
            <a:spLocks noGrp="1"/>
          </p:cNvSpPr>
          <p:nvPr>
            <p:ph type="title"/>
          </p:nvPr>
        </p:nvSpPr>
        <p:spPr>
          <a:xfrm>
            <a:off x="588963" y="276166"/>
            <a:ext cx="6971770" cy="800219"/>
          </a:xfrm>
        </p:spPr>
        <p:txBody>
          <a:bodyPr/>
          <a:lstStyle/>
          <a:p>
            <a:r>
              <a:rPr lang="fr-FR" sz="3200" noProof="0" dirty="0">
                <a:solidFill>
                  <a:schemeClr val="bg1"/>
                </a:solidFill>
              </a:rPr>
              <a:t>Accès sécurisé aux rôles et aux ressources sensibles</a:t>
            </a:r>
            <a:br>
              <a:rPr lang="en-US" noProof="0" dirty="0">
                <a:solidFill>
                  <a:schemeClr val="bg1"/>
                </a:solidFill>
              </a:rPr>
            </a:br>
            <a:r>
              <a:rPr lang="en-US" sz="2000" i="1" noProof="0" dirty="0">
                <a:solidFill>
                  <a:schemeClr val="bg1"/>
                </a:solidFill>
              </a:rPr>
              <a:t>with Entitlement Management in ID Governance</a:t>
            </a:r>
            <a:endParaRPr lang="en-US" dirty="0">
              <a:solidFill>
                <a:schemeClr val="bg1"/>
              </a:solidFill>
            </a:endParaRPr>
          </a:p>
        </p:txBody>
      </p:sp>
      <p:pic>
        <p:nvPicPr>
          <p:cNvPr id="29" name="Picture 2">
            <a:extLst>
              <a:ext uri="{FF2B5EF4-FFF2-40B4-BE49-F238E27FC236}">
                <a16:creationId xmlns:a16="http://schemas.microsoft.com/office/drawing/2014/main" id="{24722AF7-12AD-3834-8DDC-939E4821DEE3}"/>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8911" y="2405509"/>
            <a:ext cx="1954178" cy="3995291"/>
          </a:xfrm>
          <a:custGeom>
            <a:avLst/>
            <a:gdLst>
              <a:gd name="connsiteX0" fmla="*/ 35129 w 1432340"/>
              <a:gd name="connsiteY0" fmla="*/ 0 h 548640"/>
              <a:gd name="connsiteX1" fmla="*/ 1397211 w 1432340"/>
              <a:gd name="connsiteY1" fmla="*/ 0 h 548640"/>
              <a:gd name="connsiteX2" fmla="*/ 1432340 w 1432340"/>
              <a:gd name="connsiteY2" fmla="*/ 35129 h 548640"/>
              <a:gd name="connsiteX3" fmla="*/ 1432340 w 1432340"/>
              <a:gd name="connsiteY3" fmla="*/ 513511 h 548640"/>
              <a:gd name="connsiteX4" fmla="*/ 1397211 w 1432340"/>
              <a:gd name="connsiteY4" fmla="*/ 548640 h 548640"/>
              <a:gd name="connsiteX5" fmla="*/ 35129 w 1432340"/>
              <a:gd name="connsiteY5" fmla="*/ 548640 h 548640"/>
              <a:gd name="connsiteX6" fmla="*/ 0 w 1432340"/>
              <a:gd name="connsiteY6" fmla="*/ 513511 h 548640"/>
              <a:gd name="connsiteX7" fmla="*/ 0 w 1432340"/>
              <a:gd name="connsiteY7" fmla="*/ 35129 h 548640"/>
              <a:gd name="connsiteX8" fmla="*/ 35129 w 1432340"/>
              <a:gd name="connsiteY8" fmla="*/ 0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2340" h="548640">
                <a:moveTo>
                  <a:pt x="35129" y="0"/>
                </a:moveTo>
                <a:lnTo>
                  <a:pt x="1397211" y="0"/>
                </a:lnTo>
                <a:cubicBezTo>
                  <a:pt x="1416612" y="0"/>
                  <a:pt x="1432340" y="15728"/>
                  <a:pt x="1432340" y="35129"/>
                </a:cubicBezTo>
                <a:lnTo>
                  <a:pt x="1432340" y="513511"/>
                </a:lnTo>
                <a:cubicBezTo>
                  <a:pt x="1432340" y="532912"/>
                  <a:pt x="1416612" y="548640"/>
                  <a:pt x="1397211" y="548640"/>
                </a:cubicBezTo>
                <a:lnTo>
                  <a:pt x="35129" y="548640"/>
                </a:lnTo>
                <a:cubicBezTo>
                  <a:pt x="15728" y="548640"/>
                  <a:pt x="0" y="532912"/>
                  <a:pt x="0" y="513511"/>
                </a:cubicBezTo>
                <a:lnTo>
                  <a:pt x="0" y="35129"/>
                </a:lnTo>
                <a:cubicBezTo>
                  <a:pt x="0" y="15728"/>
                  <a:pt x="15728" y="0"/>
                  <a:pt x="35129" y="0"/>
                </a:cubicBezTo>
                <a:close/>
              </a:path>
            </a:pathLst>
          </a:custGeom>
          <a:effectLst>
            <a:outerShdw blurRad="190500" dist="50800" dir="2700000" algn="ctr" rotWithShape="0">
              <a:srgbClr val="000000">
                <a:alpha val="25000"/>
              </a:srgbClr>
            </a:outerShdw>
          </a:effectLst>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BD0C2173-3C9D-B3C8-F5DB-FE546D6BAFA7}"/>
              </a:ext>
              <a:ext uri="{C183D7F6-B498-43B3-948B-1728B52AA6E4}">
                <adec:decorative xmlns:adec="http://schemas.microsoft.com/office/drawing/2017/decorative" val="1"/>
              </a:ext>
            </a:extLst>
          </p:cNvPr>
          <p:cNvGrpSpPr/>
          <p:nvPr/>
        </p:nvGrpSpPr>
        <p:grpSpPr>
          <a:xfrm>
            <a:off x="10728960" y="455422"/>
            <a:ext cx="1463040" cy="868680"/>
            <a:chOff x="10728960" y="455422"/>
            <a:chExt cx="1463040" cy="868680"/>
          </a:xfrm>
        </p:grpSpPr>
        <p:sp>
          <p:nvSpPr>
            <p:cNvPr id="4" name="Rectangle: Top Corners Rounded 3">
              <a:extLst>
                <a:ext uri="{FF2B5EF4-FFF2-40B4-BE49-F238E27FC236}">
                  <a16:creationId xmlns:a16="http://schemas.microsoft.com/office/drawing/2014/main" id="{EA9406FB-E416-183A-A9B7-C9585204DBF0}"/>
                </a:ext>
              </a:extLst>
            </p:cNvPr>
            <p:cNvSpPr/>
            <p:nvPr/>
          </p:nvSpPr>
          <p:spPr bwMode="auto">
            <a:xfrm rot="16200000" flipH="1">
              <a:off x="11026140" y="158242"/>
              <a:ext cx="868680" cy="1463040"/>
            </a:xfrm>
            <a:prstGeom prst="round2SameRect">
              <a:avLst>
                <a:gd name="adj1" fmla="val 50000"/>
                <a:gd name="adj2" fmla="val 0"/>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6" name="Oval 5">
              <a:extLst>
                <a:ext uri="{FF2B5EF4-FFF2-40B4-BE49-F238E27FC236}">
                  <a16:creationId xmlns:a16="http://schemas.microsoft.com/office/drawing/2014/main" id="{C5AE2572-9833-BF4C-6B6E-EB1294EB953F}"/>
                </a:ext>
              </a:extLst>
            </p:cNvPr>
            <p:cNvSpPr/>
            <p:nvPr/>
          </p:nvSpPr>
          <p:spPr bwMode="auto">
            <a:xfrm flipH="1">
              <a:off x="10826491" y="559613"/>
              <a:ext cx="660299" cy="660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7" name="key" title="Icon of a key">
              <a:extLst>
                <a:ext uri="{FF2B5EF4-FFF2-40B4-BE49-F238E27FC236}">
                  <a16:creationId xmlns:a16="http://schemas.microsoft.com/office/drawing/2014/main" id="{201CB3A6-089E-329C-3322-DB730EF5F7A2}"/>
                </a:ext>
              </a:extLst>
            </p:cNvPr>
            <p:cNvSpPr>
              <a:spLocks noChangeAspect="1" noEditPoints="1"/>
            </p:cNvSpPr>
            <p:nvPr/>
          </p:nvSpPr>
          <p:spPr bwMode="auto">
            <a:xfrm>
              <a:off x="10963274" y="697387"/>
              <a:ext cx="386733" cy="384750"/>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367"/>
              <a:endParaRPr lang="en-US" sz="1730" kern="0">
                <a:solidFill>
                  <a:srgbClr val="000000"/>
                </a:solidFill>
                <a:latin typeface="Segoe UI"/>
              </a:endParaRPr>
            </a:p>
          </p:txBody>
        </p:sp>
      </p:grpSp>
      <p:sp>
        <p:nvSpPr>
          <p:cNvPr id="12" name="TextBox 11">
            <a:extLst>
              <a:ext uri="{FF2B5EF4-FFF2-40B4-BE49-F238E27FC236}">
                <a16:creationId xmlns:a16="http://schemas.microsoft.com/office/drawing/2014/main" id="{C268FBA6-69BE-81E4-FE85-15CFDFA606E6}"/>
              </a:ext>
            </a:extLst>
          </p:cNvPr>
          <p:cNvSpPr txBox="1"/>
          <p:nvPr/>
        </p:nvSpPr>
        <p:spPr>
          <a:xfrm>
            <a:off x="1826605" y="2005627"/>
            <a:ext cx="3200400" cy="1323439"/>
          </a:xfrm>
          <a:prstGeom prst="rect">
            <a:avLst/>
          </a:prstGeom>
          <a:noFill/>
        </p:spPr>
        <p:txBody>
          <a:bodyPr wrap="square">
            <a:spAutoFit/>
          </a:bodyPr>
          <a:lstStyle/>
          <a:p>
            <a:pPr lvl="0">
              <a:defRPr/>
            </a:pPr>
            <a:r>
              <a:rPr lang="en-US" sz="2000">
                <a:solidFill>
                  <a:schemeClr val="bg1"/>
                </a:solidFill>
              </a:rPr>
              <a:t>Manage access for employees, partners, guests, temporary workers, customers etc.</a:t>
            </a:r>
          </a:p>
        </p:txBody>
      </p:sp>
      <p:sp>
        <p:nvSpPr>
          <p:cNvPr id="10" name="TextBox 9">
            <a:extLst>
              <a:ext uri="{FF2B5EF4-FFF2-40B4-BE49-F238E27FC236}">
                <a16:creationId xmlns:a16="http://schemas.microsoft.com/office/drawing/2014/main" id="{5097CEBD-541C-E3CA-D3A1-873167226E32}"/>
              </a:ext>
            </a:extLst>
          </p:cNvPr>
          <p:cNvSpPr txBox="1"/>
          <p:nvPr/>
        </p:nvSpPr>
        <p:spPr>
          <a:xfrm>
            <a:off x="1826605" y="3530418"/>
            <a:ext cx="3200400" cy="1005840"/>
          </a:xfrm>
          <a:prstGeom prst="rect">
            <a:avLst/>
          </a:prstGeom>
          <a:noFill/>
        </p:spPr>
        <p:txBody>
          <a:bodyPr wrap="square">
            <a:spAutoFit/>
          </a:bodyPr>
          <a:lstStyle/>
          <a:p>
            <a:pPr lvl="0">
              <a:defRPr/>
            </a:pPr>
            <a:r>
              <a:rPr lang="en-US" sz="2000">
                <a:solidFill>
                  <a:schemeClr val="bg1"/>
                </a:solidFill>
              </a:rPr>
              <a:t>Reduce approval fatigue with automated access and revocation</a:t>
            </a:r>
          </a:p>
        </p:txBody>
      </p:sp>
      <p:sp>
        <p:nvSpPr>
          <p:cNvPr id="11" name="TextBox 10">
            <a:extLst>
              <a:ext uri="{FF2B5EF4-FFF2-40B4-BE49-F238E27FC236}">
                <a16:creationId xmlns:a16="http://schemas.microsoft.com/office/drawing/2014/main" id="{D1B4DEB9-7C6E-B176-2E66-27F7CAD72EE4}"/>
              </a:ext>
            </a:extLst>
          </p:cNvPr>
          <p:cNvSpPr txBox="1"/>
          <p:nvPr/>
        </p:nvSpPr>
        <p:spPr>
          <a:xfrm>
            <a:off x="1826605" y="5048889"/>
            <a:ext cx="3200400" cy="707886"/>
          </a:xfrm>
          <a:prstGeom prst="rect">
            <a:avLst/>
          </a:prstGeom>
          <a:noFill/>
        </p:spPr>
        <p:txBody>
          <a:bodyPr wrap="square">
            <a:spAutoFit/>
          </a:bodyPr>
          <a:lstStyle/>
          <a:p>
            <a:pPr lvl="0">
              <a:defRPr/>
            </a:pPr>
            <a:r>
              <a:rPr lang="en-US" sz="2000">
                <a:solidFill>
                  <a:schemeClr val="bg1"/>
                </a:solidFill>
              </a:rPr>
              <a:t>Improve compliance posture</a:t>
            </a:r>
          </a:p>
        </p:txBody>
      </p:sp>
      <p:grpSp>
        <p:nvGrpSpPr>
          <p:cNvPr id="24" name="Group 23">
            <a:extLst>
              <a:ext uri="{FF2B5EF4-FFF2-40B4-BE49-F238E27FC236}">
                <a16:creationId xmlns:a16="http://schemas.microsoft.com/office/drawing/2014/main" id="{2301066B-BA6C-0E8E-DEFD-CD14BB4C23D1}"/>
              </a:ext>
              <a:ext uri="{C183D7F6-B498-43B3-948B-1728B52AA6E4}">
                <adec:decorative xmlns:adec="http://schemas.microsoft.com/office/drawing/2017/decorative" val="1"/>
              </a:ext>
            </a:extLst>
          </p:cNvPr>
          <p:cNvGrpSpPr/>
          <p:nvPr/>
        </p:nvGrpSpPr>
        <p:grpSpPr>
          <a:xfrm>
            <a:off x="589622" y="4876907"/>
            <a:ext cx="1051851" cy="1051851"/>
            <a:chOff x="588963" y="4652042"/>
            <a:chExt cx="1051851" cy="1051851"/>
          </a:xfrm>
        </p:grpSpPr>
        <p:sp>
          <p:nvSpPr>
            <p:cNvPr id="17" name="Oval 16">
              <a:extLst>
                <a:ext uri="{FF2B5EF4-FFF2-40B4-BE49-F238E27FC236}">
                  <a16:creationId xmlns:a16="http://schemas.microsoft.com/office/drawing/2014/main" id="{0BCCB464-04F2-BDB2-B244-EE5236DA4EB1}"/>
                </a:ext>
                <a:ext uri="{C183D7F6-B498-43B3-948B-1728B52AA6E4}">
                  <adec:decorative xmlns:adec="http://schemas.microsoft.com/office/drawing/2017/decorative" val="1"/>
                </a:ext>
              </a:extLst>
            </p:cNvPr>
            <p:cNvSpPr/>
            <p:nvPr/>
          </p:nvSpPr>
          <p:spPr bwMode="auto">
            <a:xfrm>
              <a:off x="588963" y="4652042"/>
              <a:ext cx="1051851" cy="1051851"/>
            </a:xfrm>
            <a:prstGeom prst="ellipse">
              <a:avLst/>
            </a:prstGeom>
            <a:solidFill>
              <a:schemeClr val="accent3"/>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Segoe UI" pitchFamily="34" charset="0"/>
                <a:cs typeface="Segoe UI" pitchFamily="34" charset="0"/>
              </a:endParaRPr>
            </a:p>
          </p:txBody>
        </p:sp>
        <p:sp>
          <p:nvSpPr>
            <p:cNvPr id="40" name="arrow_7">
              <a:extLst>
                <a:ext uri="{FF2B5EF4-FFF2-40B4-BE49-F238E27FC236}">
                  <a16:creationId xmlns:a16="http://schemas.microsoft.com/office/drawing/2014/main" id="{731E0603-ADB0-3AF3-AD9B-E231D7FAD420}"/>
                </a:ext>
              </a:extLst>
            </p:cNvPr>
            <p:cNvSpPr>
              <a:spLocks noChangeAspect="1" noEditPoints="1"/>
            </p:cNvSpPr>
            <p:nvPr/>
          </p:nvSpPr>
          <p:spPr bwMode="auto">
            <a:xfrm>
              <a:off x="878251" y="4941330"/>
              <a:ext cx="473274" cy="473274"/>
            </a:xfrm>
            <a:custGeom>
              <a:avLst/>
              <a:gdLst>
                <a:gd name="T0" fmla="*/ 119 w 216"/>
                <a:gd name="T1" fmla="*/ 0 h 216"/>
                <a:gd name="T2" fmla="*/ 216 w 216"/>
                <a:gd name="T3" fmla="*/ 0 h 216"/>
                <a:gd name="T4" fmla="*/ 216 w 216"/>
                <a:gd name="T5" fmla="*/ 98 h 216"/>
                <a:gd name="T6" fmla="*/ 0 w 216"/>
                <a:gd name="T7" fmla="*/ 118 h 216"/>
                <a:gd name="T8" fmla="*/ 0 w 216"/>
                <a:gd name="T9" fmla="*/ 216 h 216"/>
                <a:gd name="T10" fmla="*/ 98 w 216"/>
                <a:gd name="T11" fmla="*/ 216 h 216"/>
                <a:gd name="T12" fmla="*/ 0 w 216"/>
                <a:gd name="T13" fmla="*/ 216 h 216"/>
                <a:gd name="T14" fmla="*/ 216 w 216"/>
                <a:gd name="T15" fmla="*/ 0 h 2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 h="216">
                  <a:moveTo>
                    <a:pt x="119" y="0"/>
                  </a:moveTo>
                  <a:lnTo>
                    <a:pt x="216" y="0"/>
                  </a:lnTo>
                  <a:lnTo>
                    <a:pt x="216" y="98"/>
                  </a:lnTo>
                  <a:moveTo>
                    <a:pt x="0" y="118"/>
                  </a:moveTo>
                  <a:lnTo>
                    <a:pt x="0" y="216"/>
                  </a:lnTo>
                  <a:lnTo>
                    <a:pt x="98" y="216"/>
                  </a:lnTo>
                  <a:moveTo>
                    <a:pt x="0" y="216"/>
                  </a:moveTo>
                  <a:lnTo>
                    <a:pt x="216" y="0"/>
                  </a:lnTo>
                </a:path>
              </a:pathLst>
            </a:custGeom>
            <a:no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effectLst/>
                <a:uLnTx/>
                <a:uFillTx/>
                <a:latin typeface="Segoe UI"/>
                <a:ea typeface="+mn-ea"/>
                <a:cs typeface="+mn-cs"/>
              </a:endParaRPr>
            </a:p>
          </p:txBody>
        </p:sp>
      </p:grpSp>
      <p:grpSp>
        <p:nvGrpSpPr>
          <p:cNvPr id="22" name="Group 21">
            <a:extLst>
              <a:ext uri="{FF2B5EF4-FFF2-40B4-BE49-F238E27FC236}">
                <a16:creationId xmlns:a16="http://schemas.microsoft.com/office/drawing/2014/main" id="{18F54555-C060-8B02-F78A-DFD4FE4FBFAB}"/>
              </a:ext>
              <a:ext uri="{C183D7F6-B498-43B3-948B-1728B52AA6E4}">
                <adec:decorative xmlns:adec="http://schemas.microsoft.com/office/drawing/2017/decorative" val="1"/>
              </a:ext>
            </a:extLst>
          </p:cNvPr>
          <p:cNvGrpSpPr/>
          <p:nvPr/>
        </p:nvGrpSpPr>
        <p:grpSpPr>
          <a:xfrm>
            <a:off x="589622" y="2137919"/>
            <a:ext cx="1051851" cy="1051851"/>
            <a:chOff x="588963" y="1913054"/>
            <a:chExt cx="1051851" cy="1051851"/>
          </a:xfrm>
        </p:grpSpPr>
        <p:sp>
          <p:nvSpPr>
            <p:cNvPr id="20" name="Oval 19">
              <a:extLst>
                <a:ext uri="{FF2B5EF4-FFF2-40B4-BE49-F238E27FC236}">
                  <a16:creationId xmlns:a16="http://schemas.microsoft.com/office/drawing/2014/main" id="{0003B681-3993-324D-D332-2344B538B39C}"/>
                </a:ext>
                <a:ext uri="{C183D7F6-B498-43B3-948B-1728B52AA6E4}">
                  <adec:decorative xmlns:adec="http://schemas.microsoft.com/office/drawing/2017/decorative" val="1"/>
                </a:ext>
              </a:extLst>
            </p:cNvPr>
            <p:cNvSpPr/>
            <p:nvPr/>
          </p:nvSpPr>
          <p:spPr bwMode="auto">
            <a:xfrm>
              <a:off x="588963" y="1913054"/>
              <a:ext cx="1051851" cy="1051851"/>
            </a:xfrm>
            <a:prstGeom prst="ellipse">
              <a:avLst/>
            </a:prstGeom>
            <a:solidFill>
              <a:schemeClr val="accent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Segoe UI" pitchFamily="34" charset="0"/>
                <a:cs typeface="Segoe UI" pitchFamily="34" charset="0"/>
              </a:endParaRPr>
            </a:p>
          </p:txBody>
        </p:sp>
        <p:sp>
          <p:nvSpPr>
            <p:cNvPr id="43" name="people_12" title="Icon of three people">
              <a:extLst>
                <a:ext uri="{FF2B5EF4-FFF2-40B4-BE49-F238E27FC236}">
                  <a16:creationId xmlns:a16="http://schemas.microsoft.com/office/drawing/2014/main" id="{CC9477BF-91A2-037E-9CB2-95BB9D42F64F}"/>
                </a:ext>
              </a:extLst>
            </p:cNvPr>
            <p:cNvSpPr>
              <a:spLocks noChangeAspect="1" noEditPoints="1"/>
            </p:cNvSpPr>
            <p:nvPr/>
          </p:nvSpPr>
          <p:spPr bwMode="auto">
            <a:xfrm>
              <a:off x="806757" y="2176089"/>
              <a:ext cx="616262" cy="52578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effectLst/>
                <a:uLnTx/>
                <a:uFillTx/>
                <a:latin typeface="Segoe UI"/>
                <a:ea typeface="+mn-ea"/>
                <a:cs typeface="+mn-cs"/>
              </a:endParaRPr>
            </a:p>
          </p:txBody>
        </p:sp>
      </p:grpSp>
      <p:grpSp>
        <p:nvGrpSpPr>
          <p:cNvPr id="23" name="Group 22">
            <a:extLst>
              <a:ext uri="{FF2B5EF4-FFF2-40B4-BE49-F238E27FC236}">
                <a16:creationId xmlns:a16="http://schemas.microsoft.com/office/drawing/2014/main" id="{760012C6-F305-A585-3C4C-7AC10FFB5DC4}"/>
              </a:ext>
              <a:ext uri="{C183D7F6-B498-43B3-948B-1728B52AA6E4}">
                <adec:decorative xmlns:adec="http://schemas.microsoft.com/office/drawing/2017/decorative" val="1"/>
              </a:ext>
            </a:extLst>
          </p:cNvPr>
          <p:cNvGrpSpPr/>
          <p:nvPr/>
        </p:nvGrpSpPr>
        <p:grpSpPr>
          <a:xfrm>
            <a:off x="589622" y="3507413"/>
            <a:ext cx="1051851" cy="1051851"/>
            <a:chOff x="588963" y="3282548"/>
            <a:chExt cx="1051851" cy="1051851"/>
          </a:xfrm>
        </p:grpSpPr>
        <p:sp>
          <p:nvSpPr>
            <p:cNvPr id="14" name="Oval 13">
              <a:extLst>
                <a:ext uri="{FF2B5EF4-FFF2-40B4-BE49-F238E27FC236}">
                  <a16:creationId xmlns:a16="http://schemas.microsoft.com/office/drawing/2014/main" id="{616AFBC2-DDEE-E5EC-18A2-5243B637CD65}"/>
                </a:ext>
                <a:ext uri="{C183D7F6-B498-43B3-948B-1728B52AA6E4}">
                  <adec:decorative xmlns:adec="http://schemas.microsoft.com/office/drawing/2017/decorative" val="1"/>
                </a:ext>
              </a:extLst>
            </p:cNvPr>
            <p:cNvSpPr/>
            <p:nvPr/>
          </p:nvSpPr>
          <p:spPr bwMode="auto">
            <a:xfrm>
              <a:off x="588963" y="3282548"/>
              <a:ext cx="1051851" cy="1051851"/>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chemeClr val="tx1"/>
                </a:solidFill>
                <a:effectLst/>
                <a:uLnTx/>
                <a:uFillTx/>
                <a:latin typeface="Segoe UI"/>
                <a:ea typeface="Segoe UI" pitchFamily="34" charset="0"/>
                <a:cs typeface="Segoe UI" pitchFamily="34" charset="0"/>
              </a:endParaRPr>
            </a:p>
          </p:txBody>
        </p:sp>
        <p:sp>
          <p:nvSpPr>
            <p:cNvPr id="45" name="Pen" title="Icon of a surface pen with a drawn line below it">
              <a:extLst>
                <a:ext uri="{FF2B5EF4-FFF2-40B4-BE49-F238E27FC236}">
                  <a16:creationId xmlns:a16="http://schemas.microsoft.com/office/drawing/2014/main" id="{5B0A16C3-A447-7ED2-5143-E022DB34C9E6}"/>
                </a:ext>
              </a:extLst>
            </p:cNvPr>
            <p:cNvSpPr>
              <a:spLocks noChangeAspect="1" noEditPoints="1"/>
            </p:cNvSpPr>
            <p:nvPr/>
          </p:nvSpPr>
          <p:spPr bwMode="auto">
            <a:xfrm>
              <a:off x="855391" y="3545492"/>
              <a:ext cx="518995" cy="525962"/>
            </a:xfrm>
            <a:custGeom>
              <a:avLst/>
              <a:gdLst>
                <a:gd name="T0" fmla="*/ 222 w 326"/>
                <a:gd name="T1" fmla="*/ 329 h 329"/>
                <a:gd name="T2" fmla="*/ 211 w 326"/>
                <a:gd name="T3" fmla="*/ 308 h 329"/>
                <a:gd name="T4" fmla="*/ 187 w 326"/>
                <a:gd name="T5" fmla="*/ 128 h 329"/>
                <a:gd name="T6" fmla="*/ 149 w 326"/>
                <a:gd name="T7" fmla="*/ 49 h 329"/>
                <a:gd name="T8" fmla="*/ 144 w 326"/>
                <a:gd name="T9" fmla="*/ 44 h 329"/>
                <a:gd name="T10" fmla="*/ 138 w 326"/>
                <a:gd name="T11" fmla="*/ 45 h 329"/>
                <a:gd name="T12" fmla="*/ 114 w 326"/>
                <a:gd name="T13" fmla="*/ 57 h 329"/>
                <a:gd name="T14" fmla="*/ 87 w 326"/>
                <a:gd name="T15" fmla="*/ 26 h 329"/>
                <a:gd name="T16" fmla="*/ 78 w 326"/>
                <a:gd name="T17" fmla="*/ 7 h 329"/>
                <a:gd name="T18" fmla="*/ 64 w 326"/>
                <a:gd name="T19" fmla="*/ 3 h 329"/>
                <a:gd name="T20" fmla="*/ 50 w 326"/>
                <a:gd name="T21" fmla="*/ 10 h 329"/>
                <a:gd name="T22" fmla="*/ 44 w 326"/>
                <a:gd name="T23" fmla="*/ 24 h 329"/>
                <a:gd name="T24" fmla="*/ 53 w 326"/>
                <a:gd name="T25" fmla="*/ 42 h 329"/>
                <a:gd name="T26" fmla="*/ 215 w 326"/>
                <a:gd name="T27" fmla="*/ 265 h 329"/>
                <a:gd name="T28" fmla="*/ 212 w 326"/>
                <a:gd name="T29" fmla="*/ 256 h 329"/>
                <a:gd name="T30" fmla="*/ 100 w 326"/>
                <a:gd name="T31" fmla="*/ 28 h 329"/>
                <a:gd name="T32" fmla="*/ 90 w 326"/>
                <a:gd name="T33" fmla="*/ 24 h 329"/>
                <a:gd name="T34" fmla="*/ 52 w 326"/>
                <a:gd name="T35" fmla="*/ 43 h 329"/>
                <a:gd name="T36" fmla="*/ 49 w 326"/>
                <a:gd name="T37" fmla="*/ 53 h 329"/>
                <a:gd name="T38" fmla="*/ 163 w 326"/>
                <a:gd name="T39" fmla="*/ 285 h 329"/>
                <a:gd name="T40" fmla="*/ 167 w 326"/>
                <a:gd name="T41" fmla="*/ 290 h 329"/>
                <a:gd name="T42" fmla="*/ 171 w 326"/>
                <a:gd name="T43" fmla="*/ 293 h 329"/>
                <a:gd name="T44" fmla="*/ 210 w 326"/>
                <a:gd name="T45" fmla="*/ 308 h 329"/>
                <a:gd name="T46" fmla="*/ 212 w 326"/>
                <a:gd name="T47" fmla="*/ 308 h 329"/>
                <a:gd name="T48" fmla="*/ 216 w 326"/>
                <a:gd name="T49" fmla="*/ 273 h 329"/>
                <a:gd name="T50" fmla="*/ 215 w 326"/>
                <a:gd name="T51" fmla="*/ 265 h 329"/>
                <a:gd name="T52" fmla="*/ 215 w 326"/>
                <a:gd name="T53" fmla="*/ 265 h 329"/>
                <a:gd name="T54" fmla="*/ 39 w 326"/>
                <a:gd name="T55" fmla="*/ 133 h 329"/>
                <a:gd name="T56" fmla="*/ 32 w 326"/>
                <a:gd name="T57" fmla="*/ 133 h 329"/>
                <a:gd name="T58" fmla="*/ 0 w 326"/>
                <a:gd name="T59" fmla="*/ 166 h 329"/>
                <a:gd name="T60" fmla="*/ 0 w 326"/>
                <a:gd name="T61" fmla="*/ 166 h 329"/>
                <a:gd name="T62" fmla="*/ 33 w 326"/>
                <a:gd name="T63" fmla="*/ 197 h 329"/>
                <a:gd name="T64" fmla="*/ 74 w 326"/>
                <a:gd name="T65" fmla="*/ 196 h 329"/>
                <a:gd name="T66" fmla="*/ 253 w 326"/>
                <a:gd name="T67" fmla="*/ 327 h 329"/>
                <a:gd name="T68" fmla="*/ 261 w 326"/>
                <a:gd name="T69" fmla="*/ 327 h 329"/>
                <a:gd name="T70" fmla="*/ 325 w 326"/>
                <a:gd name="T71" fmla="*/ 261 h 329"/>
                <a:gd name="T72" fmla="*/ 325 w 326"/>
                <a:gd name="T73" fmla="*/ 261 h 329"/>
                <a:gd name="T74" fmla="*/ 259 w 326"/>
                <a:gd name="T75" fmla="*/ 198 h 329"/>
                <a:gd name="T76" fmla="*/ 227 w 326"/>
                <a:gd name="T77" fmla="*/ 198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6" h="329">
                  <a:moveTo>
                    <a:pt x="222" y="329"/>
                  </a:moveTo>
                  <a:cubicBezTo>
                    <a:pt x="211" y="308"/>
                    <a:pt x="211" y="308"/>
                    <a:pt x="211" y="308"/>
                  </a:cubicBezTo>
                  <a:moveTo>
                    <a:pt x="187" y="128"/>
                  </a:moveTo>
                  <a:cubicBezTo>
                    <a:pt x="149" y="49"/>
                    <a:pt x="149" y="49"/>
                    <a:pt x="149" y="49"/>
                  </a:cubicBezTo>
                  <a:cubicBezTo>
                    <a:pt x="149" y="49"/>
                    <a:pt x="147" y="45"/>
                    <a:pt x="144" y="44"/>
                  </a:cubicBezTo>
                  <a:cubicBezTo>
                    <a:pt x="141" y="43"/>
                    <a:pt x="138" y="45"/>
                    <a:pt x="138" y="45"/>
                  </a:cubicBezTo>
                  <a:cubicBezTo>
                    <a:pt x="114" y="57"/>
                    <a:pt x="114" y="57"/>
                    <a:pt x="114" y="57"/>
                  </a:cubicBezTo>
                  <a:moveTo>
                    <a:pt x="87" y="26"/>
                  </a:moveTo>
                  <a:cubicBezTo>
                    <a:pt x="78" y="7"/>
                    <a:pt x="78" y="7"/>
                    <a:pt x="78" y="7"/>
                  </a:cubicBezTo>
                  <a:cubicBezTo>
                    <a:pt x="76" y="2"/>
                    <a:pt x="69" y="0"/>
                    <a:pt x="64" y="3"/>
                  </a:cubicBezTo>
                  <a:cubicBezTo>
                    <a:pt x="50" y="10"/>
                    <a:pt x="50" y="10"/>
                    <a:pt x="50" y="10"/>
                  </a:cubicBezTo>
                  <a:cubicBezTo>
                    <a:pt x="44" y="13"/>
                    <a:pt x="42" y="19"/>
                    <a:pt x="44" y="24"/>
                  </a:cubicBezTo>
                  <a:cubicBezTo>
                    <a:pt x="53" y="42"/>
                    <a:pt x="53" y="42"/>
                    <a:pt x="53" y="42"/>
                  </a:cubicBezTo>
                  <a:moveTo>
                    <a:pt x="215" y="265"/>
                  </a:moveTo>
                  <a:cubicBezTo>
                    <a:pt x="215" y="262"/>
                    <a:pt x="212" y="256"/>
                    <a:pt x="212" y="256"/>
                  </a:cubicBezTo>
                  <a:cubicBezTo>
                    <a:pt x="100" y="28"/>
                    <a:pt x="100" y="28"/>
                    <a:pt x="100" y="28"/>
                  </a:cubicBezTo>
                  <a:cubicBezTo>
                    <a:pt x="98" y="24"/>
                    <a:pt x="93" y="23"/>
                    <a:pt x="90" y="24"/>
                  </a:cubicBezTo>
                  <a:cubicBezTo>
                    <a:pt x="52" y="43"/>
                    <a:pt x="52" y="43"/>
                    <a:pt x="52" y="43"/>
                  </a:cubicBezTo>
                  <a:cubicBezTo>
                    <a:pt x="49" y="45"/>
                    <a:pt x="47" y="49"/>
                    <a:pt x="49" y="53"/>
                  </a:cubicBezTo>
                  <a:cubicBezTo>
                    <a:pt x="163" y="285"/>
                    <a:pt x="163" y="285"/>
                    <a:pt x="163" y="285"/>
                  </a:cubicBezTo>
                  <a:cubicBezTo>
                    <a:pt x="163" y="285"/>
                    <a:pt x="165" y="288"/>
                    <a:pt x="167" y="290"/>
                  </a:cubicBezTo>
                  <a:cubicBezTo>
                    <a:pt x="168" y="291"/>
                    <a:pt x="171" y="293"/>
                    <a:pt x="171" y="293"/>
                  </a:cubicBezTo>
                  <a:cubicBezTo>
                    <a:pt x="181" y="298"/>
                    <a:pt x="207" y="309"/>
                    <a:pt x="210" y="308"/>
                  </a:cubicBezTo>
                  <a:cubicBezTo>
                    <a:pt x="210" y="308"/>
                    <a:pt x="211" y="308"/>
                    <a:pt x="212" y="308"/>
                  </a:cubicBezTo>
                  <a:cubicBezTo>
                    <a:pt x="214" y="306"/>
                    <a:pt x="215" y="285"/>
                    <a:pt x="216" y="273"/>
                  </a:cubicBezTo>
                  <a:cubicBezTo>
                    <a:pt x="216" y="268"/>
                    <a:pt x="215" y="265"/>
                    <a:pt x="215" y="265"/>
                  </a:cubicBezTo>
                  <a:cubicBezTo>
                    <a:pt x="215" y="265"/>
                    <a:pt x="215" y="267"/>
                    <a:pt x="215" y="265"/>
                  </a:cubicBezTo>
                  <a:close/>
                  <a:moveTo>
                    <a:pt x="39" y="133"/>
                  </a:moveTo>
                  <a:cubicBezTo>
                    <a:pt x="32" y="133"/>
                    <a:pt x="32" y="133"/>
                    <a:pt x="32" y="133"/>
                  </a:cubicBezTo>
                  <a:cubicBezTo>
                    <a:pt x="14" y="134"/>
                    <a:pt x="0" y="148"/>
                    <a:pt x="0" y="166"/>
                  </a:cubicBezTo>
                  <a:cubicBezTo>
                    <a:pt x="0" y="166"/>
                    <a:pt x="0" y="166"/>
                    <a:pt x="0" y="166"/>
                  </a:cubicBezTo>
                  <a:cubicBezTo>
                    <a:pt x="1" y="183"/>
                    <a:pt x="15" y="197"/>
                    <a:pt x="33" y="197"/>
                  </a:cubicBezTo>
                  <a:cubicBezTo>
                    <a:pt x="74" y="196"/>
                    <a:pt x="74" y="196"/>
                    <a:pt x="74" y="196"/>
                  </a:cubicBezTo>
                  <a:moveTo>
                    <a:pt x="253" y="327"/>
                  </a:moveTo>
                  <a:cubicBezTo>
                    <a:pt x="261" y="327"/>
                    <a:pt x="261" y="327"/>
                    <a:pt x="261" y="327"/>
                  </a:cubicBezTo>
                  <a:cubicBezTo>
                    <a:pt x="297" y="327"/>
                    <a:pt x="326" y="297"/>
                    <a:pt x="325" y="261"/>
                  </a:cubicBezTo>
                  <a:cubicBezTo>
                    <a:pt x="325" y="261"/>
                    <a:pt x="325" y="261"/>
                    <a:pt x="325" y="261"/>
                  </a:cubicBezTo>
                  <a:cubicBezTo>
                    <a:pt x="324" y="226"/>
                    <a:pt x="295" y="197"/>
                    <a:pt x="259" y="198"/>
                  </a:cubicBezTo>
                  <a:cubicBezTo>
                    <a:pt x="227" y="198"/>
                    <a:pt x="227" y="198"/>
                    <a:pt x="227" y="198"/>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grpSp>
      <p:sp>
        <p:nvSpPr>
          <p:cNvPr id="28" name="Rectangle: Rounded Corners 27">
            <a:extLst>
              <a:ext uri="{FF2B5EF4-FFF2-40B4-BE49-F238E27FC236}">
                <a16:creationId xmlns:a16="http://schemas.microsoft.com/office/drawing/2014/main" id="{142FBEE6-9480-FCCF-5F4B-D54521391845}"/>
              </a:ext>
            </a:extLst>
          </p:cNvPr>
          <p:cNvSpPr/>
          <p:nvPr/>
        </p:nvSpPr>
        <p:spPr bwMode="auto">
          <a:xfrm>
            <a:off x="8384535" y="1272974"/>
            <a:ext cx="2377440" cy="640080"/>
          </a:xfrm>
          <a:prstGeom prst="roundRect">
            <a:avLst>
              <a:gd name="adj" fmla="val 50000"/>
            </a:avLst>
          </a:prstGeom>
          <a:solidFill>
            <a:schemeClr val="tx2">
              <a:lumMod val="50000"/>
            </a:schemeClr>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ea typeface="Segoe UI" pitchFamily="34" charset="0"/>
                <a:cs typeface="Segoe UI" pitchFamily="34" charset="0"/>
              </a:rPr>
              <a:t>Access resources on MyAccess page</a:t>
            </a:r>
            <a:endParaRPr lang="en-US" sz="1400" err="1">
              <a:solidFill>
                <a:schemeClr val="bg1"/>
              </a:solidFill>
              <a:ea typeface="Segoe UI" pitchFamily="34" charset="0"/>
              <a:cs typeface="Segoe UI" pitchFamily="34" charset="0"/>
            </a:endParaRPr>
          </a:p>
        </p:txBody>
      </p:sp>
      <p:sp>
        <p:nvSpPr>
          <p:cNvPr id="30" name="Rectangle: Rounded Corners 29">
            <a:extLst>
              <a:ext uri="{FF2B5EF4-FFF2-40B4-BE49-F238E27FC236}">
                <a16:creationId xmlns:a16="http://schemas.microsoft.com/office/drawing/2014/main" id="{D58FC0ED-2A0E-D071-07BD-8DDABC7C6242}"/>
              </a:ext>
            </a:extLst>
          </p:cNvPr>
          <p:cNvSpPr/>
          <p:nvPr/>
        </p:nvSpPr>
        <p:spPr bwMode="auto">
          <a:xfrm>
            <a:off x="6096000" y="5326274"/>
            <a:ext cx="3108960" cy="640080"/>
          </a:xfrm>
          <a:prstGeom prst="roundRect">
            <a:avLst>
              <a:gd name="adj" fmla="val 50000"/>
            </a:avLst>
          </a:prstGeom>
          <a:solidFill>
            <a:schemeClr val="tx2">
              <a:lumMod val="50000"/>
            </a:schemeClr>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ea typeface="Segoe UI" pitchFamily="34" charset="0"/>
                <a:cs typeface="Segoe UI" pitchFamily="34" charset="0"/>
              </a:rPr>
              <a:t>Verify identity and complete Face Check to access resources</a:t>
            </a:r>
          </a:p>
        </p:txBody>
      </p:sp>
      <p:sp>
        <p:nvSpPr>
          <p:cNvPr id="3" name="Rectangle: Single Corner Rounded 2">
            <a:extLst>
              <a:ext uri="{FF2B5EF4-FFF2-40B4-BE49-F238E27FC236}">
                <a16:creationId xmlns:a16="http://schemas.microsoft.com/office/drawing/2014/main" id="{B27D3AF4-8334-C073-2F5C-CB684685B550}"/>
              </a:ext>
              <a:ext uri="{C183D7F6-B498-43B3-948B-1728B52AA6E4}">
                <adec:decorative xmlns:adec="http://schemas.microsoft.com/office/drawing/2017/decorative" val="1"/>
              </a:ext>
            </a:extLst>
          </p:cNvPr>
          <p:cNvSpPr/>
          <p:nvPr/>
        </p:nvSpPr>
        <p:spPr bwMode="auto">
          <a:xfrm flipH="1">
            <a:off x="9810479" y="5966354"/>
            <a:ext cx="2381521" cy="891646"/>
          </a:xfrm>
          <a:prstGeom prst="round1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272251D4-89B4-9DF5-0AD8-6CC54DBAAB08}"/>
              </a:ext>
              <a:ext uri="{C183D7F6-B498-43B3-948B-1728B52AA6E4}">
                <adec:decorative xmlns:adec="http://schemas.microsoft.com/office/drawing/2017/decorative" val="1"/>
              </a:ext>
            </a:extLst>
          </p:cNvPr>
          <p:cNvSpPr txBox="1"/>
          <p:nvPr/>
        </p:nvSpPr>
        <p:spPr>
          <a:xfrm>
            <a:off x="10587033" y="6165956"/>
            <a:ext cx="1494636" cy="492443"/>
          </a:xfrm>
          <a:prstGeom prst="rect">
            <a:avLst/>
          </a:prstGeom>
          <a:noFill/>
        </p:spPr>
        <p:txBody>
          <a:bodyPr vert="horz" wrap="square" lIns="0" tIns="0" rIns="0" bIns="0" anchor="ctr" anchorCtr="0">
            <a:noAutofit/>
          </a:bodyPr>
          <a:lstStyle/>
          <a:p>
            <a:pPr lvl="0">
              <a:defRPr/>
            </a:pPr>
            <a:r>
              <a:rPr kumimoji="0" lang="en-US" sz="1050" b="1" i="0" u="none" strike="noStrike" kern="1200" cap="none" spc="0" normalizeH="0" baseline="0" noProof="0" dirty="0">
                <a:ln>
                  <a:noFill/>
                </a:ln>
                <a:solidFill>
                  <a:schemeClr val="bg1"/>
                </a:solidFill>
                <a:effectLst/>
                <a:uLnTx/>
                <a:uFillTx/>
                <a:latin typeface="+mj-lt"/>
                <a:cs typeface="Segoe UI" panose="020B0502040204020203" pitchFamily="34" charset="0"/>
                <a:hlinkClick r:id="rId5" action="ppaction://hlinksldjump">
                  <a:extLst>
                    <a:ext uri="{A12FA001-AC4F-418D-AE19-62706E023703}">
                      <ahyp:hlinkClr xmlns:ahyp="http://schemas.microsoft.com/office/drawing/2018/hyperlinkcolor" val="tx"/>
                    </a:ext>
                  </a:extLst>
                </a:hlinkClick>
              </a:rPr>
              <a:t>Learn </a:t>
            </a:r>
            <a:r>
              <a:rPr lang="en-US" sz="1050" dirty="0">
                <a:solidFill>
                  <a:schemeClr val="bg1"/>
                </a:solidFill>
                <a:latin typeface="+mj-lt"/>
                <a:hlinkClick r:id="rId5" action="ppaction://hlinksldjump">
                  <a:extLst>
                    <a:ext uri="{A12FA001-AC4F-418D-AE19-62706E023703}">
                      <ahyp:hlinkClr xmlns:ahyp="http://schemas.microsoft.com/office/drawing/2018/hyperlinkcolor" val="tx"/>
                    </a:ext>
                  </a:extLst>
                </a:hlinkClick>
              </a:rPr>
              <a:t>how Verified ID  &amp; ID Governance work together</a:t>
            </a:r>
            <a:endParaRPr kumimoji="0" lang="en-US" sz="1200" b="0" i="0" u="none" strike="noStrike" kern="1200" cap="none" spc="0" normalizeH="0" baseline="0" noProof="0" dirty="0">
              <a:ln>
                <a:noFill/>
              </a:ln>
              <a:solidFill>
                <a:schemeClr val="bg1"/>
              </a:solidFill>
              <a:effectLst/>
              <a:uLnTx/>
              <a:uFillTx/>
              <a:latin typeface="+mj-lt"/>
            </a:endParaRPr>
          </a:p>
        </p:txBody>
      </p:sp>
      <p:grpSp>
        <p:nvGrpSpPr>
          <p:cNvPr id="7" name="Group 6">
            <a:extLst>
              <a:ext uri="{FF2B5EF4-FFF2-40B4-BE49-F238E27FC236}">
                <a16:creationId xmlns:a16="http://schemas.microsoft.com/office/drawing/2014/main" id="{13FA27F9-C947-5611-0A9D-C5F28CEBE353}"/>
              </a:ext>
              <a:ext uri="{C183D7F6-B498-43B3-948B-1728B52AA6E4}">
                <adec:decorative xmlns:adec="http://schemas.microsoft.com/office/drawing/2017/decorative" val="1"/>
              </a:ext>
            </a:extLst>
          </p:cNvPr>
          <p:cNvGrpSpPr/>
          <p:nvPr/>
        </p:nvGrpSpPr>
        <p:grpSpPr>
          <a:xfrm>
            <a:off x="9940810" y="6144995"/>
            <a:ext cx="534364" cy="534364"/>
            <a:chOff x="11211132" y="63007"/>
            <a:chExt cx="590136" cy="590136"/>
          </a:xfrm>
          <a:solidFill>
            <a:schemeClr val="accent1">
              <a:lumMod val="50000"/>
            </a:schemeClr>
          </a:solidFill>
        </p:grpSpPr>
        <p:sp>
          <p:nvSpPr>
            <p:cNvPr id="13" name="Oval 12">
              <a:extLst>
                <a:ext uri="{FF2B5EF4-FFF2-40B4-BE49-F238E27FC236}">
                  <a16:creationId xmlns:a16="http://schemas.microsoft.com/office/drawing/2014/main" id="{3FA7A41A-ADC3-1651-1B47-26D473897725}"/>
                </a:ext>
              </a:extLst>
            </p:cNvPr>
            <p:cNvSpPr/>
            <p:nvPr/>
          </p:nvSpPr>
          <p:spPr bwMode="auto">
            <a:xfrm>
              <a:off x="11211132" y="63007"/>
              <a:ext cx="590136" cy="590136"/>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ouch_E815">
              <a:extLst>
                <a:ext uri="{FF2B5EF4-FFF2-40B4-BE49-F238E27FC236}">
                  <a16:creationId xmlns:a16="http://schemas.microsoft.com/office/drawing/2014/main" id="{67B38074-BECC-D57E-741A-FA5CF8B69DEE}"/>
                </a:ext>
                <a:ext uri="{C183D7F6-B498-43B3-948B-1728B52AA6E4}">
                  <adec:decorative xmlns:adec="http://schemas.microsoft.com/office/drawing/2017/decorative" val="1"/>
                </a:ext>
              </a:extLst>
            </p:cNvPr>
            <p:cNvSpPr>
              <a:spLocks noChangeAspect="1" noEditPoints="1"/>
            </p:cNvSpPr>
            <p:nvPr/>
          </p:nvSpPr>
          <p:spPr bwMode="auto">
            <a:xfrm>
              <a:off x="11383527" y="178790"/>
              <a:ext cx="245346" cy="358570"/>
            </a:xfrm>
            <a:custGeom>
              <a:avLst/>
              <a:gdLst>
                <a:gd name="T0" fmla="*/ 1238 w 2563"/>
                <a:gd name="T1" fmla="*/ 1510 h 3746"/>
                <a:gd name="T2" fmla="*/ 1238 w 2563"/>
                <a:gd name="T3" fmla="*/ 1758 h 3746"/>
                <a:gd name="T4" fmla="*/ 1238 w 2563"/>
                <a:gd name="T5" fmla="*/ 654 h 3746"/>
                <a:gd name="T6" fmla="*/ 1017 w 2563"/>
                <a:gd name="T7" fmla="*/ 433 h 3746"/>
                <a:gd name="T8" fmla="*/ 796 w 2563"/>
                <a:gd name="T9" fmla="*/ 654 h 3746"/>
                <a:gd name="T10" fmla="*/ 796 w 2563"/>
                <a:gd name="T11" fmla="*/ 669 h 3746"/>
                <a:gd name="T12" fmla="*/ 796 w 2563"/>
                <a:gd name="T13" fmla="*/ 2453 h 3746"/>
                <a:gd name="T14" fmla="*/ 662 w 2563"/>
                <a:gd name="T15" fmla="*/ 2508 h 3746"/>
                <a:gd name="T16" fmla="*/ 423 w 2563"/>
                <a:gd name="T17" fmla="*/ 2269 h 3746"/>
                <a:gd name="T18" fmla="*/ 92 w 2563"/>
                <a:gd name="T19" fmla="*/ 2269 h 3746"/>
                <a:gd name="T20" fmla="*/ 92 w 2563"/>
                <a:gd name="T21" fmla="*/ 2600 h 3746"/>
                <a:gd name="T22" fmla="*/ 906 w 2563"/>
                <a:gd name="T23" fmla="*/ 3415 h 3746"/>
                <a:gd name="T24" fmla="*/ 1680 w 2563"/>
                <a:gd name="T25" fmla="*/ 3746 h 3746"/>
                <a:gd name="T26" fmla="*/ 2563 w 2563"/>
                <a:gd name="T27" fmla="*/ 2863 h 3746"/>
                <a:gd name="T28" fmla="*/ 2563 w 2563"/>
                <a:gd name="T29" fmla="*/ 2013 h 3746"/>
                <a:gd name="T30" fmla="*/ 2396 w 2563"/>
                <a:gd name="T31" fmla="*/ 1799 h 3746"/>
                <a:gd name="T32" fmla="*/ 1238 w 2563"/>
                <a:gd name="T33" fmla="*/ 1510 h 3746"/>
                <a:gd name="T34" fmla="*/ 1238 w 2563"/>
                <a:gd name="T35" fmla="*/ 654 h 3746"/>
                <a:gd name="T36" fmla="*/ 1238 w 2563"/>
                <a:gd name="T37" fmla="*/ 1268 h 3746"/>
                <a:gd name="T38" fmla="*/ 1669 w 2563"/>
                <a:gd name="T39" fmla="*/ 654 h 3746"/>
                <a:gd name="T40" fmla="*/ 1016 w 2563"/>
                <a:gd name="T41" fmla="*/ 0 h 3746"/>
                <a:gd name="T42" fmla="*/ 363 w 2563"/>
                <a:gd name="T43" fmla="*/ 654 h 3746"/>
                <a:gd name="T44" fmla="*/ 796 w 2563"/>
                <a:gd name="T45" fmla="*/ 1269 h 3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63" h="3746">
                  <a:moveTo>
                    <a:pt x="1238" y="1510"/>
                  </a:moveTo>
                  <a:cubicBezTo>
                    <a:pt x="1238" y="1758"/>
                    <a:pt x="1238" y="1758"/>
                    <a:pt x="1238" y="1758"/>
                  </a:cubicBezTo>
                  <a:moveTo>
                    <a:pt x="1238" y="654"/>
                  </a:moveTo>
                  <a:cubicBezTo>
                    <a:pt x="1238" y="532"/>
                    <a:pt x="1139" y="433"/>
                    <a:pt x="1017" y="433"/>
                  </a:cubicBezTo>
                  <a:cubicBezTo>
                    <a:pt x="895" y="433"/>
                    <a:pt x="796" y="532"/>
                    <a:pt x="796" y="654"/>
                  </a:cubicBezTo>
                  <a:cubicBezTo>
                    <a:pt x="796" y="654"/>
                    <a:pt x="796" y="659"/>
                    <a:pt x="796" y="669"/>
                  </a:cubicBezTo>
                  <a:cubicBezTo>
                    <a:pt x="796" y="818"/>
                    <a:pt x="796" y="2026"/>
                    <a:pt x="796" y="2453"/>
                  </a:cubicBezTo>
                  <a:cubicBezTo>
                    <a:pt x="796" y="2523"/>
                    <a:pt x="712" y="2557"/>
                    <a:pt x="662" y="2508"/>
                  </a:cubicBezTo>
                  <a:cubicBezTo>
                    <a:pt x="423" y="2269"/>
                    <a:pt x="423" y="2269"/>
                    <a:pt x="423" y="2269"/>
                  </a:cubicBezTo>
                  <a:cubicBezTo>
                    <a:pt x="331" y="2177"/>
                    <a:pt x="183" y="2177"/>
                    <a:pt x="92" y="2269"/>
                  </a:cubicBezTo>
                  <a:cubicBezTo>
                    <a:pt x="0" y="2360"/>
                    <a:pt x="0" y="2508"/>
                    <a:pt x="92" y="2600"/>
                  </a:cubicBezTo>
                  <a:cubicBezTo>
                    <a:pt x="906" y="3415"/>
                    <a:pt x="906" y="3415"/>
                    <a:pt x="906" y="3415"/>
                  </a:cubicBezTo>
                  <a:cubicBezTo>
                    <a:pt x="1104" y="3619"/>
                    <a:pt x="1377" y="3746"/>
                    <a:pt x="1680" y="3746"/>
                  </a:cubicBezTo>
                  <a:cubicBezTo>
                    <a:pt x="2168" y="3746"/>
                    <a:pt x="2563" y="3351"/>
                    <a:pt x="2563" y="2863"/>
                  </a:cubicBezTo>
                  <a:cubicBezTo>
                    <a:pt x="2563" y="2013"/>
                    <a:pt x="2563" y="2013"/>
                    <a:pt x="2563" y="2013"/>
                  </a:cubicBezTo>
                  <a:cubicBezTo>
                    <a:pt x="2563" y="1912"/>
                    <a:pt x="2494" y="1824"/>
                    <a:pt x="2396" y="1799"/>
                  </a:cubicBezTo>
                  <a:cubicBezTo>
                    <a:pt x="1238" y="1510"/>
                    <a:pt x="1238" y="1510"/>
                    <a:pt x="1238" y="1510"/>
                  </a:cubicBezTo>
                  <a:lnTo>
                    <a:pt x="1238" y="654"/>
                  </a:lnTo>
                  <a:close/>
                  <a:moveTo>
                    <a:pt x="1238" y="1268"/>
                  </a:moveTo>
                  <a:cubicBezTo>
                    <a:pt x="1489" y="1177"/>
                    <a:pt x="1669" y="936"/>
                    <a:pt x="1669" y="654"/>
                  </a:cubicBezTo>
                  <a:cubicBezTo>
                    <a:pt x="1669" y="293"/>
                    <a:pt x="1377" y="0"/>
                    <a:pt x="1016" y="0"/>
                  </a:cubicBezTo>
                  <a:cubicBezTo>
                    <a:pt x="655" y="0"/>
                    <a:pt x="363" y="293"/>
                    <a:pt x="363" y="654"/>
                  </a:cubicBezTo>
                  <a:cubicBezTo>
                    <a:pt x="363" y="937"/>
                    <a:pt x="544" y="1178"/>
                    <a:pt x="796" y="1269"/>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endParaRPr>
            </a:p>
          </p:txBody>
        </p:sp>
      </p:grpSp>
    </p:spTree>
    <p:extLst>
      <p:ext uri="{BB962C8B-B14F-4D97-AF65-F5344CB8AC3E}">
        <p14:creationId xmlns:p14="http://schemas.microsoft.com/office/powerpoint/2010/main" val="32939407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2" presetClass="entr" presetSubtype="2" decel="10000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1+#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decel="10000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0-#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10" presetClass="entr" presetSubtype="0" fill="hold" grpId="0" nodeType="withEffect">
                                  <p:stCondLst>
                                    <p:cond delay="2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nodeType="withEffect">
                                  <p:stCondLst>
                                    <p:cond delay="25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25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nodeType="withEffect">
                                  <p:stCondLst>
                                    <p:cond delay="25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2" decel="100000" fill="hold" nodeType="clickEffect">
                                  <p:stCondLst>
                                    <p:cond delay="0"/>
                                  </p:stCondLst>
                                  <p:childTnLst>
                                    <p:set>
                                      <p:cBhvr>
                                        <p:cTn id="43" dur="1" fill="hold">
                                          <p:stCondLst>
                                            <p:cond delay="0"/>
                                          </p:stCondLst>
                                        </p:cTn>
                                        <p:tgtEl>
                                          <p:spTgt spid="31"/>
                                        </p:tgtEl>
                                        <p:attrNameLst>
                                          <p:attrName>style.visibility</p:attrName>
                                        </p:attrNameLst>
                                      </p:cBhvr>
                                      <p:to>
                                        <p:strVal val="visible"/>
                                      </p:to>
                                    </p:set>
                                    <p:anim calcmode="lin" valueType="num">
                                      <p:cBhvr additive="base">
                                        <p:cTn id="44" dur="500" fill="hold"/>
                                        <p:tgtEl>
                                          <p:spTgt spid="31"/>
                                        </p:tgtEl>
                                        <p:attrNameLst>
                                          <p:attrName>ppt_x</p:attrName>
                                        </p:attrNameLst>
                                      </p:cBhvr>
                                      <p:tavLst>
                                        <p:tav tm="0">
                                          <p:val>
                                            <p:strVal val="1+#ppt_w/2"/>
                                          </p:val>
                                        </p:tav>
                                        <p:tav tm="100000">
                                          <p:val>
                                            <p:strVal val="#ppt_x"/>
                                          </p:val>
                                        </p:tav>
                                      </p:tavLst>
                                    </p:anim>
                                    <p:anim calcmode="lin" valueType="num">
                                      <p:cBhvr additive="base">
                                        <p:cTn id="45" dur="500" fill="hold"/>
                                        <p:tgtEl>
                                          <p:spTgt spid="31"/>
                                        </p:tgtEl>
                                        <p:attrNameLst>
                                          <p:attrName>ppt_y</p:attrName>
                                        </p:attrNameLst>
                                      </p:cBhvr>
                                      <p:tavLst>
                                        <p:tav tm="0">
                                          <p:val>
                                            <p:strVal val="#ppt_y"/>
                                          </p:val>
                                        </p:tav>
                                        <p:tav tm="100000">
                                          <p:val>
                                            <p:strVal val="#ppt_y"/>
                                          </p:val>
                                        </p:tav>
                                      </p:tavLst>
                                    </p:anim>
                                  </p:childTnLst>
                                </p:cTn>
                              </p:par>
                              <p:par>
                                <p:cTn id="46" presetID="10" presetClass="entr" presetSubtype="0" fill="hold" grpId="0" nodeType="withEffect">
                                  <p:stCondLst>
                                    <p:cond delay="25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4" presetID="42" presetClass="path" presetSubtype="0" decel="100000" fill="hold" nodeType="withEffect">
                                  <p:stCondLst>
                                    <p:cond delay="0"/>
                                  </p:stCondLst>
                                  <p:childTnLst>
                                    <p:animMotion origin="layout" path="M 0 1.85185E-6 L 0 0.04352 " pathEditMode="relative" rAng="0" ptsTypes="AA">
                                      <p:cBhvr>
                                        <p:cTn id="55" dur="500" spd="-100000" fill="hold"/>
                                        <p:tgtEl>
                                          <p:spTgt spid="29"/>
                                        </p:tgtEl>
                                        <p:attrNameLst>
                                          <p:attrName>ppt_x</p:attrName>
                                          <p:attrName>ppt_y</p:attrName>
                                        </p:attrNameLst>
                                      </p:cBhvr>
                                      <p:rCtr x="0" y="2176"/>
                                    </p:animMotion>
                                  </p:childTnLst>
                                </p:cTn>
                              </p:par>
                              <p:par>
                                <p:cTn id="56" presetID="10" presetClass="entr" presetSubtype="0" fill="hold" grpId="0" nodeType="withEffect">
                                  <p:stCondLst>
                                    <p:cond delay="25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0" grpId="0"/>
      <p:bldP spid="11" grpId="0"/>
      <p:bldP spid="28" grpId="0" animBg="1"/>
      <p:bldP spid="30" grpId="0" animBg="1"/>
      <p:bldP spid="3" grpId="0" animBg="1"/>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Top Corners Rounded 15">
            <a:extLst>
              <a:ext uri="{FF2B5EF4-FFF2-40B4-BE49-F238E27FC236}">
                <a16:creationId xmlns:a16="http://schemas.microsoft.com/office/drawing/2014/main" id="{1DFF179F-5D43-5681-5CFC-A0247B1E0955}"/>
              </a:ext>
              <a:ext uri="{C183D7F6-B498-43B3-948B-1728B52AA6E4}">
                <adec:decorative xmlns:adec="http://schemas.microsoft.com/office/drawing/2017/decorative" val="1"/>
              </a:ext>
            </a:extLst>
          </p:cNvPr>
          <p:cNvSpPr/>
          <p:nvPr/>
        </p:nvSpPr>
        <p:spPr bwMode="auto">
          <a:xfrm rot="16200000" flipH="1">
            <a:off x="6073316" y="878719"/>
            <a:ext cx="502756" cy="7725838"/>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72FC50CB-03F8-1831-ED00-EC243900EC4A}"/>
              </a:ext>
            </a:extLst>
          </p:cNvPr>
          <p:cNvSpPr>
            <a:spLocks noGrp="1"/>
          </p:cNvSpPr>
          <p:nvPr>
            <p:ph type="title"/>
          </p:nvPr>
        </p:nvSpPr>
        <p:spPr>
          <a:xfrm>
            <a:off x="588263" y="457200"/>
            <a:ext cx="11018520" cy="800219"/>
          </a:xfrm>
        </p:spPr>
        <p:txBody>
          <a:bodyPr/>
          <a:lstStyle/>
          <a:p>
            <a:r>
              <a:rPr lang="fr-FR" sz="3200" dirty="0"/>
              <a:t>Accès sécurisé aux ressources </a:t>
            </a:r>
            <a:br>
              <a:rPr lang="fr-FR" sz="3200" dirty="0"/>
            </a:br>
            <a:r>
              <a:rPr lang="en-US" sz="2000" dirty="0">
                <a:solidFill>
                  <a:schemeClr val="accent1"/>
                </a:solidFill>
              </a:rPr>
              <a:t>Guest access</a:t>
            </a:r>
          </a:p>
        </p:txBody>
      </p:sp>
      <p:sp>
        <p:nvSpPr>
          <p:cNvPr id="11" name="Rectangle: Top Corners Rounded 10">
            <a:extLst>
              <a:ext uri="{FF2B5EF4-FFF2-40B4-BE49-F238E27FC236}">
                <a16:creationId xmlns:a16="http://schemas.microsoft.com/office/drawing/2014/main" id="{F9523514-E51D-516D-B376-2D141D39285D}"/>
              </a:ext>
              <a:ext uri="{C183D7F6-B498-43B3-948B-1728B52AA6E4}">
                <adec:decorative xmlns:adec="http://schemas.microsoft.com/office/drawing/2017/decorative" val="1"/>
              </a:ext>
            </a:extLst>
          </p:cNvPr>
          <p:cNvSpPr/>
          <p:nvPr/>
        </p:nvSpPr>
        <p:spPr bwMode="auto">
          <a:xfrm rot="16200000" flipH="1">
            <a:off x="5136560" y="-2774265"/>
            <a:ext cx="502756" cy="9599349"/>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Arc 16">
            <a:extLst>
              <a:ext uri="{FF2B5EF4-FFF2-40B4-BE49-F238E27FC236}">
                <a16:creationId xmlns:a16="http://schemas.microsoft.com/office/drawing/2014/main" id="{E46F10D0-D6B7-3F7C-DE6D-3541B679124B}"/>
              </a:ext>
              <a:ext uri="{C183D7F6-B498-43B3-948B-1728B52AA6E4}">
                <adec:decorative xmlns:adec="http://schemas.microsoft.com/office/drawing/2017/decorative" val="1"/>
              </a:ext>
            </a:extLst>
          </p:cNvPr>
          <p:cNvSpPr/>
          <p:nvPr/>
        </p:nvSpPr>
        <p:spPr>
          <a:xfrm>
            <a:off x="8735624" y="2026051"/>
            <a:ext cx="2871159" cy="2714880"/>
          </a:xfrm>
          <a:prstGeom prst="arc">
            <a:avLst>
              <a:gd name="adj1" fmla="val 16200000"/>
              <a:gd name="adj2" fmla="val 5373361"/>
            </a:avLst>
          </a:prstGeom>
          <a:ln w="4953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 Placeholder 8">
            <a:extLst>
              <a:ext uri="{FF2B5EF4-FFF2-40B4-BE49-F238E27FC236}">
                <a16:creationId xmlns:a16="http://schemas.microsoft.com/office/drawing/2014/main" id="{7B69985F-3906-7964-A970-147B8BEF9189}"/>
              </a:ext>
            </a:extLst>
          </p:cNvPr>
          <p:cNvSpPr txBox="1">
            <a:spLocks/>
          </p:cNvSpPr>
          <p:nvPr/>
        </p:nvSpPr>
        <p:spPr>
          <a:xfrm>
            <a:off x="93665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rPr>
              <a:t>Step 1</a:t>
            </a:r>
          </a:p>
        </p:txBody>
      </p:sp>
      <p:sp>
        <p:nvSpPr>
          <p:cNvPr id="19" name="Text Placeholder 3">
            <a:extLst>
              <a:ext uri="{FF2B5EF4-FFF2-40B4-BE49-F238E27FC236}">
                <a16:creationId xmlns:a16="http://schemas.microsoft.com/office/drawing/2014/main" id="{A688AE86-673C-DE3E-4EEC-19BF02F81CD0}"/>
              </a:ext>
            </a:extLst>
          </p:cNvPr>
          <p:cNvSpPr txBox="1">
            <a:spLocks/>
          </p:cNvSpPr>
          <p:nvPr/>
        </p:nvSpPr>
        <p:spPr>
          <a:xfrm>
            <a:off x="936652" y="2665465"/>
            <a:ext cx="2301847" cy="868680"/>
          </a:xfrm>
          <a:prstGeom prst="rect">
            <a:avLst/>
          </a:prstGeom>
        </p:spPr>
        <p:txBody>
          <a:bodyPr vert="horz" wrap="square" lIns="0" tIns="0" rIns="0" bIns="0" rtlCol="0">
            <a:no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i="0" u="none" strike="noStrike" kern="1200" cap="none" spc="0" normalizeH="0" baseline="0" noProof="0">
                <a:ln>
                  <a:noFill/>
                </a:ln>
                <a:solidFill>
                  <a:srgbClr val="000000"/>
                </a:solidFill>
                <a:effectLst/>
                <a:uLnTx/>
                <a:uFillTx/>
                <a:ea typeface="+mn-ea"/>
                <a:cs typeface="Segoe UI" panose="020B0502040204020203" pitchFamily="34" charset="0"/>
              </a:rPr>
              <a:t>Organization needs to </a:t>
            </a:r>
            <a:r>
              <a:rPr kumimoji="0" lang="en-US" sz="1200" b="1" i="0" u="none" strike="noStrike" kern="1200" cap="none" spc="0" normalizeH="0" baseline="0" noProof="0">
                <a:ln>
                  <a:noFill/>
                </a:ln>
                <a:solidFill>
                  <a:srgbClr val="000000"/>
                </a:solidFill>
                <a:effectLst/>
                <a:uLnTx/>
                <a:uFillTx/>
                <a:ea typeface="+mn-ea"/>
                <a:cs typeface="Segoe UI" panose="020B0502040204020203" pitchFamily="34" charset="0"/>
              </a:rPr>
              <a:t>verify the identity of contractors or vendors</a:t>
            </a:r>
            <a:r>
              <a:rPr kumimoji="0" lang="en-US" sz="1200" i="0" u="none" strike="noStrike" kern="1200" cap="none" spc="0" normalizeH="0" baseline="0" noProof="0">
                <a:ln>
                  <a:noFill/>
                </a:ln>
                <a:solidFill>
                  <a:srgbClr val="000000"/>
                </a:solidFill>
                <a:effectLst/>
                <a:uLnTx/>
                <a:uFillTx/>
                <a:ea typeface="+mn-ea"/>
                <a:cs typeface="Segoe UI" panose="020B0502040204020203" pitchFamily="34" charset="0"/>
              </a:rPr>
              <a:t> before starting a project with them</a:t>
            </a:r>
          </a:p>
        </p:txBody>
      </p:sp>
      <p:sp>
        <p:nvSpPr>
          <p:cNvPr id="20" name="Text Placeholder 8">
            <a:extLst>
              <a:ext uri="{FF2B5EF4-FFF2-40B4-BE49-F238E27FC236}">
                <a16:creationId xmlns:a16="http://schemas.microsoft.com/office/drawing/2014/main" id="{57E4650B-F956-3859-79B8-5DE08DE8E1FE}"/>
              </a:ext>
            </a:extLst>
          </p:cNvPr>
          <p:cNvSpPr txBox="1">
            <a:spLocks/>
          </p:cNvSpPr>
          <p:nvPr/>
        </p:nvSpPr>
        <p:spPr>
          <a:xfrm>
            <a:off x="4719589"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rPr>
              <a:t>Step </a:t>
            </a:r>
            <a:r>
              <a:rPr lang="en-US" sz="1400">
                <a:solidFill>
                  <a:srgbClr val="000000"/>
                </a:solidFill>
              </a:rPr>
              <a:t>2</a:t>
            </a:r>
            <a:endPar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endParaRPr>
          </a:p>
        </p:txBody>
      </p:sp>
      <p:sp>
        <p:nvSpPr>
          <p:cNvPr id="21" name="Text Placeholder 3">
            <a:extLst>
              <a:ext uri="{FF2B5EF4-FFF2-40B4-BE49-F238E27FC236}">
                <a16:creationId xmlns:a16="http://schemas.microsoft.com/office/drawing/2014/main" id="{B8850833-E6E3-D04E-681C-A004E41BB00C}"/>
              </a:ext>
            </a:extLst>
          </p:cNvPr>
          <p:cNvSpPr txBox="1">
            <a:spLocks/>
          </p:cNvSpPr>
          <p:nvPr/>
        </p:nvSpPr>
        <p:spPr>
          <a:xfrm>
            <a:off x="4719588" y="2665466"/>
            <a:ext cx="2598913"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200"/>
              <a:t>The vendor </a:t>
            </a:r>
            <a:r>
              <a:rPr lang="en-US" sz="1200" b="1"/>
              <a:t>must have verified employee credential </a:t>
            </a:r>
            <a:r>
              <a:rPr lang="en-US" sz="1200"/>
              <a:t>from their employer to share with the verifying organization</a:t>
            </a:r>
          </a:p>
        </p:txBody>
      </p:sp>
      <p:sp>
        <p:nvSpPr>
          <p:cNvPr id="22" name="Text Placeholder 8">
            <a:extLst>
              <a:ext uri="{FF2B5EF4-FFF2-40B4-BE49-F238E27FC236}">
                <a16:creationId xmlns:a16="http://schemas.microsoft.com/office/drawing/2014/main" id="{7773970A-450F-5F1E-77BB-0005F4462006}"/>
              </a:ext>
            </a:extLst>
          </p:cNvPr>
          <p:cNvSpPr txBox="1">
            <a:spLocks/>
          </p:cNvSpPr>
          <p:nvPr/>
        </p:nvSpPr>
        <p:spPr>
          <a:xfrm>
            <a:off x="850252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rPr>
              <a:t>Step </a:t>
            </a:r>
            <a:r>
              <a:rPr lang="en-US" sz="1400">
                <a:solidFill>
                  <a:srgbClr val="000000"/>
                </a:solidFill>
              </a:rPr>
              <a:t>3</a:t>
            </a:r>
            <a:endPar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endParaRPr>
          </a:p>
        </p:txBody>
      </p:sp>
      <p:sp>
        <p:nvSpPr>
          <p:cNvPr id="23" name="Text Placeholder 5">
            <a:extLst>
              <a:ext uri="{FF2B5EF4-FFF2-40B4-BE49-F238E27FC236}">
                <a16:creationId xmlns:a16="http://schemas.microsoft.com/office/drawing/2014/main" id="{2F37DD00-8DBE-F286-D6FF-EEC9253F9EB9}"/>
              </a:ext>
            </a:extLst>
          </p:cNvPr>
          <p:cNvSpPr txBox="1">
            <a:spLocks/>
          </p:cNvSpPr>
          <p:nvPr/>
        </p:nvSpPr>
        <p:spPr>
          <a:xfrm>
            <a:off x="8502522" y="2665466"/>
            <a:ext cx="1920240" cy="82296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200"/>
              <a:t>The vendor </a:t>
            </a:r>
            <a:r>
              <a:rPr lang="en-US" sz="1200" b="1"/>
              <a:t>requests access to the Access Package </a:t>
            </a:r>
            <a:r>
              <a:rPr lang="en-US" sz="1200"/>
              <a:t>containing resources they will need to work with the organization </a:t>
            </a:r>
          </a:p>
        </p:txBody>
      </p:sp>
      <p:sp>
        <p:nvSpPr>
          <p:cNvPr id="24" name="Text Placeholder 8">
            <a:extLst>
              <a:ext uri="{FF2B5EF4-FFF2-40B4-BE49-F238E27FC236}">
                <a16:creationId xmlns:a16="http://schemas.microsoft.com/office/drawing/2014/main" id="{BD52D99E-02FD-6B12-C00F-75A112A97706}"/>
              </a:ext>
            </a:extLst>
          </p:cNvPr>
          <p:cNvSpPr txBox="1">
            <a:spLocks/>
          </p:cNvSpPr>
          <p:nvPr/>
        </p:nvSpPr>
        <p:spPr>
          <a:xfrm>
            <a:off x="2828121"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rPr>
              <a:t>Step 5</a:t>
            </a:r>
          </a:p>
        </p:txBody>
      </p:sp>
      <p:sp>
        <p:nvSpPr>
          <p:cNvPr id="25" name="Text Placeholder 7">
            <a:extLst>
              <a:ext uri="{FF2B5EF4-FFF2-40B4-BE49-F238E27FC236}">
                <a16:creationId xmlns:a16="http://schemas.microsoft.com/office/drawing/2014/main" id="{5BCAD6AB-4F08-AD18-D465-FEC525D4196C}"/>
              </a:ext>
            </a:extLst>
          </p:cNvPr>
          <p:cNvSpPr txBox="1">
            <a:spLocks/>
          </p:cNvSpPr>
          <p:nvPr/>
        </p:nvSpPr>
        <p:spPr>
          <a:xfrm>
            <a:off x="2253258" y="5381693"/>
            <a:ext cx="2900008"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200" b="1"/>
              <a:t>Vendor now has access to the protected resources</a:t>
            </a:r>
            <a:r>
              <a:rPr lang="en-US" sz="1200"/>
              <a:t> in Access Package and can work with the organization on the project</a:t>
            </a:r>
          </a:p>
        </p:txBody>
      </p:sp>
      <p:sp>
        <p:nvSpPr>
          <p:cNvPr id="26" name="Text Placeholder 8">
            <a:extLst>
              <a:ext uri="{FF2B5EF4-FFF2-40B4-BE49-F238E27FC236}">
                <a16:creationId xmlns:a16="http://schemas.microsoft.com/office/drawing/2014/main" id="{83D33385-E002-CE99-F23F-7512B0D5E7B8}"/>
              </a:ext>
            </a:extLst>
          </p:cNvPr>
          <p:cNvSpPr txBox="1">
            <a:spLocks/>
          </p:cNvSpPr>
          <p:nvPr/>
        </p:nvSpPr>
        <p:spPr>
          <a:xfrm>
            <a:off x="6611057"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ea typeface="+mn-ea"/>
                <a:cs typeface="Segoe UI" panose="020B0502040204020203" pitchFamily="34" charset="0"/>
              </a:rPr>
              <a:t>Step 4</a:t>
            </a:r>
          </a:p>
        </p:txBody>
      </p:sp>
      <p:sp>
        <p:nvSpPr>
          <p:cNvPr id="27" name="Text Placeholder 9">
            <a:extLst>
              <a:ext uri="{FF2B5EF4-FFF2-40B4-BE49-F238E27FC236}">
                <a16:creationId xmlns:a16="http://schemas.microsoft.com/office/drawing/2014/main" id="{1112739E-E2D8-34BE-A24C-CC40F8D9AD6A}"/>
              </a:ext>
            </a:extLst>
          </p:cNvPr>
          <p:cNvSpPr txBox="1">
            <a:spLocks/>
          </p:cNvSpPr>
          <p:nvPr/>
        </p:nvSpPr>
        <p:spPr>
          <a:xfrm>
            <a:off x="6358492" y="5344053"/>
            <a:ext cx="3208589" cy="73152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200" b="1"/>
              <a:t>Vendor presents verified employee credential and completes Face Check </a:t>
            </a:r>
            <a:r>
              <a:rPr lang="en-US" sz="1200"/>
              <a:t>and then is automatically granted access to the Access Package</a:t>
            </a:r>
          </a:p>
        </p:txBody>
      </p:sp>
      <p:grpSp>
        <p:nvGrpSpPr>
          <p:cNvPr id="28" name="Group 27">
            <a:extLst>
              <a:ext uri="{FF2B5EF4-FFF2-40B4-BE49-F238E27FC236}">
                <a16:creationId xmlns:a16="http://schemas.microsoft.com/office/drawing/2014/main" id="{3B06CA5B-256A-B42B-E1D5-F214F7359F05}"/>
              </a:ext>
              <a:ext uri="{C183D7F6-B498-43B3-948B-1728B52AA6E4}">
                <adec:decorative xmlns:adec="http://schemas.microsoft.com/office/drawing/2017/decorative" val="1"/>
              </a:ext>
            </a:extLst>
          </p:cNvPr>
          <p:cNvGrpSpPr/>
          <p:nvPr/>
        </p:nvGrpSpPr>
        <p:grpSpPr>
          <a:xfrm>
            <a:off x="3592364" y="1893340"/>
            <a:ext cx="300315" cy="264138"/>
            <a:chOff x="9198739" y="1690998"/>
            <a:chExt cx="212549" cy="186945"/>
          </a:xfrm>
          <a:solidFill>
            <a:schemeClr val="bg1">
              <a:lumMod val="65000"/>
            </a:schemeClr>
          </a:solidFill>
        </p:grpSpPr>
        <p:sp>
          <p:nvSpPr>
            <p:cNvPr id="29" name="Graphic 27">
              <a:extLst>
                <a:ext uri="{FF2B5EF4-FFF2-40B4-BE49-F238E27FC236}">
                  <a16:creationId xmlns:a16="http://schemas.microsoft.com/office/drawing/2014/main" id="{A887EB8F-36F0-F4CC-AC53-1BC36EA3F489}"/>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Graphic 27">
              <a:extLst>
                <a:ext uri="{FF2B5EF4-FFF2-40B4-BE49-F238E27FC236}">
                  <a16:creationId xmlns:a16="http://schemas.microsoft.com/office/drawing/2014/main" id="{75C319C0-9BF8-8F99-3F3F-A445BF71E9C1}"/>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6BA65026-1A08-295B-733A-66038877D743}"/>
              </a:ext>
              <a:ext uri="{C183D7F6-B498-43B3-948B-1728B52AA6E4}">
                <adec:decorative xmlns:adec="http://schemas.microsoft.com/office/drawing/2017/decorative" val="1"/>
              </a:ext>
            </a:extLst>
          </p:cNvPr>
          <p:cNvGrpSpPr/>
          <p:nvPr/>
        </p:nvGrpSpPr>
        <p:grpSpPr>
          <a:xfrm>
            <a:off x="7375299" y="1893340"/>
            <a:ext cx="300315" cy="264138"/>
            <a:chOff x="9198739" y="1690998"/>
            <a:chExt cx="212549" cy="186945"/>
          </a:xfrm>
          <a:solidFill>
            <a:schemeClr val="bg1">
              <a:lumMod val="65000"/>
            </a:schemeClr>
          </a:solidFill>
        </p:grpSpPr>
        <p:sp>
          <p:nvSpPr>
            <p:cNvPr id="32" name="Graphic 27">
              <a:extLst>
                <a:ext uri="{FF2B5EF4-FFF2-40B4-BE49-F238E27FC236}">
                  <a16:creationId xmlns:a16="http://schemas.microsoft.com/office/drawing/2014/main" id="{9522E141-F69A-74E2-E60F-D3D72DC19657}"/>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Graphic 27">
              <a:extLst>
                <a:ext uri="{FF2B5EF4-FFF2-40B4-BE49-F238E27FC236}">
                  <a16:creationId xmlns:a16="http://schemas.microsoft.com/office/drawing/2014/main" id="{9060AA70-2A36-100C-213D-4C51E15BC872}"/>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835ED584-62DA-72B7-D321-9D45C8FD2373}"/>
              </a:ext>
              <a:ext uri="{C183D7F6-B498-43B3-948B-1728B52AA6E4}">
                <adec:decorative xmlns:adec="http://schemas.microsoft.com/office/drawing/2017/decorative" val="1"/>
              </a:ext>
            </a:extLst>
          </p:cNvPr>
          <p:cNvGrpSpPr/>
          <p:nvPr/>
        </p:nvGrpSpPr>
        <p:grpSpPr>
          <a:xfrm flipH="1">
            <a:off x="5483831" y="4609568"/>
            <a:ext cx="300315" cy="264138"/>
            <a:chOff x="9198739" y="1690998"/>
            <a:chExt cx="212549" cy="186945"/>
          </a:xfrm>
          <a:solidFill>
            <a:schemeClr val="bg1">
              <a:lumMod val="65000"/>
            </a:schemeClr>
          </a:solidFill>
        </p:grpSpPr>
        <p:sp>
          <p:nvSpPr>
            <p:cNvPr id="35" name="Graphic 27">
              <a:extLst>
                <a:ext uri="{FF2B5EF4-FFF2-40B4-BE49-F238E27FC236}">
                  <a16:creationId xmlns:a16="http://schemas.microsoft.com/office/drawing/2014/main" id="{B5AD4ED2-7FAE-90E7-6B96-66B3518EB5DF}"/>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Graphic 27">
              <a:extLst>
                <a:ext uri="{FF2B5EF4-FFF2-40B4-BE49-F238E27FC236}">
                  <a16:creationId xmlns:a16="http://schemas.microsoft.com/office/drawing/2014/main" id="{E09905E8-D8D9-1312-6B6C-3E9877E07457}"/>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41959BAB-1805-052A-1541-00E2B3FB6179}"/>
              </a:ext>
              <a:ext uri="{C183D7F6-B498-43B3-948B-1728B52AA6E4}">
                <adec:decorative xmlns:adec="http://schemas.microsoft.com/office/drawing/2017/decorative" val="1"/>
              </a:ext>
            </a:extLst>
          </p:cNvPr>
          <p:cNvGrpSpPr/>
          <p:nvPr/>
        </p:nvGrpSpPr>
        <p:grpSpPr>
          <a:xfrm flipH="1">
            <a:off x="9266766" y="4609568"/>
            <a:ext cx="300315" cy="264138"/>
            <a:chOff x="9198739" y="1690998"/>
            <a:chExt cx="212549" cy="186945"/>
          </a:xfrm>
          <a:solidFill>
            <a:schemeClr val="bg1">
              <a:lumMod val="65000"/>
            </a:schemeClr>
          </a:solidFill>
        </p:grpSpPr>
        <p:sp>
          <p:nvSpPr>
            <p:cNvPr id="38" name="Graphic 27">
              <a:extLst>
                <a:ext uri="{FF2B5EF4-FFF2-40B4-BE49-F238E27FC236}">
                  <a16:creationId xmlns:a16="http://schemas.microsoft.com/office/drawing/2014/main" id="{3BB7C884-3EDF-419C-6A2E-999D93665200}"/>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Graphic 27">
              <a:extLst>
                <a:ext uri="{FF2B5EF4-FFF2-40B4-BE49-F238E27FC236}">
                  <a16:creationId xmlns:a16="http://schemas.microsoft.com/office/drawing/2014/main" id="{91D3C90C-128D-CD71-4C83-4C927440FA1B}"/>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8A5D5AE-ECAC-3D5D-D4F9-5818113044F5}"/>
              </a:ext>
              <a:ext uri="{C183D7F6-B498-43B3-948B-1728B52AA6E4}">
                <adec:decorative xmlns:adec="http://schemas.microsoft.com/office/drawing/2017/decorative" val="1"/>
              </a:ext>
            </a:extLst>
          </p:cNvPr>
          <p:cNvGrpSpPr/>
          <p:nvPr/>
        </p:nvGrpSpPr>
        <p:grpSpPr>
          <a:xfrm rot="16200000" flipH="1">
            <a:off x="11453764" y="3251422"/>
            <a:ext cx="300315" cy="264138"/>
            <a:chOff x="9198739" y="1690998"/>
            <a:chExt cx="212549" cy="186945"/>
          </a:xfrm>
          <a:solidFill>
            <a:schemeClr val="bg1">
              <a:lumMod val="65000"/>
            </a:schemeClr>
          </a:solidFill>
        </p:grpSpPr>
        <p:sp>
          <p:nvSpPr>
            <p:cNvPr id="41" name="Graphic 27">
              <a:extLst>
                <a:ext uri="{FF2B5EF4-FFF2-40B4-BE49-F238E27FC236}">
                  <a16:creationId xmlns:a16="http://schemas.microsoft.com/office/drawing/2014/main" id="{ABC25557-0067-2A02-2FAD-03F0E3BB640E}"/>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Graphic 27">
              <a:extLst>
                <a:ext uri="{FF2B5EF4-FFF2-40B4-BE49-F238E27FC236}">
                  <a16:creationId xmlns:a16="http://schemas.microsoft.com/office/drawing/2014/main" id="{819C5866-E3BF-DAC7-59D8-608DC07C5064}"/>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6" name="Group 5">
            <a:extLst>
              <a:ext uri="{FF2B5EF4-FFF2-40B4-BE49-F238E27FC236}">
                <a16:creationId xmlns:a16="http://schemas.microsoft.com/office/drawing/2014/main" id="{D37FDA72-36D8-206D-B1F6-B800391A72C2}"/>
              </a:ext>
              <a:ext uri="{C183D7F6-B498-43B3-948B-1728B52AA6E4}">
                <adec:decorative xmlns:adec="http://schemas.microsoft.com/office/drawing/2017/decorative" val="1"/>
              </a:ext>
            </a:extLst>
          </p:cNvPr>
          <p:cNvGrpSpPr/>
          <p:nvPr/>
        </p:nvGrpSpPr>
        <p:grpSpPr>
          <a:xfrm>
            <a:off x="3610765" y="4218558"/>
            <a:ext cx="1046156" cy="1046156"/>
            <a:chOff x="3610765" y="4218558"/>
            <a:chExt cx="1046156" cy="1046156"/>
          </a:xfrm>
        </p:grpSpPr>
        <p:sp>
          <p:nvSpPr>
            <p:cNvPr id="56" name="Oval 55">
              <a:extLst>
                <a:ext uri="{FF2B5EF4-FFF2-40B4-BE49-F238E27FC236}">
                  <a16:creationId xmlns:a16="http://schemas.microsoft.com/office/drawing/2014/main" id="{DD7D91F5-3CEC-1973-0E01-7114044494F3}"/>
                </a:ext>
                <a:ext uri="{C183D7F6-B498-43B3-948B-1728B52AA6E4}">
                  <adec:decorative xmlns:adec="http://schemas.microsoft.com/office/drawing/2017/decorative" val="1"/>
                </a:ext>
              </a:extLst>
            </p:cNvPr>
            <p:cNvSpPr/>
            <p:nvPr/>
          </p:nvSpPr>
          <p:spPr bwMode="auto">
            <a:xfrm>
              <a:off x="3610765" y="4218558"/>
              <a:ext cx="1046156" cy="1046156"/>
            </a:xfrm>
            <a:prstGeom prst="ellipse">
              <a:avLst/>
            </a:prstGeom>
            <a:solidFill>
              <a:schemeClr val="accent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check 3">
              <a:extLst>
                <a:ext uri="{FF2B5EF4-FFF2-40B4-BE49-F238E27FC236}">
                  <a16:creationId xmlns:a16="http://schemas.microsoft.com/office/drawing/2014/main" id="{0E7E4511-FA60-EC11-0494-783C602817FF}"/>
                </a:ext>
              </a:extLst>
            </p:cNvPr>
            <p:cNvSpPr>
              <a:spLocks noChangeAspect="1" noEditPoints="1"/>
            </p:cNvSpPr>
            <p:nvPr/>
          </p:nvSpPr>
          <p:spPr bwMode="auto">
            <a:xfrm>
              <a:off x="3898489" y="4507356"/>
              <a:ext cx="470678" cy="467949"/>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endParaRPr>
            </a:p>
          </p:txBody>
        </p:sp>
      </p:grpSp>
      <p:grpSp>
        <p:nvGrpSpPr>
          <p:cNvPr id="46" name="Group 45">
            <a:extLst>
              <a:ext uri="{FF2B5EF4-FFF2-40B4-BE49-F238E27FC236}">
                <a16:creationId xmlns:a16="http://schemas.microsoft.com/office/drawing/2014/main" id="{7FDD1481-FCE0-AF82-A631-C07EE00BAD2E}"/>
              </a:ext>
              <a:ext uri="{C183D7F6-B498-43B3-948B-1728B52AA6E4}">
                <adec:decorative xmlns:adec="http://schemas.microsoft.com/office/drawing/2017/decorative" val="1"/>
              </a:ext>
            </a:extLst>
          </p:cNvPr>
          <p:cNvGrpSpPr/>
          <p:nvPr/>
        </p:nvGrpSpPr>
        <p:grpSpPr>
          <a:xfrm>
            <a:off x="5502233" y="1512271"/>
            <a:ext cx="1046156" cy="1046156"/>
            <a:chOff x="5502233" y="1512271"/>
            <a:chExt cx="1046156" cy="1046156"/>
          </a:xfrm>
        </p:grpSpPr>
        <p:sp>
          <p:nvSpPr>
            <p:cNvPr id="47" name="Oval 46">
              <a:extLst>
                <a:ext uri="{FF2B5EF4-FFF2-40B4-BE49-F238E27FC236}">
                  <a16:creationId xmlns:a16="http://schemas.microsoft.com/office/drawing/2014/main" id="{C555268D-6145-FC92-84A8-7E2450CEDF4F}"/>
                </a:ext>
                <a:ext uri="{C183D7F6-B498-43B3-948B-1728B52AA6E4}">
                  <adec:decorative xmlns:adec="http://schemas.microsoft.com/office/drawing/2017/decorative" val="1"/>
                </a:ext>
              </a:extLst>
            </p:cNvPr>
            <p:cNvSpPr/>
            <p:nvPr/>
          </p:nvSpPr>
          <p:spPr bwMode="auto">
            <a:xfrm>
              <a:off x="5502233" y="1512271"/>
              <a:ext cx="1046156" cy="1046156"/>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phone_6">
              <a:extLst>
                <a:ext uri="{FF2B5EF4-FFF2-40B4-BE49-F238E27FC236}">
                  <a16:creationId xmlns:a16="http://schemas.microsoft.com/office/drawing/2014/main" id="{A777371B-F19E-46A2-E00A-FD4F804E1445}"/>
                </a:ext>
              </a:extLst>
            </p:cNvPr>
            <p:cNvSpPr>
              <a:spLocks noChangeAspect="1" noEditPoints="1"/>
            </p:cNvSpPr>
            <p:nvPr/>
          </p:nvSpPr>
          <p:spPr bwMode="auto">
            <a:xfrm>
              <a:off x="5832160" y="1792687"/>
              <a:ext cx="386303" cy="485324"/>
            </a:xfrm>
            <a:custGeom>
              <a:avLst/>
              <a:gdLst>
                <a:gd name="T0" fmla="*/ 116 w 229"/>
                <a:gd name="T1" fmla="*/ 290 h 290"/>
                <a:gd name="T2" fmla="*/ 14 w 229"/>
                <a:gd name="T3" fmla="*/ 290 h 290"/>
                <a:gd name="T4" fmla="*/ 0 w 229"/>
                <a:gd name="T5" fmla="*/ 277 h 290"/>
                <a:gd name="T6" fmla="*/ 0 w 229"/>
                <a:gd name="T7" fmla="*/ 14 h 290"/>
                <a:gd name="T8" fmla="*/ 14 w 229"/>
                <a:gd name="T9" fmla="*/ 0 h 290"/>
                <a:gd name="T10" fmla="*/ 159 w 229"/>
                <a:gd name="T11" fmla="*/ 0 h 290"/>
                <a:gd name="T12" fmla="*/ 172 w 229"/>
                <a:gd name="T13" fmla="*/ 14 h 290"/>
                <a:gd name="T14" fmla="*/ 172 w 229"/>
                <a:gd name="T15" fmla="*/ 211 h 290"/>
                <a:gd name="T16" fmla="*/ 123 w 229"/>
                <a:gd name="T17" fmla="*/ 246 h 290"/>
                <a:gd name="T18" fmla="*/ 155 w 229"/>
                <a:gd name="T19" fmla="*/ 277 h 290"/>
                <a:gd name="T20" fmla="*/ 229 w 229"/>
                <a:gd name="T21" fmla="*/ 203 h 290"/>
                <a:gd name="T22" fmla="*/ 59 w 229"/>
                <a:gd name="T23" fmla="*/ 250 h 290"/>
                <a:gd name="T24" fmla="*/ 84 w 229"/>
                <a:gd name="T25" fmla="*/ 25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 h="290">
                  <a:moveTo>
                    <a:pt x="116" y="290"/>
                  </a:moveTo>
                  <a:cubicBezTo>
                    <a:pt x="14" y="290"/>
                    <a:pt x="14" y="290"/>
                    <a:pt x="14" y="290"/>
                  </a:cubicBezTo>
                  <a:cubicBezTo>
                    <a:pt x="7" y="290"/>
                    <a:pt x="0" y="284"/>
                    <a:pt x="0" y="277"/>
                  </a:cubicBezTo>
                  <a:cubicBezTo>
                    <a:pt x="0" y="14"/>
                    <a:pt x="0" y="14"/>
                    <a:pt x="0" y="14"/>
                  </a:cubicBezTo>
                  <a:cubicBezTo>
                    <a:pt x="0" y="7"/>
                    <a:pt x="7" y="0"/>
                    <a:pt x="14" y="0"/>
                  </a:cubicBezTo>
                  <a:cubicBezTo>
                    <a:pt x="159" y="0"/>
                    <a:pt x="159" y="0"/>
                    <a:pt x="159" y="0"/>
                  </a:cubicBezTo>
                  <a:cubicBezTo>
                    <a:pt x="166" y="0"/>
                    <a:pt x="172" y="7"/>
                    <a:pt x="172" y="14"/>
                  </a:cubicBezTo>
                  <a:cubicBezTo>
                    <a:pt x="172" y="211"/>
                    <a:pt x="172" y="211"/>
                    <a:pt x="172" y="211"/>
                  </a:cubicBezTo>
                  <a:moveTo>
                    <a:pt x="123" y="246"/>
                  </a:moveTo>
                  <a:cubicBezTo>
                    <a:pt x="155" y="277"/>
                    <a:pt x="155" y="277"/>
                    <a:pt x="155" y="277"/>
                  </a:cubicBezTo>
                  <a:cubicBezTo>
                    <a:pt x="229" y="203"/>
                    <a:pt x="229" y="203"/>
                    <a:pt x="229" y="203"/>
                  </a:cubicBezTo>
                  <a:moveTo>
                    <a:pt x="59" y="250"/>
                  </a:moveTo>
                  <a:cubicBezTo>
                    <a:pt x="84" y="250"/>
                    <a:pt x="84" y="250"/>
                    <a:pt x="84" y="250"/>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endParaRPr>
            </a:p>
          </p:txBody>
        </p:sp>
      </p:grpSp>
      <p:grpSp>
        <p:nvGrpSpPr>
          <p:cNvPr id="49" name="Group 48">
            <a:extLst>
              <a:ext uri="{FF2B5EF4-FFF2-40B4-BE49-F238E27FC236}">
                <a16:creationId xmlns:a16="http://schemas.microsoft.com/office/drawing/2014/main" id="{DDDB63E6-DE9C-6332-EB9B-EC09CF2B2890}"/>
              </a:ext>
              <a:ext uri="{C183D7F6-B498-43B3-948B-1728B52AA6E4}">
                <adec:decorative xmlns:adec="http://schemas.microsoft.com/office/drawing/2017/decorative" val="1"/>
              </a:ext>
            </a:extLst>
          </p:cNvPr>
          <p:cNvGrpSpPr/>
          <p:nvPr/>
        </p:nvGrpSpPr>
        <p:grpSpPr>
          <a:xfrm>
            <a:off x="9285167" y="1512271"/>
            <a:ext cx="1046156" cy="1046156"/>
            <a:chOff x="9285167" y="1512271"/>
            <a:chExt cx="1046156" cy="1046156"/>
          </a:xfrm>
        </p:grpSpPr>
        <p:sp>
          <p:nvSpPr>
            <p:cNvPr id="50" name="Oval 49">
              <a:extLst>
                <a:ext uri="{FF2B5EF4-FFF2-40B4-BE49-F238E27FC236}">
                  <a16:creationId xmlns:a16="http://schemas.microsoft.com/office/drawing/2014/main" id="{CC1AB56A-0F87-29F7-364E-35824D4612BE}"/>
                </a:ext>
                <a:ext uri="{C183D7F6-B498-43B3-948B-1728B52AA6E4}">
                  <adec:decorative xmlns:adec="http://schemas.microsoft.com/office/drawing/2017/decorative" val="1"/>
                </a:ext>
              </a:extLst>
            </p:cNvPr>
            <p:cNvSpPr/>
            <p:nvPr/>
          </p:nvSpPr>
          <p:spPr bwMode="auto">
            <a:xfrm>
              <a:off x="9285167" y="1512271"/>
              <a:ext cx="1046156" cy="1046156"/>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Graphic 11">
              <a:extLst>
                <a:ext uri="{FF2B5EF4-FFF2-40B4-BE49-F238E27FC236}">
                  <a16:creationId xmlns:a16="http://schemas.microsoft.com/office/drawing/2014/main" id="{29BC5EDD-CAA3-F0CE-8A1E-21C85BD6C463}"/>
                </a:ext>
              </a:extLst>
            </p:cNvPr>
            <p:cNvSpPr/>
            <p:nvPr/>
          </p:nvSpPr>
          <p:spPr>
            <a:xfrm>
              <a:off x="9634622" y="1792261"/>
              <a:ext cx="347246" cy="486177"/>
            </a:xfrm>
            <a:custGeom>
              <a:avLst/>
              <a:gdLst>
                <a:gd name="connsiteX0" fmla="*/ 294935 w 294934"/>
                <a:gd name="connsiteY0" fmla="*/ 412937 h 412937"/>
                <a:gd name="connsiteX1" fmla="*/ 0 w 294934"/>
                <a:gd name="connsiteY1" fmla="*/ 412937 h 412937"/>
                <a:gd name="connsiteX2" fmla="*/ 0 w 294934"/>
                <a:gd name="connsiteY2" fmla="*/ 193421 h 412937"/>
                <a:gd name="connsiteX3" fmla="*/ 294935 w 294934"/>
                <a:gd name="connsiteY3" fmla="*/ 193421 h 412937"/>
                <a:gd name="connsiteX4" fmla="*/ 294935 w 294934"/>
                <a:gd name="connsiteY4" fmla="*/ 412937 h 412937"/>
                <a:gd name="connsiteX5" fmla="*/ 294935 w 294934"/>
                <a:gd name="connsiteY5" fmla="*/ 412937 h 412937"/>
                <a:gd name="connsiteX6" fmla="*/ 294935 w 294934"/>
                <a:gd name="connsiteY6" fmla="*/ 412937 h 412937"/>
                <a:gd name="connsiteX7" fmla="*/ 294935 w 294934"/>
                <a:gd name="connsiteY7" fmla="*/ 412937 h 412937"/>
                <a:gd name="connsiteX8" fmla="*/ 294935 w 294934"/>
                <a:gd name="connsiteY8" fmla="*/ 412937 h 412937"/>
                <a:gd name="connsiteX9" fmla="*/ 241884 w 294934"/>
                <a:gd name="connsiteY9" fmla="*/ 193564 h 412937"/>
                <a:gd name="connsiteX10" fmla="*/ 241884 w 294934"/>
                <a:gd name="connsiteY10" fmla="*/ 92481 h 412937"/>
                <a:gd name="connsiteX11" fmla="*/ 149260 w 294934"/>
                <a:gd name="connsiteY11" fmla="*/ 0 h 412937"/>
                <a:gd name="connsiteX12" fmla="*/ 56779 w 294934"/>
                <a:gd name="connsiteY12" fmla="*/ 92481 h 412937"/>
                <a:gd name="connsiteX13" fmla="*/ 56779 w 294934"/>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4935" h="412937">
                  <a:moveTo>
                    <a:pt x="294935" y="412937"/>
                  </a:moveTo>
                  <a:lnTo>
                    <a:pt x="0" y="412937"/>
                  </a:lnTo>
                  <a:lnTo>
                    <a:pt x="0" y="193421"/>
                  </a:lnTo>
                  <a:lnTo>
                    <a:pt x="294935" y="193421"/>
                  </a:lnTo>
                  <a:lnTo>
                    <a:pt x="294935" y="412937"/>
                  </a:lnTo>
                  <a:lnTo>
                    <a:pt x="294935" y="412937"/>
                  </a:lnTo>
                  <a:lnTo>
                    <a:pt x="294935" y="412937"/>
                  </a:lnTo>
                  <a:lnTo>
                    <a:pt x="294935" y="412937"/>
                  </a:lnTo>
                  <a:lnTo>
                    <a:pt x="294935" y="412937"/>
                  </a:lnTo>
                  <a:close/>
                  <a:moveTo>
                    <a:pt x="241884" y="193564"/>
                  </a:moveTo>
                  <a:lnTo>
                    <a:pt x="241884" y="92481"/>
                  </a:lnTo>
                  <a:cubicBezTo>
                    <a:pt x="241884" y="41867"/>
                    <a:pt x="201163" y="0"/>
                    <a:pt x="149260" y="0"/>
                  </a:cubicBezTo>
                  <a:cubicBezTo>
                    <a:pt x="97356" y="0"/>
                    <a:pt x="56779" y="42011"/>
                    <a:pt x="56779" y="92481"/>
                  </a:cubicBezTo>
                  <a:lnTo>
                    <a:pt x="56779" y="193564"/>
                  </a:lnTo>
                </a:path>
              </a:pathLst>
            </a:custGeom>
            <a:noFill/>
            <a:ln w="158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endParaRPr>
            </a:p>
          </p:txBody>
        </p:sp>
      </p:grpSp>
      <p:sp>
        <p:nvSpPr>
          <p:cNvPr id="53" name="Oval 52">
            <a:extLst>
              <a:ext uri="{FF2B5EF4-FFF2-40B4-BE49-F238E27FC236}">
                <a16:creationId xmlns:a16="http://schemas.microsoft.com/office/drawing/2014/main" id="{D609F16D-ED95-B90E-90BE-297A69CE7BDB}"/>
              </a:ext>
              <a:ext uri="{C183D7F6-B498-43B3-948B-1728B52AA6E4}">
                <adec:decorative xmlns:adec="http://schemas.microsoft.com/office/drawing/2017/decorative" val="1"/>
              </a:ext>
            </a:extLst>
          </p:cNvPr>
          <p:cNvSpPr/>
          <p:nvPr/>
        </p:nvSpPr>
        <p:spPr bwMode="auto">
          <a:xfrm>
            <a:off x="7393701" y="4218558"/>
            <a:ext cx="1046156" cy="1046156"/>
          </a:xfrm>
          <a:prstGeom prst="ellipse">
            <a:avLst/>
          </a:prstGeom>
          <a:solidFill>
            <a:schemeClr val="tx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ContactCard_EEBD">
            <a:extLst>
              <a:ext uri="{FF2B5EF4-FFF2-40B4-BE49-F238E27FC236}">
                <a16:creationId xmlns:a16="http://schemas.microsoft.com/office/drawing/2014/main" id="{96E5FA07-A846-776A-72CA-AF4181338C53}"/>
              </a:ext>
              <a:ext uri="{C183D7F6-B498-43B3-948B-1728B52AA6E4}">
                <adec:decorative xmlns:adec="http://schemas.microsoft.com/office/drawing/2017/decorative" val="1"/>
              </a:ext>
            </a:extLst>
          </p:cNvPr>
          <p:cNvSpPr>
            <a:spLocks noChangeAspect="1" noEditPoints="1"/>
          </p:cNvSpPr>
          <p:nvPr/>
        </p:nvSpPr>
        <p:spPr bwMode="auto">
          <a:xfrm>
            <a:off x="7669796" y="4556620"/>
            <a:ext cx="516609" cy="379096"/>
          </a:xfrm>
          <a:custGeom>
            <a:avLst/>
            <a:gdLst>
              <a:gd name="T0" fmla="*/ 2121 w 3742"/>
              <a:gd name="T1" fmla="*/ 998 h 2744"/>
              <a:gd name="T2" fmla="*/ 3368 w 3742"/>
              <a:gd name="T3" fmla="*/ 998 h 2744"/>
              <a:gd name="T4" fmla="*/ 2121 w 3742"/>
              <a:gd name="T5" fmla="*/ 1746 h 2744"/>
              <a:gd name="T6" fmla="*/ 2869 w 3742"/>
              <a:gd name="T7" fmla="*/ 1746 h 2744"/>
              <a:gd name="T8" fmla="*/ 3742 w 3742"/>
              <a:gd name="T9" fmla="*/ 0 h 2744"/>
              <a:gd name="T10" fmla="*/ 0 w 3742"/>
              <a:gd name="T11" fmla="*/ 0 h 2744"/>
              <a:gd name="T12" fmla="*/ 0 w 3742"/>
              <a:gd name="T13" fmla="*/ 2744 h 2744"/>
              <a:gd name="T14" fmla="*/ 3742 w 3742"/>
              <a:gd name="T15" fmla="*/ 2744 h 2744"/>
              <a:gd name="T16" fmla="*/ 3742 w 3742"/>
              <a:gd name="T17" fmla="*/ 0 h 2744"/>
              <a:gd name="T18" fmla="*/ 1123 w 3742"/>
              <a:gd name="T19" fmla="*/ 748 h 2744"/>
              <a:gd name="T20" fmla="*/ 748 w 3742"/>
              <a:gd name="T21" fmla="*/ 1123 h 2744"/>
              <a:gd name="T22" fmla="*/ 1123 w 3742"/>
              <a:gd name="T23" fmla="*/ 1497 h 2744"/>
              <a:gd name="T24" fmla="*/ 1497 w 3742"/>
              <a:gd name="T25" fmla="*/ 1123 h 2744"/>
              <a:gd name="T26" fmla="*/ 1123 w 3742"/>
              <a:gd name="T27" fmla="*/ 748 h 2744"/>
              <a:gd name="T28" fmla="*/ 1746 w 3742"/>
              <a:gd name="T29" fmla="*/ 2121 h 2744"/>
              <a:gd name="T30" fmla="*/ 1123 w 3742"/>
              <a:gd name="T31" fmla="*/ 1497 h 2744"/>
              <a:gd name="T32" fmla="*/ 499 w 3742"/>
              <a:gd name="T33" fmla="*/ 2121 h 2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42" h="2744">
                <a:moveTo>
                  <a:pt x="2121" y="998"/>
                </a:moveTo>
                <a:cubicBezTo>
                  <a:pt x="3368" y="998"/>
                  <a:pt x="3368" y="998"/>
                  <a:pt x="3368" y="998"/>
                </a:cubicBezTo>
                <a:moveTo>
                  <a:pt x="2121" y="1746"/>
                </a:moveTo>
                <a:cubicBezTo>
                  <a:pt x="2869" y="1746"/>
                  <a:pt x="2869" y="1746"/>
                  <a:pt x="2869" y="1746"/>
                </a:cubicBezTo>
                <a:moveTo>
                  <a:pt x="3742" y="0"/>
                </a:moveTo>
                <a:cubicBezTo>
                  <a:pt x="0" y="0"/>
                  <a:pt x="0" y="0"/>
                  <a:pt x="0" y="0"/>
                </a:cubicBezTo>
                <a:cubicBezTo>
                  <a:pt x="0" y="2744"/>
                  <a:pt x="0" y="2744"/>
                  <a:pt x="0" y="2744"/>
                </a:cubicBezTo>
                <a:cubicBezTo>
                  <a:pt x="3742" y="2744"/>
                  <a:pt x="3742" y="2744"/>
                  <a:pt x="3742" y="2744"/>
                </a:cubicBezTo>
                <a:lnTo>
                  <a:pt x="3742" y="0"/>
                </a:lnTo>
                <a:close/>
                <a:moveTo>
                  <a:pt x="1123" y="748"/>
                </a:moveTo>
                <a:cubicBezTo>
                  <a:pt x="916" y="748"/>
                  <a:pt x="748" y="916"/>
                  <a:pt x="748" y="1123"/>
                </a:cubicBezTo>
                <a:cubicBezTo>
                  <a:pt x="748" y="1329"/>
                  <a:pt x="916" y="1497"/>
                  <a:pt x="1123" y="1497"/>
                </a:cubicBezTo>
                <a:cubicBezTo>
                  <a:pt x="1329" y="1497"/>
                  <a:pt x="1497" y="1329"/>
                  <a:pt x="1497" y="1123"/>
                </a:cubicBezTo>
                <a:cubicBezTo>
                  <a:pt x="1497" y="916"/>
                  <a:pt x="1329" y="748"/>
                  <a:pt x="1123" y="748"/>
                </a:cubicBezTo>
                <a:close/>
                <a:moveTo>
                  <a:pt x="1746" y="2121"/>
                </a:moveTo>
                <a:cubicBezTo>
                  <a:pt x="1746" y="1776"/>
                  <a:pt x="1467" y="1497"/>
                  <a:pt x="1123" y="1497"/>
                </a:cubicBezTo>
                <a:cubicBezTo>
                  <a:pt x="778" y="1497"/>
                  <a:pt x="499" y="1776"/>
                  <a:pt x="499" y="2121"/>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3BB3CA9C-90B9-BEDD-8F7C-0EC98B7F1A0E}"/>
              </a:ext>
              <a:ext uri="{C183D7F6-B498-43B3-948B-1728B52AA6E4}">
                <adec:decorative xmlns:adec="http://schemas.microsoft.com/office/drawing/2017/decorative" val="1"/>
              </a:ext>
            </a:extLst>
          </p:cNvPr>
          <p:cNvGrpSpPr/>
          <p:nvPr/>
        </p:nvGrpSpPr>
        <p:grpSpPr>
          <a:xfrm>
            <a:off x="1719297" y="1512271"/>
            <a:ext cx="1046156" cy="1046156"/>
            <a:chOff x="1719297" y="1512271"/>
            <a:chExt cx="1046156" cy="1046156"/>
          </a:xfrm>
        </p:grpSpPr>
        <p:sp>
          <p:nvSpPr>
            <p:cNvPr id="44" name="Oval 43">
              <a:extLst>
                <a:ext uri="{FF2B5EF4-FFF2-40B4-BE49-F238E27FC236}">
                  <a16:creationId xmlns:a16="http://schemas.microsoft.com/office/drawing/2014/main" id="{2CBBB9DE-E02D-B232-0005-6287FEE9A5B2}"/>
                </a:ext>
                <a:ext uri="{C183D7F6-B498-43B3-948B-1728B52AA6E4}">
                  <adec:decorative xmlns:adec="http://schemas.microsoft.com/office/drawing/2017/decorative" val="1"/>
                </a:ext>
              </a:extLst>
            </p:cNvPr>
            <p:cNvSpPr/>
            <p:nvPr/>
          </p:nvSpPr>
          <p:spPr bwMode="auto">
            <a:xfrm>
              <a:off x="1719297" y="1512271"/>
              <a:ext cx="1046156" cy="104615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people_3" title="Icon of a person surrounded by brackets">
              <a:extLst>
                <a:ext uri="{FF2B5EF4-FFF2-40B4-BE49-F238E27FC236}">
                  <a16:creationId xmlns:a16="http://schemas.microsoft.com/office/drawing/2014/main" id="{A67AE021-349C-A621-2B8F-D08C6FA7BDDB}"/>
                </a:ext>
              </a:extLst>
            </p:cNvPr>
            <p:cNvSpPr>
              <a:spLocks noChangeAspect="1" noEditPoints="1"/>
            </p:cNvSpPr>
            <p:nvPr/>
          </p:nvSpPr>
          <p:spPr bwMode="auto">
            <a:xfrm>
              <a:off x="1990549" y="1779132"/>
              <a:ext cx="503652" cy="507679"/>
            </a:xfrm>
            <a:custGeom>
              <a:avLst/>
              <a:gdLst>
                <a:gd name="T0" fmla="*/ 346 w 346"/>
                <a:gd name="T1" fmla="*/ 265 h 348"/>
                <a:gd name="T2" fmla="*/ 346 w 346"/>
                <a:gd name="T3" fmla="*/ 348 h 348"/>
                <a:gd name="T4" fmla="*/ 263 w 346"/>
                <a:gd name="T5" fmla="*/ 348 h 348"/>
                <a:gd name="T6" fmla="*/ 346 w 346"/>
                <a:gd name="T7" fmla="*/ 83 h 348"/>
                <a:gd name="T8" fmla="*/ 346 w 346"/>
                <a:gd name="T9" fmla="*/ 0 h 348"/>
                <a:gd name="T10" fmla="*/ 263 w 346"/>
                <a:gd name="T11" fmla="*/ 0 h 348"/>
                <a:gd name="T12" fmla="*/ 83 w 346"/>
                <a:gd name="T13" fmla="*/ 0 h 348"/>
                <a:gd name="T14" fmla="*/ 0 w 346"/>
                <a:gd name="T15" fmla="*/ 0 h 348"/>
                <a:gd name="T16" fmla="*/ 0 w 346"/>
                <a:gd name="T17" fmla="*/ 83 h 348"/>
                <a:gd name="T18" fmla="*/ 0 w 346"/>
                <a:gd name="T19" fmla="*/ 265 h 348"/>
                <a:gd name="T20" fmla="*/ 0 w 346"/>
                <a:gd name="T21" fmla="*/ 348 h 348"/>
                <a:gd name="T22" fmla="*/ 83 w 346"/>
                <a:gd name="T23" fmla="*/ 348 h 348"/>
                <a:gd name="T24" fmla="*/ 173 w 346"/>
                <a:gd name="T25" fmla="*/ 184 h 348"/>
                <a:gd name="T26" fmla="*/ 229 w 346"/>
                <a:gd name="T27" fmla="*/ 129 h 348"/>
                <a:gd name="T28" fmla="*/ 173 w 346"/>
                <a:gd name="T29" fmla="*/ 73 h 348"/>
                <a:gd name="T30" fmla="*/ 117 w 346"/>
                <a:gd name="T31" fmla="*/ 129 h 348"/>
                <a:gd name="T32" fmla="*/ 173 w 346"/>
                <a:gd name="T33" fmla="*/ 184 h 348"/>
                <a:gd name="T34" fmla="*/ 262 w 346"/>
                <a:gd name="T35" fmla="*/ 275 h 348"/>
                <a:gd name="T36" fmla="*/ 172 w 346"/>
                <a:gd name="T37" fmla="*/ 184 h 348"/>
                <a:gd name="T38" fmla="*/ 82 w 346"/>
                <a:gd name="T39" fmla="*/ 275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6" h="348">
                  <a:moveTo>
                    <a:pt x="346" y="265"/>
                  </a:moveTo>
                  <a:cubicBezTo>
                    <a:pt x="346" y="348"/>
                    <a:pt x="346" y="348"/>
                    <a:pt x="346" y="348"/>
                  </a:cubicBezTo>
                  <a:cubicBezTo>
                    <a:pt x="263" y="348"/>
                    <a:pt x="263" y="348"/>
                    <a:pt x="263" y="348"/>
                  </a:cubicBezTo>
                  <a:moveTo>
                    <a:pt x="346" y="83"/>
                  </a:moveTo>
                  <a:cubicBezTo>
                    <a:pt x="346" y="0"/>
                    <a:pt x="346" y="0"/>
                    <a:pt x="346" y="0"/>
                  </a:cubicBezTo>
                  <a:cubicBezTo>
                    <a:pt x="263" y="0"/>
                    <a:pt x="263" y="0"/>
                    <a:pt x="263" y="0"/>
                  </a:cubicBezTo>
                  <a:moveTo>
                    <a:pt x="83" y="0"/>
                  </a:moveTo>
                  <a:cubicBezTo>
                    <a:pt x="0" y="0"/>
                    <a:pt x="0" y="0"/>
                    <a:pt x="0" y="0"/>
                  </a:cubicBezTo>
                  <a:cubicBezTo>
                    <a:pt x="0" y="83"/>
                    <a:pt x="0" y="83"/>
                    <a:pt x="0" y="83"/>
                  </a:cubicBezTo>
                  <a:moveTo>
                    <a:pt x="0" y="265"/>
                  </a:moveTo>
                  <a:cubicBezTo>
                    <a:pt x="0" y="348"/>
                    <a:pt x="0" y="348"/>
                    <a:pt x="0" y="348"/>
                  </a:cubicBezTo>
                  <a:cubicBezTo>
                    <a:pt x="83" y="348"/>
                    <a:pt x="83" y="348"/>
                    <a:pt x="83" y="348"/>
                  </a:cubicBezTo>
                  <a:moveTo>
                    <a:pt x="173" y="184"/>
                  </a:moveTo>
                  <a:cubicBezTo>
                    <a:pt x="204" y="184"/>
                    <a:pt x="229" y="159"/>
                    <a:pt x="229" y="129"/>
                  </a:cubicBezTo>
                  <a:cubicBezTo>
                    <a:pt x="229" y="98"/>
                    <a:pt x="204" y="73"/>
                    <a:pt x="173" y="73"/>
                  </a:cubicBezTo>
                  <a:cubicBezTo>
                    <a:pt x="142" y="73"/>
                    <a:pt x="117" y="98"/>
                    <a:pt x="117" y="129"/>
                  </a:cubicBezTo>
                  <a:cubicBezTo>
                    <a:pt x="117" y="159"/>
                    <a:pt x="142" y="184"/>
                    <a:pt x="173" y="184"/>
                  </a:cubicBezTo>
                  <a:close/>
                  <a:moveTo>
                    <a:pt x="262" y="275"/>
                  </a:moveTo>
                  <a:cubicBezTo>
                    <a:pt x="262" y="225"/>
                    <a:pt x="222" y="184"/>
                    <a:pt x="172" y="184"/>
                  </a:cubicBezTo>
                  <a:cubicBezTo>
                    <a:pt x="122" y="184"/>
                    <a:pt x="82" y="225"/>
                    <a:pt x="82" y="275"/>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grpSp>
    </p:spTree>
    <p:extLst>
      <p:ext uri="{BB962C8B-B14F-4D97-AF65-F5344CB8AC3E}">
        <p14:creationId xmlns:p14="http://schemas.microsoft.com/office/powerpoint/2010/main" val="329731635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50CB-03F8-1831-ED00-EC243900EC4A}"/>
              </a:ext>
            </a:extLst>
          </p:cNvPr>
          <p:cNvSpPr>
            <a:spLocks noGrp="1"/>
          </p:cNvSpPr>
          <p:nvPr>
            <p:ph type="title"/>
          </p:nvPr>
        </p:nvSpPr>
        <p:spPr>
          <a:xfrm>
            <a:off x="588263" y="457200"/>
            <a:ext cx="11018520" cy="800219"/>
          </a:xfrm>
        </p:spPr>
        <p:txBody>
          <a:bodyPr/>
          <a:lstStyle/>
          <a:p>
            <a:r>
              <a:rPr lang="fr-FR" sz="3200" dirty="0"/>
              <a:t>Accès sécurisé aux ressources</a:t>
            </a:r>
            <a:br>
              <a:rPr lang="en-US" sz="3200" dirty="0"/>
            </a:br>
            <a:r>
              <a:rPr lang="en-US" sz="2000" dirty="0">
                <a:solidFill>
                  <a:schemeClr val="accent1"/>
                </a:solidFill>
              </a:rPr>
              <a:t>Employee training</a:t>
            </a:r>
            <a:endParaRPr lang="en-US" sz="3000" dirty="0">
              <a:solidFill>
                <a:schemeClr val="accent1"/>
              </a:solidFill>
            </a:endParaRPr>
          </a:p>
        </p:txBody>
      </p:sp>
      <p:sp>
        <p:nvSpPr>
          <p:cNvPr id="11" name="Rectangle: Top Corners Rounded 10">
            <a:extLst>
              <a:ext uri="{FF2B5EF4-FFF2-40B4-BE49-F238E27FC236}">
                <a16:creationId xmlns:a16="http://schemas.microsoft.com/office/drawing/2014/main" id="{33140074-5F72-2D3D-BF70-A157FA49D9E8}"/>
              </a:ext>
              <a:ext uri="{C183D7F6-B498-43B3-948B-1728B52AA6E4}">
                <adec:decorative xmlns:adec="http://schemas.microsoft.com/office/drawing/2017/decorative" val="1"/>
              </a:ext>
            </a:extLst>
          </p:cNvPr>
          <p:cNvSpPr/>
          <p:nvPr/>
        </p:nvSpPr>
        <p:spPr bwMode="auto">
          <a:xfrm rot="16200000" flipH="1">
            <a:off x="5136560" y="-2774265"/>
            <a:ext cx="502756" cy="9599349"/>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Top Corners Rounded 15">
            <a:extLst>
              <a:ext uri="{FF2B5EF4-FFF2-40B4-BE49-F238E27FC236}">
                <a16:creationId xmlns:a16="http://schemas.microsoft.com/office/drawing/2014/main" id="{82E62CDD-77D0-4B2E-7374-60987F092914}"/>
              </a:ext>
              <a:ext uri="{C183D7F6-B498-43B3-948B-1728B52AA6E4}">
                <adec:decorative xmlns:adec="http://schemas.microsoft.com/office/drawing/2017/decorative" val="1"/>
              </a:ext>
            </a:extLst>
          </p:cNvPr>
          <p:cNvSpPr/>
          <p:nvPr/>
        </p:nvSpPr>
        <p:spPr bwMode="auto">
          <a:xfrm rot="16200000" flipH="1">
            <a:off x="6073316" y="878719"/>
            <a:ext cx="502756" cy="7725838"/>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Arc 16">
            <a:extLst>
              <a:ext uri="{FF2B5EF4-FFF2-40B4-BE49-F238E27FC236}">
                <a16:creationId xmlns:a16="http://schemas.microsoft.com/office/drawing/2014/main" id="{576121DB-609B-DE1E-A236-9FE08C36B458}"/>
              </a:ext>
              <a:ext uri="{C183D7F6-B498-43B3-948B-1728B52AA6E4}">
                <adec:decorative xmlns:adec="http://schemas.microsoft.com/office/drawing/2017/decorative" val="1"/>
              </a:ext>
            </a:extLst>
          </p:cNvPr>
          <p:cNvSpPr/>
          <p:nvPr/>
        </p:nvSpPr>
        <p:spPr>
          <a:xfrm>
            <a:off x="8735624" y="2026051"/>
            <a:ext cx="2871159" cy="2714880"/>
          </a:xfrm>
          <a:prstGeom prst="arc">
            <a:avLst>
              <a:gd name="adj1" fmla="val 16200000"/>
              <a:gd name="adj2" fmla="val 5373361"/>
            </a:avLst>
          </a:prstGeom>
          <a:ln w="4953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Text Placeholder 8">
            <a:extLst>
              <a:ext uri="{FF2B5EF4-FFF2-40B4-BE49-F238E27FC236}">
                <a16:creationId xmlns:a16="http://schemas.microsoft.com/office/drawing/2014/main" id="{4EFD7B3C-0175-966F-65CA-23DB6AD9C37B}"/>
              </a:ext>
            </a:extLst>
          </p:cNvPr>
          <p:cNvSpPr txBox="1">
            <a:spLocks/>
          </p:cNvSpPr>
          <p:nvPr/>
        </p:nvSpPr>
        <p:spPr>
          <a:xfrm>
            <a:off x="93665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1</a:t>
            </a:r>
          </a:p>
        </p:txBody>
      </p:sp>
      <p:sp>
        <p:nvSpPr>
          <p:cNvPr id="19" name="Text Placeholder 3">
            <a:extLst>
              <a:ext uri="{FF2B5EF4-FFF2-40B4-BE49-F238E27FC236}">
                <a16:creationId xmlns:a16="http://schemas.microsoft.com/office/drawing/2014/main" id="{0C7E1B6D-ED96-64A3-E58B-26695FE6C6C4}"/>
              </a:ext>
            </a:extLst>
          </p:cNvPr>
          <p:cNvSpPr txBox="1">
            <a:spLocks/>
          </p:cNvSpPr>
          <p:nvPr/>
        </p:nvSpPr>
        <p:spPr>
          <a:xfrm>
            <a:off x="936652" y="2665466"/>
            <a:ext cx="2447679" cy="507831"/>
          </a:xfrm>
          <a:prstGeom prst="rect">
            <a:avLst/>
          </a:prstGeom>
        </p:spPr>
        <p:txBody>
          <a:bodyPr vert="horz" wrap="square" lIns="0" tIns="0" rIns="0" bIns="0" rtlCol="0">
            <a:no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Organization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requires yearly compliance training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for employees with access to customer data</a:t>
            </a:r>
          </a:p>
        </p:txBody>
      </p:sp>
      <p:sp>
        <p:nvSpPr>
          <p:cNvPr id="20" name="Text Placeholder 8">
            <a:extLst>
              <a:ext uri="{FF2B5EF4-FFF2-40B4-BE49-F238E27FC236}">
                <a16:creationId xmlns:a16="http://schemas.microsoft.com/office/drawing/2014/main" id="{4F6D216C-F38C-3E40-0E72-7E08E989A8E2}"/>
              </a:ext>
            </a:extLst>
          </p:cNvPr>
          <p:cNvSpPr txBox="1">
            <a:spLocks/>
          </p:cNvSpPr>
          <p:nvPr/>
        </p:nvSpPr>
        <p:spPr>
          <a:xfrm>
            <a:off x="4719589"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2</a:t>
            </a:r>
          </a:p>
        </p:txBody>
      </p:sp>
      <p:sp>
        <p:nvSpPr>
          <p:cNvPr id="21" name="Text Placeholder 3">
            <a:extLst>
              <a:ext uri="{FF2B5EF4-FFF2-40B4-BE49-F238E27FC236}">
                <a16:creationId xmlns:a16="http://schemas.microsoft.com/office/drawing/2014/main" id="{C7934DE7-8AD5-B3D0-C5D8-DEC07DCB0562}"/>
              </a:ext>
            </a:extLst>
          </p:cNvPr>
          <p:cNvSpPr txBox="1">
            <a:spLocks/>
          </p:cNvSpPr>
          <p:nvPr/>
        </p:nvSpPr>
        <p:spPr>
          <a:xfrm>
            <a:off x="4719588" y="2665466"/>
            <a:ext cx="2366223" cy="677108"/>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After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completing the training</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b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the employee receives a credential attesting the training’s completion</a:t>
            </a:r>
          </a:p>
        </p:txBody>
      </p:sp>
      <p:sp>
        <p:nvSpPr>
          <p:cNvPr id="22" name="Text Placeholder 8">
            <a:extLst>
              <a:ext uri="{FF2B5EF4-FFF2-40B4-BE49-F238E27FC236}">
                <a16:creationId xmlns:a16="http://schemas.microsoft.com/office/drawing/2014/main" id="{D5049F5A-DC14-13A6-B1B3-A18962F13700}"/>
              </a:ext>
            </a:extLst>
          </p:cNvPr>
          <p:cNvSpPr txBox="1">
            <a:spLocks/>
          </p:cNvSpPr>
          <p:nvPr/>
        </p:nvSpPr>
        <p:spPr>
          <a:xfrm>
            <a:off x="850252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3</a:t>
            </a:r>
          </a:p>
        </p:txBody>
      </p:sp>
      <p:sp>
        <p:nvSpPr>
          <p:cNvPr id="23" name="Text Placeholder 5">
            <a:extLst>
              <a:ext uri="{FF2B5EF4-FFF2-40B4-BE49-F238E27FC236}">
                <a16:creationId xmlns:a16="http://schemas.microsoft.com/office/drawing/2014/main" id="{8C45162B-62CE-1F82-2D01-AADCF0EF8C10}"/>
              </a:ext>
            </a:extLst>
          </p:cNvPr>
          <p:cNvSpPr txBox="1">
            <a:spLocks/>
          </p:cNvSpPr>
          <p:nvPr/>
        </p:nvSpPr>
        <p:spPr>
          <a:xfrm>
            <a:off x="8502522" y="2665466"/>
            <a:ext cx="2049864" cy="677108"/>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requests access to the Access Package containing a work application. The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app requires proof of training completion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to use</a:t>
            </a:r>
          </a:p>
        </p:txBody>
      </p:sp>
      <p:sp>
        <p:nvSpPr>
          <p:cNvPr id="24" name="Text Placeholder 8">
            <a:extLst>
              <a:ext uri="{FF2B5EF4-FFF2-40B4-BE49-F238E27FC236}">
                <a16:creationId xmlns:a16="http://schemas.microsoft.com/office/drawing/2014/main" id="{61D82BF7-A27D-A10C-8A9C-E3B2E6D3663B}"/>
              </a:ext>
            </a:extLst>
          </p:cNvPr>
          <p:cNvSpPr txBox="1">
            <a:spLocks/>
          </p:cNvSpPr>
          <p:nvPr/>
        </p:nvSpPr>
        <p:spPr>
          <a:xfrm>
            <a:off x="2828121"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5</a:t>
            </a:r>
          </a:p>
        </p:txBody>
      </p:sp>
      <p:sp>
        <p:nvSpPr>
          <p:cNvPr id="25" name="Text Placeholder 7">
            <a:extLst>
              <a:ext uri="{FF2B5EF4-FFF2-40B4-BE49-F238E27FC236}">
                <a16:creationId xmlns:a16="http://schemas.microsoft.com/office/drawing/2014/main" id="{36105CB4-D451-DFD2-82F1-F4F2BE30AF3C}"/>
              </a:ext>
            </a:extLst>
          </p:cNvPr>
          <p:cNvSpPr txBox="1">
            <a:spLocks/>
          </p:cNvSpPr>
          <p:nvPr/>
        </p:nvSpPr>
        <p:spPr>
          <a:xfrm>
            <a:off x="2828120" y="5381693"/>
            <a:ext cx="2547921" cy="73152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now has access to the protected application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in the access package for the year</a:t>
            </a:r>
          </a:p>
        </p:txBody>
      </p:sp>
      <p:sp>
        <p:nvSpPr>
          <p:cNvPr id="26" name="Text Placeholder 8">
            <a:extLst>
              <a:ext uri="{FF2B5EF4-FFF2-40B4-BE49-F238E27FC236}">
                <a16:creationId xmlns:a16="http://schemas.microsoft.com/office/drawing/2014/main" id="{54D6352D-B12E-61EB-C07A-1362C81183D5}"/>
              </a:ext>
            </a:extLst>
          </p:cNvPr>
          <p:cNvSpPr txBox="1">
            <a:spLocks/>
          </p:cNvSpPr>
          <p:nvPr/>
        </p:nvSpPr>
        <p:spPr>
          <a:xfrm>
            <a:off x="6611057"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4</a:t>
            </a:r>
          </a:p>
        </p:txBody>
      </p:sp>
      <p:sp>
        <p:nvSpPr>
          <p:cNvPr id="27" name="Text Placeholder 9">
            <a:extLst>
              <a:ext uri="{FF2B5EF4-FFF2-40B4-BE49-F238E27FC236}">
                <a16:creationId xmlns:a16="http://schemas.microsoft.com/office/drawing/2014/main" id="{14E98913-522D-8259-AAEB-D14DCAE55107}"/>
              </a:ext>
            </a:extLst>
          </p:cNvPr>
          <p:cNvSpPr txBox="1">
            <a:spLocks/>
          </p:cNvSpPr>
          <p:nvPr/>
        </p:nvSpPr>
        <p:spPr>
          <a:xfrm>
            <a:off x="6611057" y="5381693"/>
            <a:ext cx="3254160" cy="507831"/>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completes a Face Check verification and presents compliance training credential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and then is automatically accepted to work in the application</a:t>
            </a:r>
          </a:p>
        </p:txBody>
      </p:sp>
      <p:grpSp>
        <p:nvGrpSpPr>
          <p:cNvPr id="28" name="Group 27">
            <a:extLst>
              <a:ext uri="{FF2B5EF4-FFF2-40B4-BE49-F238E27FC236}">
                <a16:creationId xmlns:a16="http://schemas.microsoft.com/office/drawing/2014/main" id="{A8DC314B-9803-010C-B5E0-B7898B0F66C1}"/>
              </a:ext>
              <a:ext uri="{C183D7F6-B498-43B3-948B-1728B52AA6E4}">
                <adec:decorative xmlns:adec="http://schemas.microsoft.com/office/drawing/2017/decorative" val="1"/>
              </a:ext>
            </a:extLst>
          </p:cNvPr>
          <p:cNvGrpSpPr/>
          <p:nvPr/>
        </p:nvGrpSpPr>
        <p:grpSpPr>
          <a:xfrm>
            <a:off x="3592364" y="1893340"/>
            <a:ext cx="300315" cy="264138"/>
            <a:chOff x="9198739" y="1690998"/>
            <a:chExt cx="212549" cy="186945"/>
          </a:xfrm>
          <a:solidFill>
            <a:schemeClr val="bg1">
              <a:lumMod val="65000"/>
            </a:schemeClr>
          </a:solidFill>
        </p:grpSpPr>
        <p:sp>
          <p:nvSpPr>
            <p:cNvPr id="29" name="Graphic 27">
              <a:extLst>
                <a:ext uri="{FF2B5EF4-FFF2-40B4-BE49-F238E27FC236}">
                  <a16:creationId xmlns:a16="http://schemas.microsoft.com/office/drawing/2014/main" id="{4075FA73-922A-5398-6918-7F93F67F341F}"/>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Graphic 27">
              <a:extLst>
                <a:ext uri="{FF2B5EF4-FFF2-40B4-BE49-F238E27FC236}">
                  <a16:creationId xmlns:a16="http://schemas.microsoft.com/office/drawing/2014/main" id="{3016BC84-8C5E-2447-A87E-C54FCFDB220F}"/>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84459CBC-B078-5D36-BF05-C23FB2C7823F}"/>
              </a:ext>
              <a:ext uri="{C183D7F6-B498-43B3-948B-1728B52AA6E4}">
                <adec:decorative xmlns:adec="http://schemas.microsoft.com/office/drawing/2017/decorative" val="1"/>
              </a:ext>
            </a:extLst>
          </p:cNvPr>
          <p:cNvGrpSpPr/>
          <p:nvPr/>
        </p:nvGrpSpPr>
        <p:grpSpPr>
          <a:xfrm>
            <a:off x="7375299" y="1893340"/>
            <a:ext cx="300315" cy="264138"/>
            <a:chOff x="9198739" y="1690998"/>
            <a:chExt cx="212549" cy="186945"/>
          </a:xfrm>
          <a:solidFill>
            <a:schemeClr val="bg1">
              <a:lumMod val="65000"/>
            </a:schemeClr>
          </a:solidFill>
        </p:grpSpPr>
        <p:sp>
          <p:nvSpPr>
            <p:cNvPr id="32" name="Graphic 27">
              <a:extLst>
                <a:ext uri="{FF2B5EF4-FFF2-40B4-BE49-F238E27FC236}">
                  <a16:creationId xmlns:a16="http://schemas.microsoft.com/office/drawing/2014/main" id="{C7B14BD5-0563-83DE-45F1-0B2E0DA02A74}"/>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Graphic 27">
              <a:extLst>
                <a:ext uri="{FF2B5EF4-FFF2-40B4-BE49-F238E27FC236}">
                  <a16:creationId xmlns:a16="http://schemas.microsoft.com/office/drawing/2014/main" id="{0D8E0EAE-8718-2A62-E4AB-D9FA90F76509}"/>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80B71C6B-65A9-41FF-FBB2-A8440D14B2F4}"/>
              </a:ext>
              <a:ext uri="{C183D7F6-B498-43B3-948B-1728B52AA6E4}">
                <adec:decorative xmlns:adec="http://schemas.microsoft.com/office/drawing/2017/decorative" val="1"/>
              </a:ext>
            </a:extLst>
          </p:cNvPr>
          <p:cNvGrpSpPr/>
          <p:nvPr/>
        </p:nvGrpSpPr>
        <p:grpSpPr>
          <a:xfrm flipH="1">
            <a:off x="5483831" y="4609568"/>
            <a:ext cx="300315" cy="264138"/>
            <a:chOff x="9198739" y="1690998"/>
            <a:chExt cx="212549" cy="186945"/>
          </a:xfrm>
          <a:solidFill>
            <a:schemeClr val="bg1">
              <a:lumMod val="65000"/>
            </a:schemeClr>
          </a:solidFill>
        </p:grpSpPr>
        <p:sp>
          <p:nvSpPr>
            <p:cNvPr id="35" name="Graphic 27">
              <a:extLst>
                <a:ext uri="{FF2B5EF4-FFF2-40B4-BE49-F238E27FC236}">
                  <a16:creationId xmlns:a16="http://schemas.microsoft.com/office/drawing/2014/main" id="{CBF8AA57-3B07-5D9D-8076-2FC33ADCCABB}"/>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Graphic 27">
              <a:extLst>
                <a:ext uri="{FF2B5EF4-FFF2-40B4-BE49-F238E27FC236}">
                  <a16:creationId xmlns:a16="http://schemas.microsoft.com/office/drawing/2014/main" id="{A3B49B0D-03D4-6842-E2DA-9F0A5E0DB466}"/>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23AAB9FD-1417-67BF-0673-6AD039D623F4}"/>
              </a:ext>
              <a:ext uri="{C183D7F6-B498-43B3-948B-1728B52AA6E4}">
                <adec:decorative xmlns:adec="http://schemas.microsoft.com/office/drawing/2017/decorative" val="1"/>
              </a:ext>
            </a:extLst>
          </p:cNvPr>
          <p:cNvGrpSpPr/>
          <p:nvPr/>
        </p:nvGrpSpPr>
        <p:grpSpPr>
          <a:xfrm flipH="1">
            <a:off x="9266766" y="4609568"/>
            <a:ext cx="300315" cy="264138"/>
            <a:chOff x="9198739" y="1690998"/>
            <a:chExt cx="212549" cy="186945"/>
          </a:xfrm>
          <a:solidFill>
            <a:schemeClr val="bg1">
              <a:lumMod val="65000"/>
            </a:schemeClr>
          </a:solidFill>
        </p:grpSpPr>
        <p:sp>
          <p:nvSpPr>
            <p:cNvPr id="38" name="Graphic 27">
              <a:extLst>
                <a:ext uri="{FF2B5EF4-FFF2-40B4-BE49-F238E27FC236}">
                  <a16:creationId xmlns:a16="http://schemas.microsoft.com/office/drawing/2014/main" id="{58F2F058-923C-C5A7-9ABA-990949AF79AB}"/>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Graphic 27">
              <a:extLst>
                <a:ext uri="{FF2B5EF4-FFF2-40B4-BE49-F238E27FC236}">
                  <a16:creationId xmlns:a16="http://schemas.microsoft.com/office/drawing/2014/main" id="{E9A587E4-88F4-D287-5819-D3FFBA7A220A}"/>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AF0EAE23-1885-861B-1F0E-8E3DAC004BAB}"/>
              </a:ext>
              <a:ext uri="{C183D7F6-B498-43B3-948B-1728B52AA6E4}">
                <adec:decorative xmlns:adec="http://schemas.microsoft.com/office/drawing/2017/decorative" val="1"/>
              </a:ext>
            </a:extLst>
          </p:cNvPr>
          <p:cNvGrpSpPr/>
          <p:nvPr/>
        </p:nvGrpSpPr>
        <p:grpSpPr>
          <a:xfrm rot="16200000" flipH="1">
            <a:off x="11453764" y="3251422"/>
            <a:ext cx="300315" cy="264138"/>
            <a:chOff x="9198739" y="1690998"/>
            <a:chExt cx="212549" cy="186945"/>
          </a:xfrm>
          <a:solidFill>
            <a:schemeClr val="bg1">
              <a:lumMod val="65000"/>
            </a:schemeClr>
          </a:solidFill>
        </p:grpSpPr>
        <p:sp>
          <p:nvSpPr>
            <p:cNvPr id="41" name="Graphic 27">
              <a:extLst>
                <a:ext uri="{FF2B5EF4-FFF2-40B4-BE49-F238E27FC236}">
                  <a16:creationId xmlns:a16="http://schemas.microsoft.com/office/drawing/2014/main" id="{7DB7622B-5ABB-B0A1-9E03-22B7582BC8FB}"/>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Graphic 27">
              <a:extLst>
                <a:ext uri="{FF2B5EF4-FFF2-40B4-BE49-F238E27FC236}">
                  <a16:creationId xmlns:a16="http://schemas.microsoft.com/office/drawing/2014/main" id="{4814F544-6147-4C2C-D3B3-BB2B01420C58}"/>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EC89293C-B40C-781A-8318-5B9CDE4D5A6E}"/>
              </a:ext>
              <a:ext uri="{C183D7F6-B498-43B3-948B-1728B52AA6E4}">
                <adec:decorative xmlns:adec="http://schemas.microsoft.com/office/drawing/2017/decorative" val="1"/>
              </a:ext>
            </a:extLst>
          </p:cNvPr>
          <p:cNvGrpSpPr/>
          <p:nvPr/>
        </p:nvGrpSpPr>
        <p:grpSpPr>
          <a:xfrm>
            <a:off x="1719297" y="1512271"/>
            <a:ext cx="1046156" cy="1046156"/>
            <a:chOff x="1719297" y="1512271"/>
            <a:chExt cx="1046156" cy="1046156"/>
          </a:xfrm>
        </p:grpSpPr>
        <p:sp>
          <p:nvSpPr>
            <p:cNvPr id="44" name="Oval 43">
              <a:extLst>
                <a:ext uri="{FF2B5EF4-FFF2-40B4-BE49-F238E27FC236}">
                  <a16:creationId xmlns:a16="http://schemas.microsoft.com/office/drawing/2014/main" id="{6FE3E59B-E329-DEB5-D056-D65D8BF16486}"/>
                </a:ext>
                <a:ext uri="{C183D7F6-B498-43B3-948B-1728B52AA6E4}">
                  <adec:decorative xmlns:adec="http://schemas.microsoft.com/office/drawing/2017/decorative" val="1"/>
                </a:ext>
              </a:extLst>
            </p:cNvPr>
            <p:cNvSpPr/>
            <p:nvPr/>
          </p:nvSpPr>
          <p:spPr bwMode="auto">
            <a:xfrm>
              <a:off x="1719297" y="1512271"/>
              <a:ext cx="1046156" cy="104615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Graphic 13">
              <a:extLst>
                <a:ext uri="{FF2B5EF4-FFF2-40B4-BE49-F238E27FC236}">
                  <a16:creationId xmlns:a16="http://schemas.microsoft.com/office/drawing/2014/main" id="{51AEF737-EFBC-BA8F-9223-4363CC2AF507}"/>
                </a:ext>
              </a:extLst>
            </p:cNvPr>
            <p:cNvSpPr/>
            <p:nvPr/>
          </p:nvSpPr>
          <p:spPr>
            <a:xfrm>
              <a:off x="2012167" y="1805141"/>
              <a:ext cx="460416" cy="460416"/>
            </a:xfrm>
            <a:custGeom>
              <a:avLst/>
              <a:gdLst>
                <a:gd name="connsiteX0" fmla="*/ 184146 w 347331"/>
                <a:gd name="connsiteY0" fmla="*/ 209609 h 347331"/>
                <a:gd name="connsiteX1" fmla="*/ 114652 w 347331"/>
                <a:gd name="connsiteY1" fmla="*/ 232961 h 347331"/>
                <a:gd name="connsiteX2" fmla="*/ 0 w 347331"/>
                <a:gd name="connsiteY2" fmla="*/ 116480 h 347331"/>
                <a:gd name="connsiteX3" fmla="*/ 114652 w 347331"/>
                <a:gd name="connsiteY3" fmla="*/ 0 h 347331"/>
                <a:gd name="connsiteX4" fmla="*/ 230429 w 347331"/>
                <a:gd name="connsiteY4" fmla="*/ 116480 h 347331"/>
                <a:gd name="connsiteX5" fmla="*/ 225224 w 347331"/>
                <a:gd name="connsiteY5" fmla="*/ 151368 h 347331"/>
                <a:gd name="connsiteX6" fmla="*/ 347331 w 347331"/>
                <a:gd name="connsiteY6" fmla="*/ 273195 h 347331"/>
                <a:gd name="connsiteX7" fmla="*/ 347331 w 347331"/>
                <a:gd name="connsiteY7" fmla="*/ 347331 h 347331"/>
                <a:gd name="connsiteX8" fmla="*/ 277837 w 347331"/>
                <a:gd name="connsiteY8" fmla="*/ 347331 h 347331"/>
                <a:gd name="connsiteX9" fmla="*/ 277837 w 347331"/>
                <a:gd name="connsiteY9" fmla="*/ 299642 h 347331"/>
                <a:gd name="connsiteX10" fmla="*/ 232539 w 347331"/>
                <a:gd name="connsiteY10" fmla="*/ 299642 h 347331"/>
                <a:gd name="connsiteX11" fmla="*/ 232539 w 347331"/>
                <a:gd name="connsiteY11" fmla="*/ 253078 h 347331"/>
                <a:gd name="connsiteX12" fmla="*/ 184146 w 347331"/>
                <a:gd name="connsiteY12" fmla="*/ 253078 h 347331"/>
                <a:gd name="connsiteX13" fmla="*/ 184146 w 347331"/>
                <a:gd name="connsiteY13" fmla="*/ 209609 h 347331"/>
                <a:gd name="connsiteX14" fmla="*/ 184146 w 347331"/>
                <a:gd name="connsiteY14" fmla="*/ 209609 h 347331"/>
                <a:gd name="connsiteX15" fmla="*/ 184146 w 347331"/>
                <a:gd name="connsiteY15" fmla="*/ 209609 h 347331"/>
                <a:gd name="connsiteX16" fmla="*/ 79904 w 347331"/>
                <a:gd name="connsiteY16" fmla="*/ 96223 h 347331"/>
                <a:gd name="connsiteX17" fmla="*/ 95660 w 347331"/>
                <a:gd name="connsiteY17" fmla="*/ 80327 h 347331"/>
                <a:gd name="connsiteX18" fmla="*/ 79904 w 347331"/>
                <a:gd name="connsiteY18" fmla="*/ 63445 h 347331"/>
                <a:gd name="connsiteX19" fmla="*/ 63023 w 347331"/>
                <a:gd name="connsiteY19" fmla="*/ 80327 h 347331"/>
                <a:gd name="connsiteX20" fmla="*/ 79904 w 347331"/>
                <a:gd name="connsiteY20" fmla="*/ 96223 h 347331"/>
                <a:gd name="connsiteX21" fmla="*/ 79904 w 347331"/>
                <a:gd name="connsiteY21" fmla="*/ 96223 h 347331"/>
                <a:gd name="connsiteX0" fmla="*/ 184146 w 347331"/>
                <a:gd name="connsiteY0" fmla="*/ 209609 h 347331"/>
                <a:gd name="connsiteX1" fmla="*/ 114652 w 347331"/>
                <a:gd name="connsiteY1" fmla="*/ 232961 h 347331"/>
                <a:gd name="connsiteX2" fmla="*/ 0 w 347331"/>
                <a:gd name="connsiteY2" fmla="*/ 116480 h 347331"/>
                <a:gd name="connsiteX3" fmla="*/ 114652 w 347331"/>
                <a:gd name="connsiteY3" fmla="*/ 0 h 347331"/>
                <a:gd name="connsiteX4" fmla="*/ 230429 w 347331"/>
                <a:gd name="connsiteY4" fmla="*/ 116480 h 347331"/>
                <a:gd name="connsiteX5" fmla="*/ 225224 w 347331"/>
                <a:gd name="connsiteY5" fmla="*/ 151368 h 347331"/>
                <a:gd name="connsiteX6" fmla="*/ 347331 w 347331"/>
                <a:gd name="connsiteY6" fmla="*/ 273195 h 347331"/>
                <a:gd name="connsiteX7" fmla="*/ 347331 w 347331"/>
                <a:gd name="connsiteY7" fmla="*/ 347331 h 347331"/>
                <a:gd name="connsiteX8" fmla="*/ 277837 w 347331"/>
                <a:gd name="connsiteY8" fmla="*/ 347331 h 347331"/>
                <a:gd name="connsiteX9" fmla="*/ 277837 w 347331"/>
                <a:gd name="connsiteY9" fmla="*/ 299642 h 347331"/>
                <a:gd name="connsiteX10" fmla="*/ 232539 w 347331"/>
                <a:gd name="connsiteY10" fmla="*/ 299642 h 347331"/>
                <a:gd name="connsiteX11" fmla="*/ 232539 w 347331"/>
                <a:gd name="connsiteY11" fmla="*/ 253078 h 347331"/>
                <a:gd name="connsiteX12" fmla="*/ 184146 w 347331"/>
                <a:gd name="connsiteY12" fmla="*/ 253078 h 347331"/>
                <a:gd name="connsiteX13" fmla="*/ 184146 w 347331"/>
                <a:gd name="connsiteY13" fmla="*/ 209609 h 347331"/>
                <a:gd name="connsiteX14" fmla="*/ 184146 w 347331"/>
                <a:gd name="connsiteY14" fmla="*/ 209609 h 347331"/>
                <a:gd name="connsiteX15" fmla="*/ 184146 w 347331"/>
                <a:gd name="connsiteY15" fmla="*/ 209609 h 347331"/>
                <a:gd name="connsiteX16" fmla="*/ 79904 w 347331"/>
                <a:gd name="connsiteY16" fmla="*/ 96223 h 347331"/>
                <a:gd name="connsiteX17" fmla="*/ 95660 w 347331"/>
                <a:gd name="connsiteY17" fmla="*/ 80327 h 347331"/>
                <a:gd name="connsiteX18" fmla="*/ 79904 w 347331"/>
                <a:gd name="connsiteY18" fmla="*/ 63445 h 347331"/>
                <a:gd name="connsiteX19" fmla="*/ 63023 w 347331"/>
                <a:gd name="connsiteY19" fmla="*/ 80327 h 347331"/>
                <a:gd name="connsiteX20" fmla="*/ 79904 w 347331"/>
                <a:gd name="connsiteY20" fmla="*/ 96223 h 347331"/>
                <a:gd name="connsiteX21" fmla="*/ 79904 w 347331"/>
                <a:gd name="connsiteY21" fmla="*/ 96223 h 347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7331" h="347331">
                  <a:moveTo>
                    <a:pt x="184146" y="209609"/>
                  </a:moveTo>
                  <a:cubicBezTo>
                    <a:pt x="165155" y="224380"/>
                    <a:pt x="140958" y="232961"/>
                    <a:pt x="114652" y="232961"/>
                  </a:cubicBezTo>
                  <a:cubicBezTo>
                    <a:pt x="51488" y="232961"/>
                    <a:pt x="0" y="181051"/>
                    <a:pt x="0" y="116480"/>
                  </a:cubicBezTo>
                  <a:cubicBezTo>
                    <a:pt x="0" y="51910"/>
                    <a:pt x="51628" y="0"/>
                    <a:pt x="114652" y="0"/>
                  </a:cubicBezTo>
                  <a:cubicBezTo>
                    <a:pt x="178800" y="0"/>
                    <a:pt x="230429" y="51910"/>
                    <a:pt x="230429" y="116480"/>
                  </a:cubicBezTo>
                  <a:cubicBezTo>
                    <a:pt x="230429" y="129141"/>
                    <a:pt x="228319" y="140818"/>
                    <a:pt x="225224" y="151368"/>
                  </a:cubicBezTo>
                  <a:lnTo>
                    <a:pt x="347331" y="273195"/>
                  </a:lnTo>
                  <a:lnTo>
                    <a:pt x="347331" y="347331"/>
                  </a:lnTo>
                  <a:lnTo>
                    <a:pt x="277837" y="347331"/>
                  </a:lnTo>
                  <a:lnTo>
                    <a:pt x="277837" y="299642"/>
                  </a:lnTo>
                  <a:lnTo>
                    <a:pt x="232539" y="299642"/>
                  </a:lnTo>
                  <a:lnTo>
                    <a:pt x="232539" y="253078"/>
                  </a:lnTo>
                  <a:lnTo>
                    <a:pt x="184146" y="253078"/>
                  </a:lnTo>
                  <a:lnTo>
                    <a:pt x="184146" y="209609"/>
                  </a:lnTo>
                  <a:lnTo>
                    <a:pt x="184146" y="209609"/>
                  </a:lnTo>
                  <a:lnTo>
                    <a:pt x="184146" y="209609"/>
                  </a:lnTo>
                  <a:close/>
                  <a:moveTo>
                    <a:pt x="79904" y="96223"/>
                  </a:moveTo>
                  <a:cubicBezTo>
                    <a:pt x="88345" y="96223"/>
                    <a:pt x="95660" y="88767"/>
                    <a:pt x="95660" y="80327"/>
                  </a:cubicBezTo>
                  <a:cubicBezTo>
                    <a:pt x="95660" y="70760"/>
                    <a:pt x="88345" y="63445"/>
                    <a:pt x="79904" y="63445"/>
                  </a:cubicBezTo>
                  <a:cubicBezTo>
                    <a:pt x="70479" y="63445"/>
                    <a:pt x="63023" y="70901"/>
                    <a:pt x="63023" y="80327"/>
                  </a:cubicBezTo>
                  <a:cubicBezTo>
                    <a:pt x="63023" y="88908"/>
                    <a:pt x="70479" y="96223"/>
                    <a:pt x="79904" y="96223"/>
                  </a:cubicBezTo>
                  <a:lnTo>
                    <a:pt x="79904" y="96223"/>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C0B41C31-3907-2609-6AAB-DFC7B3578251}"/>
              </a:ext>
              <a:ext uri="{C183D7F6-B498-43B3-948B-1728B52AA6E4}">
                <adec:decorative xmlns:adec="http://schemas.microsoft.com/office/drawing/2017/decorative" val="1"/>
              </a:ext>
            </a:extLst>
          </p:cNvPr>
          <p:cNvGrpSpPr/>
          <p:nvPr/>
        </p:nvGrpSpPr>
        <p:grpSpPr>
          <a:xfrm>
            <a:off x="5502233" y="1512271"/>
            <a:ext cx="1046156" cy="1046156"/>
            <a:chOff x="5502233" y="1512271"/>
            <a:chExt cx="1046156" cy="1046156"/>
          </a:xfrm>
        </p:grpSpPr>
        <p:sp>
          <p:nvSpPr>
            <p:cNvPr id="47" name="Oval 46">
              <a:extLst>
                <a:ext uri="{FF2B5EF4-FFF2-40B4-BE49-F238E27FC236}">
                  <a16:creationId xmlns:a16="http://schemas.microsoft.com/office/drawing/2014/main" id="{D2D91EF7-0B42-57FB-D4DD-1771FC2A8B84}"/>
                </a:ext>
                <a:ext uri="{C183D7F6-B498-43B3-948B-1728B52AA6E4}">
                  <adec:decorative xmlns:adec="http://schemas.microsoft.com/office/drawing/2017/decorative" val="1"/>
                </a:ext>
              </a:extLst>
            </p:cNvPr>
            <p:cNvSpPr/>
            <p:nvPr/>
          </p:nvSpPr>
          <p:spPr bwMode="auto">
            <a:xfrm>
              <a:off x="5502233" y="1512271"/>
              <a:ext cx="1046156" cy="1046156"/>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phone_6">
              <a:extLst>
                <a:ext uri="{FF2B5EF4-FFF2-40B4-BE49-F238E27FC236}">
                  <a16:creationId xmlns:a16="http://schemas.microsoft.com/office/drawing/2014/main" id="{4CBF39DA-0E54-1821-1C30-EFDA454A3200}"/>
                </a:ext>
              </a:extLst>
            </p:cNvPr>
            <p:cNvSpPr>
              <a:spLocks noChangeAspect="1" noEditPoints="1"/>
            </p:cNvSpPr>
            <p:nvPr/>
          </p:nvSpPr>
          <p:spPr bwMode="auto">
            <a:xfrm>
              <a:off x="5832160" y="1792687"/>
              <a:ext cx="386303" cy="485324"/>
            </a:xfrm>
            <a:custGeom>
              <a:avLst/>
              <a:gdLst>
                <a:gd name="T0" fmla="*/ 116 w 229"/>
                <a:gd name="T1" fmla="*/ 290 h 290"/>
                <a:gd name="T2" fmla="*/ 14 w 229"/>
                <a:gd name="T3" fmla="*/ 290 h 290"/>
                <a:gd name="T4" fmla="*/ 0 w 229"/>
                <a:gd name="T5" fmla="*/ 277 h 290"/>
                <a:gd name="T6" fmla="*/ 0 w 229"/>
                <a:gd name="T7" fmla="*/ 14 h 290"/>
                <a:gd name="T8" fmla="*/ 14 w 229"/>
                <a:gd name="T9" fmla="*/ 0 h 290"/>
                <a:gd name="T10" fmla="*/ 159 w 229"/>
                <a:gd name="T11" fmla="*/ 0 h 290"/>
                <a:gd name="T12" fmla="*/ 172 w 229"/>
                <a:gd name="T13" fmla="*/ 14 h 290"/>
                <a:gd name="T14" fmla="*/ 172 w 229"/>
                <a:gd name="T15" fmla="*/ 211 h 290"/>
                <a:gd name="T16" fmla="*/ 123 w 229"/>
                <a:gd name="T17" fmla="*/ 246 h 290"/>
                <a:gd name="T18" fmla="*/ 155 w 229"/>
                <a:gd name="T19" fmla="*/ 277 h 290"/>
                <a:gd name="T20" fmla="*/ 229 w 229"/>
                <a:gd name="T21" fmla="*/ 203 h 290"/>
                <a:gd name="T22" fmla="*/ 59 w 229"/>
                <a:gd name="T23" fmla="*/ 250 h 290"/>
                <a:gd name="T24" fmla="*/ 84 w 229"/>
                <a:gd name="T25" fmla="*/ 25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 h="290">
                  <a:moveTo>
                    <a:pt x="116" y="290"/>
                  </a:moveTo>
                  <a:cubicBezTo>
                    <a:pt x="14" y="290"/>
                    <a:pt x="14" y="290"/>
                    <a:pt x="14" y="290"/>
                  </a:cubicBezTo>
                  <a:cubicBezTo>
                    <a:pt x="7" y="290"/>
                    <a:pt x="0" y="284"/>
                    <a:pt x="0" y="277"/>
                  </a:cubicBezTo>
                  <a:cubicBezTo>
                    <a:pt x="0" y="14"/>
                    <a:pt x="0" y="14"/>
                    <a:pt x="0" y="14"/>
                  </a:cubicBezTo>
                  <a:cubicBezTo>
                    <a:pt x="0" y="7"/>
                    <a:pt x="7" y="0"/>
                    <a:pt x="14" y="0"/>
                  </a:cubicBezTo>
                  <a:cubicBezTo>
                    <a:pt x="159" y="0"/>
                    <a:pt x="159" y="0"/>
                    <a:pt x="159" y="0"/>
                  </a:cubicBezTo>
                  <a:cubicBezTo>
                    <a:pt x="166" y="0"/>
                    <a:pt x="172" y="7"/>
                    <a:pt x="172" y="14"/>
                  </a:cubicBezTo>
                  <a:cubicBezTo>
                    <a:pt x="172" y="211"/>
                    <a:pt x="172" y="211"/>
                    <a:pt x="172" y="211"/>
                  </a:cubicBezTo>
                  <a:moveTo>
                    <a:pt x="123" y="246"/>
                  </a:moveTo>
                  <a:cubicBezTo>
                    <a:pt x="155" y="277"/>
                    <a:pt x="155" y="277"/>
                    <a:pt x="155" y="277"/>
                  </a:cubicBezTo>
                  <a:cubicBezTo>
                    <a:pt x="229" y="203"/>
                    <a:pt x="229" y="203"/>
                    <a:pt x="229" y="203"/>
                  </a:cubicBezTo>
                  <a:moveTo>
                    <a:pt x="59" y="250"/>
                  </a:moveTo>
                  <a:cubicBezTo>
                    <a:pt x="84" y="250"/>
                    <a:pt x="84" y="250"/>
                    <a:pt x="84" y="250"/>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1ABA43F8-9A7B-7567-BFD6-8B9DDA0C1D12}"/>
              </a:ext>
              <a:ext uri="{C183D7F6-B498-43B3-948B-1728B52AA6E4}">
                <adec:decorative xmlns:adec="http://schemas.microsoft.com/office/drawing/2017/decorative" val="1"/>
              </a:ext>
            </a:extLst>
          </p:cNvPr>
          <p:cNvGrpSpPr/>
          <p:nvPr/>
        </p:nvGrpSpPr>
        <p:grpSpPr>
          <a:xfrm>
            <a:off x="9285167" y="1512271"/>
            <a:ext cx="1046156" cy="1046156"/>
            <a:chOff x="9285167" y="1512271"/>
            <a:chExt cx="1046156" cy="1046156"/>
          </a:xfrm>
        </p:grpSpPr>
        <p:sp>
          <p:nvSpPr>
            <p:cNvPr id="50" name="Oval 49">
              <a:extLst>
                <a:ext uri="{FF2B5EF4-FFF2-40B4-BE49-F238E27FC236}">
                  <a16:creationId xmlns:a16="http://schemas.microsoft.com/office/drawing/2014/main" id="{579E4FE0-5A61-2FFD-7AC4-643F9906CB12}"/>
                </a:ext>
                <a:ext uri="{C183D7F6-B498-43B3-948B-1728B52AA6E4}">
                  <adec:decorative xmlns:adec="http://schemas.microsoft.com/office/drawing/2017/decorative" val="1"/>
                </a:ext>
              </a:extLst>
            </p:cNvPr>
            <p:cNvSpPr/>
            <p:nvPr/>
          </p:nvSpPr>
          <p:spPr bwMode="auto">
            <a:xfrm>
              <a:off x="9285167" y="1512271"/>
              <a:ext cx="1046156" cy="1046156"/>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Graphic 11">
              <a:extLst>
                <a:ext uri="{FF2B5EF4-FFF2-40B4-BE49-F238E27FC236}">
                  <a16:creationId xmlns:a16="http://schemas.microsoft.com/office/drawing/2014/main" id="{A909CE93-7602-7E95-3DAD-3F7174167A72}"/>
                </a:ext>
              </a:extLst>
            </p:cNvPr>
            <p:cNvSpPr/>
            <p:nvPr/>
          </p:nvSpPr>
          <p:spPr>
            <a:xfrm>
              <a:off x="9634622" y="1792261"/>
              <a:ext cx="347246" cy="486177"/>
            </a:xfrm>
            <a:custGeom>
              <a:avLst/>
              <a:gdLst>
                <a:gd name="connsiteX0" fmla="*/ 294935 w 294934"/>
                <a:gd name="connsiteY0" fmla="*/ 412937 h 412937"/>
                <a:gd name="connsiteX1" fmla="*/ 0 w 294934"/>
                <a:gd name="connsiteY1" fmla="*/ 412937 h 412937"/>
                <a:gd name="connsiteX2" fmla="*/ 0 w 294934"/>
                <a:gd name="connsiteY2" fmla="*/ 193421 h 412937"/>
                <a:gd name="connsiteX3" fmla="*/ 294935 w 294934"/>
                <a:gd name="connsiteY3" fmla="*/ 193421 h 412937"/>
                <a:gd name="connsiteX4" fmla="*/ 294935 w 294934"/>
                <a:gd name="connsiteY4" fmla="*/ 412937 h 412937"/>
                <a:gd name="connsiteX5" fmla="*/ 294935 w 294934"/>
                <a:gd name="connsiteY5" fmla="*/ 412937 h 412937"/>
                <a:gd name="connsiteX6" fmla="*/ 294935 w 294934"/>
                <a:gd name="connsiteY6" fmla="*/ 412937 h 412937"/>
                <a:gd name="connsiteX7" fmla="*/ 294935 w 294934"/>
                <a:gd name="connsiteY7" fmla="*/ 412937 h 412937"/>
                <a:gd name="connsiteX8" fmla="*/ 294935 w 294934"/>
                <a:gd name="connsiteY8" fmla="*/ 412937 h 412937"/>
                <a:gd name="connsiteX9" fmla="*/ 241884 w 294934"/>
                <a:gd name="connsiteY9" fmla="*/ 193564 h 412937"/>
                <a:gd name="connsiteX10" fmla="*/ 241884 w 294934"/>
                <a:gd name="connsiteY10" fmla="*/ 92481 h 412937"/>
                <a:gd name="connsiteX11" fmla="*/ 149260 w 294934"/>
                <a:gd name="connsiteY11" fmla="*/ 0 h 412937"/>
                <a:gd name="connsiteX12" fmla="*/ 56779 w 294934"/>
                <a:gd name="connsiteY12" fmla="*/ 92481 h 412937"/>
                <a:gd name="connsiteX13" fmla="*/ 56779 w 294934"/>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4935" h="412937">
                  <a:moveTo>
                    <a:pt x="294935" y="412937"/>
                  </a:moveTo>
                  <a:lnTo>
                    <a:pt x="0" y="412937"/>
                  </a:lnTo>
                  <a:lnTo>
                    <a:pt x="0" y="193421"/>
                  </a:lnTo>
                  <a:lnTo>
                    <a:pt x="294935" y="193421"/>
                  </a:lnTo>
                  <a:lnTo>
                    <a:pt x="294935" y="412937"/>
                  </a:lnTo>
                  <a:lnTo>
                    <a:pt x="294935" y="412937"/>
                  </a:lnTo>
                  <a:lnTo>
                    <a:pt x="294935" y="412937"/>
                  </a:lnTo>
                  <a:lnTo>
                    <a:pt x="294935" y="412937"/>
                  </a:lnTo>
                  <a:lnTo>
                    <a:pt x="294935" y="412937"/>
                  </a:lnTo>
                  <a:close/>
                  <a:moveTo>
                    <a:pt x="241884" y="193564"/>
                  </a:moveTo>
                  <a:lnTo>
                    <a:pt x="241884" y="92481"/>
                  </a:lnTo>
                  <a:cubicBezTo>
                    <a:pt x="241884" y="41867"/>
                    <a:pt x="201163" y="0"/>
                    <a:pt x="149260" y="0"/>
                  </a:cubicBezTo>
                  <a:cubicBezTo>
                    <a:pt x="97356" y="0"/>
                    <a:pt x="56779" y="42011"/>
                    <a:pt x="56779" y="92481"/>
                  </a:cubicBezTo>
                  <a:lnTo>
                    <a:pt x="56779" y="193564"/>
                  </a:lnTo>
                </a:path>
              </a:pathLst>
            </a:custGeom>
            <a:noFill/>
            <a:ln w="158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52" name="Group 51">
            <a:extLst>
              <a:ext uri="{FF2B5EF4-FFF2-40B4-BE49-F238E27FC236}">
                <a16:creationId xmlns:a16="http://schemas.microsoft.com/office/drawing/2014/main" id="{4BC66796-B947-6BE5-84A8-013298B80708}"/>
              </a:ext>
              <a:ext uri="{C183D7F6-B498-43B3-948B-1728B52AA6E4}">
                <adec:decorative xmlns:adec="http://schemas.microsoft.com/office/drawing/2017/decorative" val="1"/>
              </a:ext>
            </a:extLst>
          </p:cNvPr>
          <p:cNvGrpSpPr/>
          <p:nvPr/>
        </p:nvGrpSpPr>
        <p:grpSpPr>
          <a:xfrm>
            <a:off x="7393701" y="4218558"/>
            <a:ext cx="1046156" cy="1046156"/>
            <a:chOff x="7393701" y="4218558"/>
            <a:chExt cx="1046156" cy="1046156"/>
          </a:xfrm>
        </p:grpSpPr>
        <p:sp>
          <p:nvSpPr>
            <p:cNvPr id="53" name="Oval 52">
              <a:extLst>
                <a:ext uri="{FF2B5EF4-FFF2-40B4-BE49-F238E27FC236}">
                  <a16:creationId xmlns:a16="http://schemas.microsoft.com/office/drawing/2014/main" id="{FA25A965-658A-EFC5-C0F0-0BF93BFC4A76}"/>
                </a:ext>
                <a:ext uri="{C183D7F6-B498-43B3-948B-1728B52AA6E4}">
                  <adec:decorative xmlns:adec="http://schemas.microsoft.com/office/drawing/2017/decorative" val="1"/>
                </a:ext>
              </a:extLst>
            </p:cNvPr>
            <p:cNvSpPr/>
            <p:nvPr/>
          </p:nvSpPr>
          <p:spPr bwMode="auto">
            <a:xfrm>
              <a:off x="7393701" y="4218558"/>
              <a:ext cx="1046156" cy="1046156"/>
            </a:xfrm>
            <a:prstGeom prst="ellipse">
              <a:avLst/>
            </a:prstGeom>
            <a:solidFill>
              <a:schemeClr val="tx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monitor_3">
              <a:extLst>
                <a:ext uri="{FF2B5EF4-FFF2-40B4-BE49-F238E27FC236}">
                  <a16:creationId xmlns:a16="http://schemas.microsoft.com/office/drawing/2014/main" id="{EFB8D2AD-D552-A3A6-555B-0AEC41177D1F}"/>
                </a:ext>
              </a:extLst>
            </p:cNvPr>
            <p:cNvSpPr>
              <a:spLocks noChangeAspect="1" noEditPoints="1"/>
            </p:cNvSpPr>
            <p:nvPr/>
          </p:nvSpPr>
          <p:spPr bwMode="auto">
            <a:xfrm>
              <a:off x="7669804" y="4543567"/>
              <a:ext cx="493950" cy="396138"/>
            </a:xfrm>
            <a:custGeom>
              <a:avLst/>
              <a:gdLst>
                <a:gd name="T0" fmla="*/ 404 w 404"/>
                <a:gd name="T1" fmla="*/ 223 h 324"/>
                <a:gd name="T2" fmla="*/ 304 w 404"/>
                <a:gd name="T3" fmla="*/ 324 h 324"/>
                <a:gd name="T4" fmla="*/ 256 w 404"/>
                <a:gd name="T5" fmla="*/ 276 h 324"/>
                <a:gd name="T6" fmla="*/ 386 w 404"/>
                <a:gd name="T7" fmla="*/ 171 h 324"/>
                <a:gd name="T8" fmla="*/ 386 w 404"/>
                <a:gd name="T9" fmla="*/ 0 h 324"/>
                <a:gd name="T10" fmla="*/ 0 w 404"/>
                <a:gd name="T11" fmla="*/ 0 h 324"/>
                <a:gd name="T12" fmla="*/ 0 w 404"/>
                <a:gd name="T13" fmla="*/ 223 h 324"/>
                <a:gd name="T14" fmla="*/ 330 w 404"/>
                <a:gd name="T15" fmla="*/ 223 h 324"/>
                <a:gd name="T16" fmla="*/ 117 w 404"/>
                <a:gd name="T17" fmla="*/ 285 h 324"/>
                <a:gd name="T18" fmla="*/ 190 w 404"/>
                <a:gd name="T19" fmla="*/ 285 h 324"/>
                <a:gd name="T20" fmla="*/ 190 w 404"/>
                <a:gd name="T21" fmla="*/ 223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324">
                  <a:moveTo>
                    <a:pt x="404" y="223"/>
                  </a:moveTo>
                  <a:lnTo>
                    <a:pt x="304" y="324"/>
                  </a:lnTo>
                  <a:lnTo>
                    <a:pt x="256" y="276"/>
                  </a:lnTo>
                  <a:moveTo>
                    <a:pt x="386" y="171"/>
                  </a:moveTo>
                  <a:lnTo>
                    <a:pt x="386" y="0"/>
                  </a:lnTo>
                  <a:lnTo>
                    <a:pt x="0" y="0"/>
                  </a:lnTo>
                  <a:lnTo>
                    <a:pt x="0" y="223"/>
                  </a:lnTo>
                  <a:lnTo>
                    <a:pt x="330" y="223"/>
                  </a:lnTo>
                  <a:moveTo>
                    <a:pt x="117" y="285"/>
                  </a:moveTo>
                  <a:lnTo>
                    <a:pt x="190" y="285"/>
                  </a:lnTo>
                  <a:lnTo>
                    <a:pt x="190" y="223"/>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3" name="Group 2">
            <a:extLst>
              <a:ext uri="{FF2B5EF4-FFF2-40B4-BE49-F238E27FC236}">
                <a16:creationId xmlns:a16="http://schemas.microsoft.com/office/drawing/2014/main" id="{00584AEA-9BFE-D762-390B-C6D7BE0353E2}"/>
              </a:ext>
              <a:ext uri="{C183D7F6-B498-43B3-948B-1728B52AA6E4}">
                <adec:decorative xmlns:adec="http://schemas.microsoft.com/office/drawing/2017/decorative" val="1"/>
              </a:ext>
            </a:extLst>
          </p:cNvPr>
          <p:cNvGrpSpPr/>
          <p:nvPr/>
        </p:nvGrpSpPr>
        <p:grpSpPr>
          <a:xfrm>
            <a:off x="3610765" y="4218558"/>
            <a:ext cx="1046156" cy="1046156"/>
            <a:chOff x="3610765" y="4218558"/>
            <a:chExt cx="1046156" cy="1046156"/>
          </a:xfrm>
        </p:grpSpPr>
        <p:sp>
          <p:nvSpPr>
            <p:cNvPr id="4" name="Oval 3">
              <a:extLst>
                <a:ext uri="{FF2B5EF4-FFF2-40B4-BE49-F238E27FC236}">
                  <a16:creationId xmlns:a16="http://schemas.microsoft.com/office/drawing/2014/main" id="{579892B0-9BEF-27DE-D24A-519A3F49BAFC}"/>
                </a:ext>
                <a:ext uri="{C183D7F6-B498-43B3-948B-1728B52AA6E4}">
                  <adec:decorative xmlns:adec="http://schemas.microsoft.com/office/drawing/2017/decorative" val="1"/>
                </a:ext>
              </a:extLst>
            </p:cNvPr>
            <p:cNvSpPr/>
            <p:nvPr/>
          </p:nvSpPr>
          <p:spPr bwMode="auto">
            <a:xfrm>
              <a:off x="3610765" y="4218558"/>
              <a:ext cx="1046156" cy="1046156"/>
            </a:xfrm>
            <a:prstGeom prst="ellipse">
              <a:avLst/>
            </a:prstGeom>
            <a:solidFill>
              <a:schemeClr val="accent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check 3">
              <a:extLst>
                <a:ext uri="{FF2B5EF4-FFF2-40B4-BE49-F238E27FC236}">
                  <a16:creationId xmlns:a16="http://schemas.microsoft.com/office/drawing/2014/main" id="{309C3A2B-D992-4811-E701-ED17A928A7E8}"/>
                </a:ext>
              </a:extLst>
            </p:cNvPr>
            <p:cNvSpPr>
              <a:spLocks noChangeAspect="1" noEditPoints="1"/>
            </p:cNvSpPr>
            <p:nvPr/>
          </p:nvSpPr>
          <p:spPr bwMode="auto">
            <a:xfrm>
              <a:off x="3898489" y="4507356"/>
              <a:ext cx="470678" cy="467949"/>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233700426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50CB-03F8-1831-ED00-EC243900EC4A}"/>
              </a:ext>
            </a:extLst>
          </p:cNvPr>
          <p:cNvSpPr>
            <a:spLocks noGrp="1"/>
          </p:cNvSpPr>
          <p:nvPr>
            <p:ph type="title"/>
          </p:nvPr>
        </p:nvSpPr>
        <p:spPr>
          <a:xfrm>
            <a:off x="588263" y="457200"/>
            <a:ext cx="11018520" cy="800219"/>
          </a:xfrm>
        </p:spPr>
        <p:txBody>
          <a:bodyPr/>
          <a:lstStyle/>
          <a:p>
            <a:r>
              <a:rPr lang="fr-FR" sz="3200" dirty="0"/>
              <a:t>Accès sécurisé aux ressources</a:t>
            </a:r>
            <a:br>
              <a:rPr lang="en-US" sz="3000" dirty="0"/>
            </a:br>
            <a:r>
              <a:rPr lang="en-US" sz="2000" dirty="0">
                <a:solidFill>
                  <a:schemeClr val="accent1"/>
                </a:solidFill>
              </a:rPr>
              <a:t>Admin roles</a:t>
            </a:r>
          </a:p>
        </p:txBody>
      </p:sp>
      <p:sp>
        <p:nvSpPr>
          <p:cNvPr id="11" name="Rectangle: Top Corners Rounded 10">
            <a:extLst>
              <a:ext uri="{FF2B5EF4-FFF2-40B4-BE49-F238E27FC236}">
                <a16:creationId xmlns:a16="http://schemas.microsoft.com/office/drawing/2014/main" id="{4D91CFDF-ABDD-4F79-2FB5-13C641CE8DA3}"/>
              </a:ext>
              <a:ext uri="{C183D7F6-B498-43B3-948B-1728B52AA6E4}">
                <adec:decorative xmlns:adec="http://schemas.microsoft.com/office/drawing/2017/decorative" val="1"/>
              </a:ext>
            </a:extLst>
          </p:cNvPr>
          <p:cNvSpPr/>
          <p:nvPr/>
        </p:nvSpPr>
        <p:spPr bwMode="auto">
          <a:xfrm rot="16200000" flipH="1">
            <a:off x="5136560" y="-2774265"/>
            <a:ext cx="502756" cy="9599349"/>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Top Corners Rounded 15">
            <a:extLst>
              <a:ext uri="{FF2B5EF4-FFF2-40B4-BE49-F238E27FC236}">
                <a16:creationId xmlns:a16="http://schemas.microsoft.com/office/drawing/2014/main" id="{3CE91DB2-2EB0-C86A-322E-12334CA5A22C}"/>
              </a:ext>
              <a:ext uri="{C183D7F6-B498-43B3-948B-1728B52AA6E4}">
                <adec:decorative xmlns:adec="http://schemas.microsoft.com/office/drawing/2017/decorative" val="1"/>
              </a:ext>
            </a:extLst>
          </p:cNvPr>
          <p:cNvSpPr/>
          <p:nvPr/>
        </p:nvSpPr>
        <p:spPr bwMode="auto">
          <a:xfrm rot="16200000" flipH="1">
            <a:off x="6073316" y="878719"/>
            <a:ext cx="502756" cy="7725838"/>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Arc 16">
            <a:extLst>
              <a:ext uri="{FF2B5EF4-FFF2-40B4-BE49-F238E27FC236}">
                <a16:creationId xmlns:a16="http://schemas.microsoft.com/office/drawing/2014/main" id="{11A5293D-1706-E9AB-D5F8-7D631F700B1F}"/>
              </a:ext>
              <a:ext uri="{C183D7F6-B498-43B3-948B-1728B52AA6E4}">
                <adec:decorative xmlns:adec="http://schemas.microsoft.com/office/drawing/2017/decorative" val="1"/>
              </a:ext>
            </a:extLst>
          </p:cNvPr>
          <p:cNvSpPr/>
          <p:nvPr/>
        </p:nvSpPr>
        <p:spPr>
          <a:xfrm>
            <a:off x="8735624" y="2026051"/>
            <a:ext cx="2871159" cy="2714880"/>
          </a:xfrm>
          <a:prstGeom prst="arc">
            <a:avLst>
              <a:gd name="adj1" fmla="val 16200000"/>
              <a:gd name="adj2" fmla="val 5373361"/>
            </a:avLst>
          </a:prstGeom>
          <a:ln w="4953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Text Placeholder 8">
            <a:extLst>
              <a:ext uri="{FF2B5EF4-FFF2-40B4-BE49-F238E27FC236}">
                <a16:creationId xmlns:a16="http://schemas.microsoft.com/office/drawing/2014/main" id="{834D251C-05B7-FD79-1B30-B5472104FF65}"/>
              </a:ext>
            </a:extLst>
          </p:cNvPr>
          <p:cNvSpPr txBox="1">
            <a:spLocks/>
          </p:cNvSpPr>
          <p:nvPr/>
        </p:nvSpPr>
        <p:spPr>
          <a:xfrm>
            <a:off x="93665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1</a:t>
            </a:r>
          </a:p>
        </p:txBody>
      </p:sp>
      <p:sp>
        <p:nvSpPr>
          <p:cNvPr id="19" name="Text Placeholder 3">
            <a:extLst>
              <a:ext uri="{FF2B5EF4-FFF2-40B4-BE49-F238E27FC236}">
                <a16:creationId xmlns:a16="http://schemas.microsoft.com/office/drawing/2014/main" id="{5E79C4AD-CADF-8011-D664-1A6695E6D1B0}"/>
              </a:ext>
            </a:extLst>
          </p:cNvPr>
          <p:cNvSpPr txBox="1">
            <a:spLocks/>
          </p:cNvSpPr>
          <p:nvPr/>
        </p:nvSpPr>
        <p:spPr>
          <a:xfrm>
            <a:off x="936652" y="2665465"/>
            <a:ext cx="2342575" cy="868680"/>
          </a:xfrm>
          <a:prstGeom prst="rect">
            <a:avLst/>
          </a:prstGeom>
        </p:spPr>
        <p:txBody>
          <a:bodyPr vert="horz" wrap="square" lIns="0" tIns="0" rIns="0" bIns="0" rtlCol="0">
            <a:no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Organization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requires identity verification for all who perform administration tasks </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before gaining access to sensitive data </a:t>
            </a:r>
            <a:b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b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and resources</a:t>
            </a:r>
          </a:p>
        </p:txBody>
      </p:sp>
      <p:sp>
        <p:nvSpPr>
          <p:cNvPr id="20" name="Text Placeholder 8">
            <a:extLst>
              <a:ext uri="{FF2B5EF4-FFF2-40B4-BE49-F238E27FC236}">
                <a16:creationId xmlns:a16="http://schemas.microsoft.com/office/drawing/2014/main" id="{3D17265B-5255-C985-111D-822D8D5AC1C3}"/>
              </a:ext>
            </a:extLst>
          </p:cNvPr>
          <p:cNvSpPr txBox="1">
            <a:spLocks/>
          </p:cNvSpPr>
          <p:nvPr/>
        </p:nvSpPr>
        <p:spPr>
          <a:xfrm>
            <a:off x="4719589"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2</a:t>
            </a:r>
          </a:p>
        </p:txBody>
      </p:sp>
      <p:sp>
        <p:nvSpPr>
          <p:cNvPr id="21" name="Text Placeholder 3">
            <a:extLst>
              <a:ext uri="{FF2B5EF4-FFF2-40B4-BE49-F238E27FC236}">
                <a16:creationId xmlns:a16="http://schemas.microsoft.com/office/drawing/2014/main" id="{06B802F6-D796-9F0A-4CE6-A2EA12EF95AD}"/>
              </a:ext>
            </a:extLst>
          </p:cNvPr>
          <p:cNvSpPr txBox="1">
            <a:spLocks/>
          </p:cNvSpPr>
          <p:nvPr/>
        </p:nvSpPr>
        <p:spPr>
          <a:xfrm>
            <a:off x="4719589" y="2665466"/>
            <a:ext cx="1920240"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goes to admin onboarding portal to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verify identity with IDV partner</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Partner issues credential confirming the employee’s identity</a:t>
            </a:r>
            <a:endPar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2" name="Text Placeholder 8">
            <a:extLst>
              <a:ext uri="{FF2B5EF4-FFF2-40B4-BE49-F238E27FC236}">
                <a16:creationId xmlns:a16="http://schemas.microsoft.com/office/drawing/2014/main" id="{6F3868CE-7D14-239D-A7AD-4A38E65460BB}"/>
              </a:ext>
            </a:extLst>
          </p:cNvPr>
          <p:cNvSpPr txBox="1">
            <a:spLocks/>
          </p:cNvSpPr>
          <p:nvPr/>
        </p:nvSpPr>
        <p:spPr>
          <a:xfrm>
            <a:off x="850252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3</a:t>
            </a:r>
          </a:p>
        </p:txBody>
      </p:sp>
      <p:sp>
        <p:nvSpPr>
          <p:cNvPr id="23" name="Text Placeholder 5">
            <a:extLst>
              <a:ext uri="{FF2B5EF4-FFF2-40B4-BE49-F238E27FC236}">
                <a16:creationId xmlns:a16="http://schemas.microsoft.com/office/drawing/2014/main" id="{4AD4125D-AFCE-1965-3399-737B38EE741E}"/>
              </a:ext>
            </a:extLst>
          </p:cNvPr>
          <p:cNvSpPr txBox="1">
            <a:spLocks/>
          </p:cNvSpPr>
          <p:nvPr/>
        </p:nvSpPr>
        <p:spPr>
          <a:xfrm>
            <a:off x="8502523" y="2665466"/>
            <a:ext cx="2018332" cy="82296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goes to admin onboarding portal and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presents identity credential and performs Face Check.</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Admin portal issues admin Verified ID after identity is verified</a:t>
            </a:r>
            <a:endPar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4" name="Text Placeholder 8">
            <a:extLst>
              <a:ext uri="{FF2B5EF4-FFF2-40B4-BE49-F238E27FC236}">
                <a16:creationId xmlns:a16="http://schemas.microsoft.com/office/drawing/2014/main" id="{7A59F12D-DA3B-ADA1-333C-4D107453190E}"/>
              </a:ext>
            </a:extLst>
          </p:cNvPr>
          <p:cNvSpPr txBox="1">
            <a:spLocks/>
          </p:cNvSpPr>
          <p:nvPr/>
        </p:nvSpPr>
        <p:spPr>
          <a:xfrm>
            <a:off x="2828121"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5</a:t>
            </a:r>
          </a:p>
        </p:txBody>
      </p:sp>
      <p:sp>
        <p:nvSpPr>
          <p:cNvPr id="25" name="Text Placeholder 7">
            <a:extLst>
              <a:ext uri="{FF2B5EF4-FFF2-40B4-BE49-F238E27FC236}">
                <a16:creationId xmlns:a16="http://schemas.microsoft.com/office/drawing/2014/main" id="{1CA94F69-EAB0-DCAD-A3C0-017D18A05F09}"/>
              </a:ext>
            </a:extLst>
          </p:cNvPr>
          <p:cNvSpPr txBox="1">
            <a:spLocks/>
          </p:cNvSpPr>
          <p:nvPr/>
        </p:nvSpPr>
        <p:spPr>
          <a:xfrm>
            <a:off x="2828121" y="5381693"/>
            <a:ext cx="2511134"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After </a:t>
            </a:r>
            <a:r>
              <a:rPr lang="en-US" sz="1200" dirty="0">
                <a:solidFill>
                  <a:srgbClr val="000000"/>
                </a:solidFill>
                <a:latin typeface="Segoe UI"/>
              </a:rPr>
              <a:t>verification,  the e</a:t>
            </a:r>
            <a:r>
              <a:rPr kumimoji="0" lang="en-US" sz="1200" b="0" i="0" u="none" strike="noStrike" kern="1200" cap="none" spc="0" normalizeH="0" baseline="0" noProof="0" dirty="0" err="1">
                <a:ln>
                  <a:noFill/>
                </a:ln>
                <a:solidFill>
                  <a:srgbClr val="000000"/>
                </a:solidFill>
                <a:effectLst/>
                <a:uLnTx/>
                <a:uFillTx/>
                <a:latin typeface="Segoe UI"/>
                <a:ea typeface="+mn-ea"/>
                <a:cs typeface="Segoe UI" panose="020B0502040204020203" pitchFamily="34" charset="0"/>
              </a:rPr>
              <a:t>mployee</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now has access to the admin role </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and resources that come with it</a:t>
            </a:r>
          </a:p>
        </p:txBody>
      </p:sp>
      <p:sp>
        <p:nvSpPr>
          <p:cNvPr id="26" name="Text Placeholder 8">
            <a:extLst>
              <a:ext uri="{FF2B5EF4-FFF2-40B4-BE49-F238E27FC236}">
                <a16:creationId xmlns:a16="http://schemas.microsoft.com/office/drawing/2014/main" id="{29C9DB3D-AD1C-2D21-DA45-A35315192CC4}"/>
              </a:ext>
            </a:extLst>
          </p:cNvPr>
          <p:cNvSpPr txBox="1">
            <a:spLocks/>
          </p:cNvSpPr>
          <p:nvPr/>
        </p:nvSpPr>
        <p:spPr>
          <a:xfrm>
            <a:off x="6611057"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4</a:t>
            </a:r>
          </a:p>
        </p:txBody>
      </p:sp>
      <p:sp>
        <p:nvSpPr>
          <p:cNvPr id="27" name="Text Placeholder 9">
            <a:extLst>
              <a:ext uri="{FF2B5EF4-FFF2-40B4-BE49-F238E27FC236}">
                <a16:creationId xmlns:a16="http://schemas.microsoft.com/office/drawing/2014/main" id="{7C6020A5-4A73-3AE9-1221-86ADE357C62B}"/>
              </a:ext>
            </a:extLst>
          </p:cNvPr>
          <p:cNvSpPr txBox="1">
            <a:spLocks/>
          </p:cNvSpPr>
          <p:nvPr/>
        </p:nvSpPr>
        <p:spPr>
          <a:xfrm>
            <a:off x="6253172" y="5381692"/>
            <a:ext cx="3507277" cy="73152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To perform admin tasks, employee requests access to Access Package which contains the admin role. Access portal requests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 Face Check and presentation of admin credential</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which the employee completes</a:t>
            </a:r>
          </a:p>
        </p:txBody>
      </p:sp>
      <p:grpSp>
        <p:nvGrpSpPr>
          <p:cNvPr id="28" name="Group 27">
            <a:extLst>
              <a:ext uri="{FF2B5EF4-FFF2-40B4-BE49-F238E27FC236}">
                <a16:creationId xmlns:a16="http://schemas.microsoft.com/office/drawing/2014/main" id="{6C406DB5-D278-875C-936B-2DAC0896548C}"/>
              </a:ext>
              <a:ext uri="{C183D7F6-B498-43B3-948B-1728B52AA6E4}">
                <adec:decorative xmlns:adec="http://schemas.microsoft.com/office/drawing/2017/decorative" val="1"/>
              </a:ext>
            </a:extLst>
          </p:cNvPr>
          <p:cNvGrpSpPr/>
          <p:nvPr/>
        </p:nvGrpSpPr>
        <p:grpSpPr>
          <a:xfrm>
            <a:off x="3592364" y="1893340"/>
            <a:ext cx="300315" cy="264138"/>
            <a:chOff x="9198739" y="1690998"/>
            <a:chExt cx="212549" cy="186945"/>
          </a:xfrm>
          <a:solidFill>
            <a:schemeClr val="bg1">
              <a:lumMod val="65000"/>
            </a:schemeClr>
          </a:solidFill>
        </p:grpSpPr>
        <p:sp>
          <p:nvSpPr>
            <p:cNvPr id="29" name="Graphic 27">
              <a:extLst>
                <a:ext uri="{FF2B5EF4-FFF2-40B4-BE49-F238E27FC236}">
                  <a16:creationId xmlns:a16="http://schemas.microsoft.com/office/drawing/2014/main" id="{0D0D0C4E-EAF1-E716-A842-7E6AEC6126FE}"/>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Graphic 27">
              <a:extLst>
                <a:ext uri="{FF2B5EF4-FFF2-40B4-BE49-F238E27FC236}">
                  <a16:creationId xmlns:a16="http://schemas.microsoft.com/office/drawing/2014/main" id="{65C8536C-68DF-9CF1-15E2-EEC61117FF4B}"/>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90FF695A-B868-58B4-16A0-C188F6C8508B}"/>
              </a:ext>
              <a:ext uri="{C183D7F6-B498-43B3-948B-1728B52AA6E4}">
                <adec:decorative xmlns:adec="http://schemas.microsoft.com/office/drawing/2017/decorative" val="1"/>
              </a:ext>
            </a:extLst>
          </p:cNvPr>
          <p:cNvGrpSpPr/>
          <p:nvPr/>
        </p:nvGrpSpPr>
        <p:grpSpPr>
          <a:xfrm>
            <a:off x="7375299" y="1893340"/>
            <a:ext cx="300315" cy="264138"/>
            <a:chOff x="9198739" y="1690998"/>
            <a:chExt cx="212549" cy="186945"/>
          </a:xfrm>
          <a:solidFill>
            <a:schemeClr val="bg1">
              <a:lumMod val="65000"/>
            </a:schemeClr>
          </a:solidFill>
        </p:grpSpPr>
        <p:sp>
          <p:nvSpPr>
            <p:cNvPr id="32" name="Graphic 27">
              <a:extLst>
                <a:ext uri="{FF2B5EF4-FFF2-40B4-BE49-F238E27FC236}">
                  <a16:creationId xmlns:a16="http://schemas.microsoft.com/office/drawing/2014/main" id="{BD228029-0458-7D46-545C-6E2E16A15887}"/>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Graphic 27">
              <a:extLst>
                <a:ext uri="{FF2B5EF4-FFF2-40B4-BE49-F238E27FC236}">
                  <a16:creationId xmlns:a16="http://schemas.microsoft.com/office/drawing/2014/main" id="{B26A8BAA-5EF1-FBE5-9D62-70BE5DDC1C02}"/>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A2879800-4CD3-666F-69B8-BBD405B8E885}"/>
              </a:ext>
              <a:ext uri="{C183D7F6-B498-43B3-948B-1728B52AA6E4}">
                <adec:decorative xmlns:adec="http://schemas.microsoft.com/office/drawing/2017/decorative" val="1"/>
              </a:ext>
            </a:extLst>
          </p:cNvPr>
          <p:cNvGrpSpPr/>
          <p:nvPr/>
        </p:nvGrpSpPr>
        <p:grpSpPr>
          <a:xfrm flipH="1">
            <a:off x="5483831" y="4609568"/>
            <a:ext cx="300315" cy="264138"/>
            <a:chOff x="9198739" y="1690998"/>
            <a:chExt cx="212549" cy="186945"/>
          </a:xfrm>
          <a:solidFill>
            <a:schemeClr val="bg1">
              <a:lumMod val="65000"/>
            </a:schemeClr>
          </a:solidFill>
        </p:grpSpPr>
        <p:sp>
          <p:nvSpPr>
            <p:cNvPr id="35" name="Graphic 27">
              <a:extLst>
                <a:ext uri="{FF2B5EF4-FFF2-40B4-BE49-F238E27FC236}">
                  <a16:creationId xmlns:a16="http://schemas.microsoft.com/office/drawing/2014/main" id="{D71F3363-4E3F-217B-AF8F-B0FDDB767D20}"/>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Graphic 27">
              <a:extLst>
                <a:ext uri="{FF2B5EF4-FFF2-40B4-BE49-F238E27FC236}">
                  <a16:creationId xmlns:a16="http://schemas.microsoft.com/office/drawing/2014/main" id="{56D1BD2D-3D40-F32B-8030-7A1FEB7F1328}"/>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486244AE-13FF-D071-4979-5F075F0A53A9}"/>
              </a:ext>
              <a:ext uri="{C183D7F6-B498-43B3-948B-1728B52AA6E4}">
                <adec:decorative xmlns:adec="http://schemas.microsoft.com/office/drawing/2017/decorative" val="1"/>
              </a:ext>
            </a:extLst>
          </p:cNvPr>
          <p:cNvGrpSpPr/>
          <p:nvPr/>
        </p:nvGrpSpPr>
        <p:grpSpPr>
          <a:xfrm flipH="1">
            <a:off x="9266766" y="4609568"/>
            <a:ext cx="300315" cy="264138"/>
            <a:chOff x="9198739" y="1690998"/>
            <a:chExt cx="212549" cy="186945"/>
          </a:xfrm>
          <a:solidFill>
            <a:schemeClr val="bg1">
              <a:lumMod val="65000"/>
            </a:schemeClr>
          </a:solidFill>
        </p:grpSpPr>
        <p:sp>
          <p:nvSpPr>
            <p:cNvPr id="38" name="Graphic 27">
              <a:extLst>
                <a:ext uri="{FF2B5EF4-FFF2-40B4-BE49-F238E27FC236}">
                  <a16:creationId xmlns:a16="http://schemas.microsoft.com/office/drawing/2014/main" id="{3DFF09A0-CC48-1B07-FE9B-19E646A6A569}"/>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Graphic 27">
              <a:extLst>
                <a:ext uri="{FF2B5EF4-FFF2-40B4-BE49-F238E27FC236}">
                  <a16:creationId xmlns:a16="http://schemas.microsoft.com/office/drawing/2014/main" id="{A32A8119-78F0-120A-56EC-7F3EF8795248}"/>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CBFD85AB-CC9C-C801-A308-7F9017D5DE28}"/>
              </a:ext>
              <a:ext uri="{C183D7F6-B498-43B3-948B-1728B52AA6E4}">
                <adec:decorative xmlns:adec="http://schemas.microsoft.com/office/drawing/2017/decorative" val="1"/>
              </a:ext>
            </a:extLst>
          </p:cNvPr>
          <p:cNvGrpSpPr/>
          <p:nvPr/>
        </p:nvGrpSpPr>
        <p:grpSpPr>
          <a:xfrm rot="16200000" flipH="1">
            <a:off x="11453764" y="3251422"/>
            <a:ext cx="300315" cy="264138"/>
            <a:chOff x="9198739" y="1690998"/>
            <a:chExt cx="212549" cy="186945"/>
          </a:xfrm>
          <a:solidFill>
            <a:schemeClr val="bg1">
              <a:lumMod val="65000"/>
            </a:schemeClr>
          </a:solidFill>
        </p:grpSpPr>
        <p:sp>
          <p:nvSpPr>
            <p:cNvPr id="41" name="Graphic 27">
              <a:extLst>
                <a:ext uri="{FF2B5EF4-FFF2-40B4-BE49-F238E27FC236}">
                  <a16:creationId xmlns:a16="http://schemas.microsoft.com/office/drawing/2014/main" id="{CC73679D-090D-1476-68E3-4BD4BBAF0B7A}"/>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Graphic 27">
              <a:extLst>
                <a:ext uri="{FF2B5EF4-FFF2-40B4-BE49-F238E27FC236}">
                  <a16:creationId xmlns:a16="http://schemas.microsoft.com/office/drawing/2014/main" id="{0FC4E49E-8B42-BCD2-1130-448048E7346C}"/>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198DCC8A-9E55-34EF-11CB-4EB1670976BD}"/>
              </a:ext>
              <a:ext uri="{C183D7F6-B498-43B3-948B-1728B52AA6E4}">
                <adec:decorative xmlns:adec="http://schemas.microsoft.com/office/drawing/2017/decorative" val="1"/>
              </a:ext>
            </a:extLst>
          </p:cNvPr>
          <p:cNvGrpSpPr/>
          <p:nvPr/>
        </p:nvGrpSpPr>
        <p:grpSpPr>
          <a:xfrm>
            <a:off x="5502233" y="1512271"/>
            <a:ext cx="1046156" cy="1046156"/>
            <a:chOff x="5502233" y="1512271"/>
            <a:chExt cx="1046156" cy="1046156"/>
          </a:xfrm>
        </p:grpSpPr>
        <p:sp>
          <p:nvSpPr>
            <p:cNvPr id="47" name="Oval 46">
              <a:extLst>
                <a:ext uri="{FF2B5EF4-FFF2-40B4-BE49-F238E27FC236}">
                  <a16:creationId xmlns:a16="http://schemas.microsoft.com/office/drawing/2014/main" id="{E81684C7-1788-6594-02C1-975D6F3FF0CD}"/>
                </a:ext>
                <a:ext uri="{C183D7F6-B498-43B3-948B-1728B52AA6E4}">
                  <adec:decorative xmlns:adec="http://schemas.microsoft.com/office/drawing/2017/decorative" val="1"/>
                </a:ext>
              </a:extLst>
            </p:cNvPr>
            <p:cNvSpPr/>
            <p:nvPr/>
          </p:nvSpPr>
          <p:spPr bwMode="auto">
            <a:xfrm>
              <a:off x="5502233" y="1512271"/>
              <a:ext cx="1046156" cy="1046156"/>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Touchscreen">
              <a:extLst>
                <a:ext uri="{FF2B5EF4-FFF2-40B4-BE49-F238E27FC236}">
                  <a16:creationId xmlns:a16="http://schemas.microsoft.com/office/drawing/2014/main" id="{49C996A6-FF25-83EC-004B-83987FC4CF57}"/>
                </a:ext>
              </a:extLst>
            </p:cNvPr>
            <p:cNvSpPr>
              <a:spLocks noChangeAspect="1" noEditPoints="1"/>
            </p:cNvSpPr>
            <p:nvPr/>
          </p:nvSpPr>
          <p:spPr bwMode="auto">
            <a:xfrm>
              <a:off x="5797450" y="1821707"/>
              <a:ext cx="455722" cy="427285"/>
            </a:xfrm>
            <a:custGeom>
              <a:avLst/>
              <a:gdLst>
                <a:gd name="T0" fmla="*/ 1917 w 3772"/>
                <a:gd name="T1" fmla="*/ 1791 h 3535"/>
                <a:gd name="T2" fmla="*/ 1917 w 3772"/>
                <a:gd name="T3" fmla="*/ 1985 h 3535"/>
                <a:gd name="T4" fmla="*/ 1917 w 3772"/>
                <a:gd name="T5" fmla="*/ 1123 h 3535"/>
                <a:gd name="T6" fmla="*/ 1745 w 3772"/>
                <a:gd name="T7" fmla="*/ 951 h 3535"/>
                <a:gd name="T8" fmla="*/ 1573 w 3772"/>
                <a:gd name="T9" fmla="*/ 1123 h 3535"/>
                <a:gd name="T10" fmla="*/ 1573 w 3772"/>
                <a:gd name="T11" fmla="*/ 1135 h 3535"/>
                <a:gd name="T12" fmla="*/ 1573 w 3772"/>
                <a:gd name="T13" fmla="*/ 2527 h 3535"/>
                <a:gd name="T14" fmla="*/ 1469 w 3772"/>
                <a:gd name="T15" fmla="*/ 2569 h 3535"/>
                <a:gd name="T16" fmla="*/ 1282 w 3772"/>
                <a:gd name="T17" fmla="*/ 2383 h 3535"/>
                <a:gd name="T18" fmla="*/ 1023 w 3772"/>
                <a:gd name="T19" fmla="*/ 2383 h 3535"/>
                <a:gd name="T20" fmla="*/ 1023 w 3772"/>
                <a:gd name="T21" fmla="*/ 2641 h 3535"/>
                <a:gd name="T22" fmla="*/ 1659 w 3772"/>
                <a:gd name="T23" fmla="*/ 3277 h 3535"/>
                <a:gd name="T24" fmla="*/ 2262 w 3772"/>
                <a:gd name="T25" fmla="*/ 3535 h 3535"/>
                <a:gd name="T26" fmla="*/ 2951 w 3772"/>
                <a:gd name="T27" fmla="*/ 2846 h 3535"/>
                <a:gd name="T28" fmla="*/ 2951 w 3772"/>
                <a:gd name="T29" fmla="*/ 2184 h 3535"/>
                <a:gd name="T30" fmla="*/ 2820 w 3772"/>
                <a:gd name="T31" fmla="*/ 2017 h 3535"/>
                <a:gd name="T32" fmla="*/ 1917 w 3772"/>
                <a:gd name="T33" fmla="*/ 1791 h 3535"/>
                <a:gd name="T34" fmla="*/ 1917 w 3772"/>
                <a:gd name="T35" fmla="*/ 1123 h 3535"/>
                <a:gd name="T36" fmla="*/ 1917 w 3772"/>
                <a:gd name="T37" fmla="*/ 1602 h 3535"/>
                <a:gd name="T38" fmla="*/ 2254 w 3772"/>
                <a:gd name="T39" fmla="*/ 1123 h 3535"/>
                <a:gd name="T40" fmla="*/ 1744 w 3772"/>
                <a:gd name="T41" fmla="*/ 614 h 3535"/>
                <a:gd name="T42" fmla="*/ 1235 w 3772"/>
                <a:gd name="T43" fmla="*/ 1123 h 3535"/>
                <a:gd name="T44" fmla="*/ 1573 w 3772"/>
                <a:gd name="T45" fmla="*/ 1603 h 3535"/>
                <a:gd name="T46" fmla="*/ 2951 w 3772"/>
                <a:gd name="T47" fmla="*/ 2672 h 3535"/>
                <a:gd name="T48" fmla="*/ 3657 w 3772"/>
                <a:gd name="T49" fmla="*/ 2672 h 3535"/>
                <a:gd name="T50" fmla="*/ 3772 w 3772"/>
                <a:gd name="T51" fmla="*/ 2557 h 3535"/>
                <a:gd name="T52" fmla="*/ 3772 w 3772"/>
                <a:gd name="T53" fmla="*/ 115 h 3535"/>
                <a:gd name="T54" fmla="*/ 3657 w 3772"/>
                <a:gd name="T55" fmla="*/ 0 h 3535"/>
                <a:gd name="T56" fmla="*/ 115 w 3772"/>
                <a:gd name="T57" fmla="*/ 0 h 3535"/>
                <a:gd name="T58" fmla="*/ 0 w 3772"/>
                <a:gd name="T59" fmla="*/ 115 h 3535"/>
                <a:gd name="T60" fmla="*/ 0 w 3772"/>
                <a:gd name="T61" fmla="*/ 2557 h 3535"/>
                <a:gd name="T62" fmla="*/ 115 w 3772"/>
                <a:gd name="T63" fmla="*/ 2672 h 3535"/>
                <a:gd name="T64" fmla="*/ 1054 w 3772"/>
                <a:gd name="T65" fmla="*/ 2672 h 3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72" h="3535">
                  <a:moveTo>
                    <a:pt x="1917" y="1791"/>
                  </a:moveTo>
                  <a:cubicBezTo>
                    <a:pt x="1917" y="1985"/>
                    <a:pt x="1917" y="1985"/>
                    <a:pt x="1917" y="1985"/>
                  </a:cubicBezTo>
                  <a:moveTo>
                    <a:pt x="1917" y="1123"/>
                  </a:moveTo>
                  <a:cubicBezTo>
                    <a:pt x="1917" y="1028"/>
                    <a:pt x="1840" y="951"/>
                    <a:pt x="1745" y="951"/>
                  </a:cubicBezTo>
                  <a:cubicBezTo>
                    <a:pt x="1650" y="951"/>
                    <a:pt x="1573" y="1028"/>
                    <a:pt x="1573" y="1123"/>
                  </a:cubicBezTo>
                  <a:cubicBezTo>
                    <a:pt x="1573" y="1123"/>
                    <a:pt x="1573" y="1127"/>
                    <a:pt x="1573" y="1135"/>
                  </a:cubicBezTo>
                  <a:cubicBezTo>
                    <a:pt x="1573" y="1252"/>
                    <a:pt x="1573" y="2194"/>
                    <a:pt x="1573" y="2527"/>
                  </a:cubicBezTo>
                  <a:cubicBezTo>
                    <a:pt x="1573" y="2581"/>
                    <a:pt x="1507" y="2608"/>
                    <a:pt x="1469" y="2569"/>
                  </a:cubicBezTo>
                  <a:cubicBezTo>
                    <a:pt x="1282" y="2383"/>
                    <a:pt x="1282" y="2383"/>
                    <a:pt x="1282" y="2383"/>
                  </a:cubicBezTo>
                  <a:cubicBezTo>
                    <a:pt x="1210" y="2311"/>
                    <a:pt x="1095" y="2311"/>
                    <a:pt x="1023" y="2383"/>
                  </a:cubicBezTo>
                  <a:cubicBezTo>
                    <a:pt x="952" y="2454"/>
                    <a:pt x="952" y="2570"/>
                    <a:pt x="1023" y="2641"/>
                  </a:cubicBezTo>
                  <a:cubicBezTo>
                    <a:pt x="1659" y="3277"/>
                    <a:pt x="1659" y="3277"/>
                    <a:pt x="1659" y="3277"/>
                  </a:cubicBezTo>
                  <a:cubicBezTo>
                    <a:pt x="1813" y="3436"/>
                    <a:pt x="2026" y="3535"/>
                    <a:pt x="2262" y="3535"/>
                  </a:cubicBezTo>
                  <a:cubicBezTo>
                    <a:pt x="2643" y="3535"/>
                    <a:pt x="2951" y="3227"/>
                    <a:pt x="2951" y="2846"/>
                  </a:cubicBezTo>
                  <a:cubicBezTo>
                    <a:pt x="2951" y="2184"/>
                    <a:pt x="2951" y="2184"/>
                    <a:pt x="2951" y="2184"/>
                  </a:cubicBezTo>
                  <a:cubicBezTo>
                    <a:pt x="2951" y="2105"/>
                    <a:pt x="2897" y="2036"/>
                    <a:pt x="2820" y="2017"/>
                  </a:cubicBezTo>
                  <a:cubicBezTo>
                    <a:pt x="1917" y="1791"/>
                    <a:pt x="1917" y="1791"/>
                    <a:pt x="1917" y="1791"/>
                  </a:cubicBezTo>
                  <a:lnTo>
                    <a:pt x="1917" y="1123"/>
                  </a:lnTo>
                  <a:close/>
                  <a:moveTo>
                    <a:pt x="1917" y="1602"/>
                  </a:moveTo>
                  <a:cubicBezTo>
                    <a:pt x="2114" y="1532"/>
                    <a:pt x="2254" y="1344"/>
                    <a:pt x="2254" y="1123"/>
                  </a:cubicBezTo>
                  <a:cubicBezTo>
                    <a:pt x="2254" y="842"/>
                    <a:pt x="2026" y="614"/>
                    <a:pt x="1744" y="614"/>
                  </a:cubicBezTo>
                  <a:cubicBezTo>
                    <a:pt x="1463" y="614"/>
                    <a:pt x="1235" y="842"/>
                    <a:pt x="1235" y="1123"/>
                  </a:cubicBezTo>
                  <a:cubicBezTo>
                    <a:pt x="1235" y="1344"/>
                    <a:pt x="1376" y="1532"/>
                    <a:pt x="1573" y="1603"/>
                  </a:cubicBezTo>
                  <a:moveTo>
                    <a:pt x="2951" y="2672"/>
                  </a:moveTo>
                  <a:cubicBezTo>
                    <a:pt x="3657" y="2672"/>
                    <a:pt x="3657" y="2672"/>
                    <a:pt x="3657" y="2672"/>
                  </a:cubicBezTo>
                  <a:cubicBezTo>
                    <a:pt x="3720" y="2672"/>
                    <a:pt x="3772" y="2621"/>
                    <a:pt x="3772" y="2557"/>
                  </a:cubicBezTo>
                  <a:cubicBezTo>
                    <a:pt x="3772" y="115"/>
                    <a:pt x="3772" y="115"/>
                    <a:pt x="3772" y="115"/>
                  </a:cubicBezTo>
                  <a:cubicBezTo>
                    <a:pt x="3772" y="51"/>
                    <a:pt x="3720" y="0"/>
                    <a:pt x="3657" y="0"/>
                  </a:cubicBezTo>
                  <a:cubicBezTo>
                    <a:pt x="115" y="0"/>
                    <a:pt x="115" y="0"/>
                    <a:pt x="115" y="0"/>
                  </a:cubicBezTo>
                  <a:cubicBezTo>
                    <a:pt x="51" y="0"/>
                    <a:pt x="0" y="51"/>
                    <a:pt x="0" y="115"/>
                  </a:cubicBezTo>
                  <a:cubicBezTo>
                    <a:pt x="0" y="2557"/>
                    <a:pt x="0" y="2557"/>
                    <a:pt x="0" y="2557"/>
                  </a:cubicBezTo>
                  <a:cubicBezTo>
                    <a:pt x="0" y="2621"/>
                    <a:pt x="51" y="2672"/>
                    <a:pt x="115" y="2672"/>
                  </a:cubicBezTo>
                  <a:cubicBezTo>
                    <a:pt x="1054" y="2672"/>
                    <a:pt x="1054" y="2672"/>
                    <a:pt x="1054" y="2672"/>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F20BD08E-9C47-8C65-9553-DCE3E49C527E}"/>
              </a:ext>
              <a:ext uri="{C183D7F6-B498-43B3-948B-1728B52AA6E4}">
                <adec:decorative xmlns:adec="http://schemas.microsoft.com/office/drawing/2017/decorative" val="1"/>
              </a:ext>
            </a:extLst>
          </p:cNvPr>
          <p:cNvGrpSpPr/>
          <p:nvPr/>
        </p:nvGrpSpPr>
        <p:grpSpPr>
          <a:xfrm>
            <a:off x="9285167" y="1512271"/>
            <a:ext cx="1046156" cy="1046156"/>
            <a:chOff x="9285167" y="1512271"/>
            <a:chExt cx="1046156" cy="1046156"/>
          </a:xfrm>
        </p:grpSpPr>
        <p:sp>
          <p:nvSpPr>
            <p:cNvPr id="50" name="Oval 49">
              <a:extLst>
                <a:ext uri="{FF2B5EF4-FFF2-40B4-BE49-F238E27FC236}">
                  <a16:creationId xmlns:a16="http://schemas.microsoft.com/office/drawing/2014/main" id="{0F5A912C-9151-0EBA-23F8-D6402A0DF86C}"/>
                </a:ext>
                <a:ext uri="{C183D7F6-B498-43B3-948B-1728B52AA6E4}">
                  <adec:decorative xmlns:adec="http://schemas.microsoft.com/office/drawing/2017/decorative" val="1"/>
                </a:ext>
              </a:extLst>
            </p:cNvPr>
            <p:cNvSpPr/>
            <p:nvPr/>
          </p:nvSpPr>
          <p:spPr bwMode="auto">
            <a:xfrm>
              <a:off x="9285167" y="1512271"/>
              <a:ext cx="1046156" cy="1046156"/>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Script_F03A">
              <a:extLst>
                <a:ext uri="{FF2B5EF4-FFF2-40B4-BE49-F238E27FC236}">
                  <a16:creationId xmlns:a16="http://schemas.microsoft.com/office/drawing/2014/main" id="{7180DD85-3285-8355-1C3C-29328B71A0A6}"/>
                </a:ext>
              </a:extLst>
            </p:cNvPr>
            <p:cNvSpPr>
              <a:spLocks noChangeAspect="1" noEditPoints="1"/>
            </p:cNvSpPr>
            <p:nvPr/>
          </p:nvSpPr>
          <p:spPr bwMode="auto">
            <a:xfrm>
              <a:off x="9574174" y="1801164"/>
              <a:ext cx="468143" cy="468370"/>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52" name="Group 51">
            <a:extLst>
              <a:ext uri="{FF2B5EF4-FFF2-40B4-BE49-F238E27FC236}">
                <a16:creationId xmlns:a16="http://schemas.microsoft.com/office/drawing/2014/main" id="{848FB1DF-A052-7570-A9B1-C7B42FC990A9}"/>
              </a:ext>
              <a:ext uri="{C183D7F6-B498-43B3-948B-1728B52AA6E4}">
                <adec:decorative xmlns:adec="http://schemas.microsoft.com/office/drawing/2017/decorative" val="1"/>
              </a:ext>
            </a:extLst>
          </p:cNvPr>
          <p:cNvGrpSpPr/>
          <p:nvPr/>
        </p:nvGrpSpPr>
        <p:grpSpPr>
          <a:xfrm>
            <a:off x="7393701" y="4218558"/>
            <a:ext cx="1046156" cy="1046156"/>
            <a:chOff x="7393701" y="4218558"/>
            <a:chExt cx="1046156" cy="1046156"/>
          </a:xfrm>
        </p:grpSpPr>
        <p:sp>
          <p:nvSpPr>
            <p:cNvPr id="53" name="Oval 52">
              <a:extLst>
                <a:ext uri="{FF2B5EF4-FFF2-40B4-BE49-F238E27FC236}">
                  <a16:creationId xmlns:a16="http://schemas.microsoft.com/office/drawing/2014/main" id="{D1815FE7-CE7A-619C-FEBD-1B961E12828C}"/>
                </a:ext>
                <a:ext uri="{C183D7F6-B498-43B3-948B-1728B52AA6E4}">
                  <adec:decorative xmlns:adec="http://schemas.microsoft.com/office/drawing/2017/decorative" val="1"/>
                </a:ext>
              </a:extLst>
            </p:cNvPr>
            <p:cNvSpPr/>
            <p:nvPr/>
          </p:nvSpPr>
          <p:spPr bwMode="auto">
            <a:xfrm>
              <a:off x="7393701" y="4218558"/>
              <a:ext cx="1046156" cy="1046156"/>
            </a:xfrm>
            <a:prstGeom prst="ellipse">
              <a:avLst/>
            </a:prstGeom>
            <a:solidFill>
              <a:schemeClr val="tx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Graphic 11">
              <a:extLst>
                <a:ext uri="{FF2B5EF4-FFF2-40B4-BE49-F238E27FC236}">
                  <a16:creationId xmlns:a16="http://schemas.microsoft.com/office/drawing/2014/main" id="{AEC89E45-7CB5-2E0A-5455-8C7C158C8A1F}"/>
                </a:ext>
              </a:extLst>
            </p:cNvPr>
            <p:cNvSpPr/>
            <p:nvPr/>
          </p:nvSpPr>
          <p:spPr>
            <a:xfrm>
              <a:off x="7743156" y="4498548"/>
              <a:ext cx="347246" cy="486177"/>
            </a:xfrm>
            <a:custGeom>
              <a:avLst/>
              <a:gdLst>
                <a:gd name="connsiteX0" fmla="*/ 294935 w 294934"/>
                <a:gd name="connsiteY0" fmla="*/ 412937 h 412937"/>
                <a:gd name="connsiteX1" fmla="*/ 0 w 294934"/>
                <a:gd name="connsiteY1" fmla="*/ 412937 h 412937"/>
                <a:gd name="connsiteX2" fmla="*/ 0 w 294934"/>
                <a:gd name="connsiteY2" fmla="*/ 193421 h 412937"/>
                <a:gd name="connsiteX3" fmla="*/ 294935 w 294934"/>
                <a:gd name="connsiteY3" fmla="*/ 193421 h 412937"/>
                <a:gd name="connsiteX4" fmla="*/ 294935 w 294934"/>
                <a:gd name="connsiteY4" fmla="*/ 412937 h 412937"/>
                <a:gd name="connsiteX5" fmla="*/ 294935 w 294934"/>
                <a:gd name="connsiteY5" fmla="*/ 412937 h 412937"/>
                <a:gd name="connsiteX6" fmla="*/ 294935 w 294934"/>
                <a:gd name="connsiteY6" fmla="*/ 412937 h 412937"/>
                <a:gd name="connsiteX7" fmla="*/ 294935 w 294934"/>
                <a:gd name="connsiteY7" fmla="*/ 412937 h 412937"/>
                <a:gd name="connsiteX8" fmla="*/ 294935 w 294934"/>
                <a:gd name="connsiteY8" fmla="*/ 412937 h 412937"/>
                <a:gd name="connsiteX9" fmla="*/ 241884 w 294934"/>
                <a:gd name="connsiteY9" fmla="*/ 193564 h 412937"/>
                <a:gd name="connsiteX10" fmla="*/ 241884 w 294934"/>
                <a:gd name="connsiteY10" fmla="*/ 92481 h 412937"/>
                <a:gd name="connsiteX11" fmla="*/ 149260 w 294934"/>
                <a:gd name="connsiteY11" fmla="*/ 0 h 412937"/>
                <a:gd name="connsiteX12" fmla="*/ 56779 w 294934"/>
                <a:gd name="connsiteY12" fmla="*/ 92481 h 412937"/>
                <a:gd name="connsiteX13" fmla="*/ 56779 w 294934"/>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4935" h="412937">
                  <a:moveTo>
                    <a:pt x="294935" y="412937"/>
                  </a:moveTo>
                  <a:lnTo>
                    <a:pt x="0" y="412937"/>
                  </a:lnTo>
                  <a:lnTo>
                    <a:pt x="0" y="193421"/>
                  </a:lnTo>
                  <a:lnTo>
                    <a:pt x="294935" y="193421"/>
                  </a:lnTo>
                  <a:lnTo>
                    <a:pt x="294935" y="412937"/>
                  </a:lnTo>
                  <a:lnTo>
                    <a:pt x="294935" y="412937"/>
                  </a:lnTo>
                  <a:lnTo>
                    <a:pt x="294935" y="412937"/>
                  </a:lnTo>
                  <a:lnTo>
                    <a:pt x="294935" y="412937"/>
                  </a:lnTo>
                  <a:lnTo>
                    <a:pt x="294935" y="412937"/>
                  </a:lnTo>
                  <a:close/>
                  <a:moveTo>
                    <a:pt x="241884" y="193564"/>
                  </a:moveTo>
                  <a:lnTo>
                    <a:pt x="241884" y="92481"/>
                  </a:lnTo>
                  <a:cubicBezTo>
                    <a:pt x="241884" y="41867"/>
                    <a:pt x="201163" y="0"/>
                    <a:pt x="149260" y="0"/>
                  </a:cubicBezTo>
                  <a:cubicBezTo>
                    <a:pt x="97356" y="0"/>
                    <a:pt x="56779" y="42011"/>
                    <a:pt x="56779" y="92481"/>
                  </a:cubicBezTo>
                  <a:lnTo>
                    <a:pt x="56779" y="193564"/>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3" name="Group 2">
            <a:extLst>
              <a:ext uri="{FF2B5EF4-FFF2-40B4-BE49-F238E27FC236}">
                <a16:creationId xmlns:a16="http://schemas.microsoft.com/office/drawing/2014/main" id="{9C477B31-9357-D548-508E-EE3BE4C01420}"/>
              </a:ext>
              <a:ext uri="{C183D7F6-B498-43B3-948B-1728B52AA6E4}">
                <adec:decorative xmlns:adec="http://schemas.microsoft.com/office/drawing/2017/decorative" val="1"/>
              </a:ext>
            </a:extLst>
          </p:cNvPr>
          <p:cNvGrpSpPr/>
          <p:nvPr/>
        </p:nvGrpSpPr>
        <p:grpSpPr>
          <a:xfrm>
            <a:off x="1719297" y="1512271"/>
            <a:ext cx="1046156" cy="1046156"/>
            <a:chOff x="1719297" y="1512271"/>
            <a:chExt cx="1046156" cy="1046156"/>
          </a:xfrm>
        </p:grpSpPr>
        <p:sp>
          <p:nvSpPr>
            <p:cNvPr id="4" name="Oval 3">
              <a:extLst>
                <a:ext uri="{FF2B5EF4-FFF2-40B4-BE49-F238E27FC236}">
                  <a16:creationId xmlns:a16="http://schemas.microsoft.com/office/drawing/2014/main" id="{977C68F3-BADE-DF24-A0BC-6074FBFE98F5}"/>
                </a:ext>
                <a:ext uri="{C183D7F6-B498-43B3-948B-1728B52AA6E4}">
                  <adec:decorative xmlns:adec="http://schemas.microsoft.com/office/drawing/2017/decorative" val="1"/>
                </a:ext>
              </a:extLst>
            </p:cNvPr>
            <p:cNvSpPr/>
            <p:nvPr/>
          </p:nvSpPr>
          <p:spPr bwMode="auto">
            <a:xfrm>
              <a:off x="1719297" y="1512271"/>
              <a:ext cx="1046156" cy="104615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 name="people_3" title="Icon of a person surrounded by brackets">
              <a:extLst>
                <a:ext uri="{FF2B5EF4-FFF2-40B4-BE49-F238E27FC236}">
                  <a16:creationId xmlns:a16="http://schemas.microsoft.com/office/drawing/2014/main" id="{6D830F70-1478-752A-FC19-2A5943C85E1A}"/>
                </a:ext>
              </a:extLst>
            </p:cNvPr>
            <p:cNvSpPr>
              <a:spLocks noChangeAspect="1" noEditPoints="1"/>
            </p:cNvSpPr>
            <p:nvPr/>
          </p:nvSpPr>
          <p:spPr bwMode="auto">
            <a:xfrm>
              <a:off x="1990549" y="1779132"/>
              <a:ext cx="503652" cy="507679"/>
            </a:xfrm>
            <a:custGeom>
              <a:avLst/>
              <a:gdLst>
                <a:gd name="T0" fmla="*/ 346 w 346"/>
                <a:gd name="T1" fmla="*/ 265 h 348"/>
                <a:gd name="T2" fmla="*/ 346 w 346"/>
                <a:gd name="T3" fmla="*/ 348 h 348"/>
                <a:gd name="T4" fmla="*/ 263 w 346"/>
                <a:gd name="T5" fmla="*/ 348 h 348"/>
                <a:gd name="T6" fmla="*/ 346 w 346"/>
                <a:gd name="T7" fmla="*/ 83 h 348"/>
                <a:gd name="T8" fmla="*/ 346 w 346"/>
                <a:gd name="T9" fmla="*/ 0 h 348"/>
                <a:gd name="T10" fmla="*/ 263 w 346"/>
                <a:gd name="T11" fmla="*/ 0 h 348"/>
                <a:gd name="T12" fmla="*/ 83 w 346"/>
                <a:gd name="T13" fmla="*/ 0 h 348"/>
                <a:gd name="T14" fmla="*/ 0 w 346"/>
                <a:gd name="T15" fmla="*/ 0 h 348"/>
                <a:gd name="T16" fmla="*/ 0 w 346"/>
                <a:gd name="T17" fmla="*/ 83 h 348"/>
                <a:gd name="T18" fmla="*/ 0 w 346"/>
                <a:gd name="T19" fmla="*/ 265 h 348"/>
                <a:gd name="T20" fmla="*/ 0 w 346"/>
                <a:gd name="T21" fmla="*/ 348 h 348"/>
                <a:gd name="T22" fmla="*/ 83 w 346"/>
                <a:gd name="T23" fmla="*/ 348 h 348"/>
                <a:gd name="T24" fmla="*/ 173 w 346"/>
                <a:gd name="T25" fmla="*/ 184 h 348"/>
                <a:gd name="T26" fmla="*/ 229 w 346"/>
                <a:gd name="T27" fmla="*/ 129 h 348"/>
                <a:gd name="T28" fmla="*/ 173 w 346"/>
                <a:gd name="T29" fmla="*/ 73 h 348"/>
                <a:gd name="T30" fmla="*/ 117 w 346"/>
                <a:gd name="T31" fmla="*/ 129 h 348"/>
                <a:gd name="T32" fmla="*/ 173 w 346"/>
                <a:gd name="T33" fmla="*/ 184 h 348"/>
                <a:gd name="T34" fmla="*/ 262 w 346"/>
                <a:gd name="T35" fmla="*/ 275 h 348"/>
                <a:gd name="T36" fmla="*/ 172 w 346"/>
                <a:gd name="T37" fmla="*/ 184 h 348"/>
                <a:gd name="T38" fmla="*/ 82 w 346"/>
                <a:gd name="T39" fmla="*/ 275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6" h="348">
                  <a:moveTo>
                    <a:pt x="346" y="265"/>
                  </a:moveTo>
                  <a:cubicBezTo>
                    <a:pt x="346" y="348"/>
                    <a:pt x="346" y="348"/>
                    <a:pt x="346" y="348"/>
                  </a:cubicBezTo>
                  <a:cubicBezTo>
                    <a:pt x="263" y="348"/>
                    <a:pt x="263" y="348"/>
                    <a:pt x="263" y="348"/>
                  </a:cubicBezTo>
                  <a:moveTo>
                    <a:pt x="346" y="83"/>
                  </a:moveTo>
                  <a:cubicBezTo>
                    <a:pt x="346" y="0"/>
                    <a:pt x="346" y="0"/>
                    <a:pt x="346" y="0"/>
                  </a:cubicBezTo>
                  <a:cubicBezTo>
                    <a:pt x="263" y="0"/>
                    <a:pt x="263" y="0"/>
                    <a:pt x="263" y="0"/>
                  </a:cubicBezTo>
                  <a:moveTo>
                    <a:pt x="83" y="0"/>
                  </a:moveTo>
                  <a:cubicBezTo>
                    <a:pt x="0" y="0"/>
                    <a:pt x="0" y="0"/>
                    <a:pt x="0" y="0"/>
                  </a:cubicBezTo>
                  <a:cubicBezTo>
                    <a:pt x="0" y="83"/>
                    <a:pt x="0" y="83"/>
                    <a:pt x="0" y="83"/>
                  </a:cubicBezTo>
                  <a:moveTo>
                    <a:pt x="0" y="265"/>
                  </a:moveTo>
                  <a:cubicBezTo>
                    <a:pt x="0" y="348"/>
                    <a:pt x="0" y="348"/>
                    <a:pt x="0" y="348"/>
                  </a:cubicBezTo>
                  <a:cubicBezTo>
                    <a:pt x="83" y="348"/>
                    <a:pt x="83" y="348"/>
                    <a:pt x="83" y="348"/>
                  </a:cubicBezTo>
                  <a:moveTo>
                    <a:pt x="173" y="184"/>
                  </a:moveTo>
                  <a:cubicBezTo>
                    <a:pt x="204" y="184"/>
                    <a:pt x="229" y="159"/>
                    <a:pt x="229" y="129"/>
                  </a:cubicBezTo>
                  <a:cubicBezTo>
                    <a:pt x="229" y="98"/>
                    <a:pt x="204" y="73"/>
                    <a:pt x="173" y="73"/>
                  </a:cubicBezTo>
                  <a:cubicBezTo>
                    <a:pt x="142" y="73"/>
                    <a:pt x="117" y="98"/>
                    <a:pt x="117" y="129"/>
                  </a:cubicBezTo>
                  <a:cubicBezTo>
                    <a:pt x="117" y="159"/>
                    <a:pt x="142" y="184"/>
                    <a:pt x="173" y="184"/>
                  </a:cubicBezTo>
                  <a:close/>
                  <a:moveTo>
                    <a:pt x="262" y="275"/>
                  </a:moveTo>
                  <a:cubicBezTo>
                    <a:pt x="262" y="225"/>
                    <a:pt x="222" y="184"/>
                    <a:pt x="172" y="184"/>
                  </a:cubicBezTo>
                  <a:cubicBezTo>
                    <a:pt x="122" y="184"/>
                    <a:pt x="82" y="225"/>
                    <a:pt x="82" y="275"/>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6" name="Group 5">
            <a:extLst>
              <a:ext uri="{FF2B5EF4-FFF2-40B4-BE49-F238E27FC236}">
                <a16:creationId xmlns:a16="http://schemas.microsoft.com/office/drawing/2014/main" id="{544E0EF3-660A-8988-0B7A-4FFBC3F769EA}"/>
              </a:ext>
              <a:ext uri="{C183D7F6-B498-43B3-948B-1728B52AA6E4}">
                <adec:decorative xmlns:adec="http://schemas.microsoft.com/office/drawing/2017/decorative" val="1"/>
              </a:ext>
            </a:extLst>
          </p:cNvPr>
          <p:cNvGrpSpPr/>
          <p:nvPr/>
        </p:nvGrpSpPr>
        <p:grpSpPr>
          <a:xfrm>
            <a:off x="3610765" y="4218558"/>
            <a:ext cx="1046156" cy="1046156"/>
            <a:chOff x="3610765" y="4218558"/>
            <a:chExt cx="1046156" cy="1046156"/>
          </a:xfrm>
        </p:grpSpPr>
        <p:sp>
          <p:nvSpPr>
            <p:cNvPr id="7" name="Oval 6">
              <a:extLst>
                <a:ext uri="{FF2B5EF4-FFF2-40B4-BE49-F238E27FC236}">
                  <a16:creationId xmlns:a16="http://schemas.microsoft.com/office/drawing/2014/main" id="{1FB6ECB5-E09C-655E-9DE2-9837C1619969}"/>
                </a:ext>
                <a:ext uri="{C183D7F6-B498-43B3-948B-1728B52AA6E4}">
                  <adec:decorative xmlns:adec="http://schemas.microsoft.com/office/drawing/2017/decorative" val="1"/>
                </a:ext>
              </a:extLst>
            </p:cNvPr>
            <p:cNvSpPr/>
            <p:nvPr/>
          </p:nvSpPr>
          <p:spPr bwMode="auto">
            <a:xfrm>
              <a:off x="3610765" y="4218558"/>
              <a:ext cx="1046156" cy="1046156"/>
            </a:xfrm>
            <a:prstGeom prst="ellipse">
              <a:avLst/>
            </a:prstGeom>
            <a:solidFill>
              <a:schemeClr val="accent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check 3">
              <a:extLst>
                <a:ext uri="{FF2B5EF4-FFF2-40B4-BE49-F238E27FC236}">
                  <a16:creationId xmlns:a16="http://schemas.microsoft.com/office/drawing/2014/main" id="{3A2F9437-72B6-7700-5ADF-B35A2D615B25}"/>
                </a:ext>
              </a:extLst>
            </p:cNvPr>
            <p:cNvSpPr>
              <a:spLocks noChangeAspect="1" noEditPoints="1"/>
            </p:cNvSpPr>
            <p:nvPr/>
          </p:nvSpPr>
          <p:spPr bwMode="auto">
            <a:xfrm>
              <a:off x="3898489" y="4507356"/>
              <a:ext cx="470678" cy="467949"/>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301156561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743A4-8D4C-7A21-0679-D0C159034C66}"/>
            </a:ext>
          </a:extLst>
        </p:cNvPr>
        <p:cNvGrpSpPr/>
        <p:nvPr/>
      </p:nvGrpSpPr>
      <p:grpSpPr>
        <a:xfrm>
          <a:off x="0" y="0"/>
          <a:ext cx="0" cy="0"/>
          <a:chOff x="0" y="0"/>
          <a:chExt cx="0" cy="0"/>
        </a:xfrm>
      </p:grpSpPr>
      <p:cxnSp>
        <p:nvCxnSpPr>
          <p:cNvPr id="1203" name="Straight Connector 1202">
            <a:extLst>
              <a:ext uri="{FF2B5EF4-FFF2-40B4-BE49-F238E27FC236}">
                <a16:creationId xmlns:a16="http://schemas.microsoft.com/office/drawing/2014/main" id="{A62D00A3-C499-F701-ED8D-186A550E1D24}"/>
              </a:ext>
              <a:ext uri="{C183D7F6-B498-43B3-948B-1728B52AA6E4}">
                <adec:decorative xmlns:adec="http://schemas.microsoft.com/office/drawing/2017/decorative" val="1"/>
              </a:ext>
            </a:extLst>
          </p:cNvPr>
          <p:cNvCxnSpPr>
            <a:cxnSpLocks/>
          </p:cNvCxnSpPr>
          <p:nvPr/>
        </p:nvCxnSpPr>
        <p:spPr>
          <a:xfrm flipH="1">
            <a:off x="0" y="2163489"/>
            <a:ext cx="1788638" cy="0"/>
          </a:xfrm>
          <a:prstGeom prst="line">
            <a:avLst/>
          </a:prstGeom>
          <a:ln w="381000"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79" name="Straight Arrow Connector 22">
            <a:extLst>
              <a:ext uri="{FF2B5EF4-FFF2-40B4-BE49-F238E27FC236}">
                <a16:creationId xmlns:a16="http://schemas.microsoft.com/office/drawing/2014/main" id="{CB8F25C2-BCF8-C45D-5746-88F579A9D792}"/>
              </a:ext>
            </a:extLst>
          </p:cNvPr>
          <p:cNvCxnSpPr>
            <a:cxnSpLocks/>
          </p:cNvCxnSpPr>
          <p:nvPr/>
        </p:nvCxnSpPr>
        <p:spPr>
          <a:xfrm flipV="1">
            <a:off x="3158053" y="3968908"/>
            <a:ext cx="2893242" cy="1441483"/>
          </a:xfrm>
          <a:prstGeom prst="bentConnector2">
            <a:avLst/>
          </a:prstGeom>
          <a:noFill/>
          <a:ln w="12700" cap="flat" cmpd="sng" algn="ctr">
            <a:solidFill>
              <a:schemeClr val="accent4"/>
            </a:solidFill>
            <a:prstDash val="solid"/>
            <a:headEnd type="none" w="lg" len="med"/>
            <a:tailEnd type="arrow" w="lg" len="sm"/>
          </a:ln>
          <a:effectLst/>
        </p:spPr>
      </p:cxnSp>
      <p:sp>
        <p:nvSpPr>
          <p:cNvPr id="1181" name="TextBox 1180">
            <a:extLst>
              <a:ext uri="{FF2B5EF4-FFF2-40B4-BE49-F238E27FC236}">
                <a16:creationId xmlns:a16="http://schemas.microsoft.com/office/drawing/2014/main" id="{20168B48-2ADE-6C9D-3676-AD2E94427218}"/>
              </a:ext>
            </a:extLst>
          </p:cNvPr>
          <p:cNvSpPr txBox="1"/>
          <p:nvPr/>
        </p:nvSpPr>
        <p:spPr>
          <a:xfrm>
            <a:off x="1981775" y="4696632"/>
            <a:ext cx="131407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7C10"/>
                </a:solidFill>
                <a:effectLst/>
                <a:uLnTx/>
                <a:uFillTx/>
                <a:latin typeface="Segoe UI"/>
                <a:ea typeface="+mn-ea"/>
                <a:cs typeface="+mn-cs"/>
              </a:rPr>
              <a:t>Admins</a:t>
            </a:r>
            <a:endParaRPr kumimoji="0" lang="en-US" sz="1800" b="0" i="0" u="none" strike="noStrike" kern="1200" cap="none" spc="0" normalizeH="0" baseline="0" noProof="0" dirty="0">
              <a:ln>
                <a:noFill/>
              </a:ln>
              <a:solidFill>
                <a:srgbClr val="107C10"/>
              </a:solidFill>
              <a:effectLst/>
              <a:uLnTx/>
              <a:uFillTx/>
              <a:latin typeface="Segoe UI"/>
              <a:ea typeface="+mn-ea"/>
              <a:cs typeface="+mn-cs"/>
            </a:endParaRPr>
          </a:p>
        </p:txBody>
      </p:sp>
      <p:sp>
        <p:nvSpPr>
          <p:cNvPr id="1182" name="TextBox 1181">
            <a:extLst>
              <a:ext uri="{FF2B5EF4-FFF2-40B4-BE49-F238E27FC236}">
                <a16:creationId xmlns:a16="http://schemas.microsoft.com/office/drawing/2014/main" id="{52EAE342-4FE7-E9B9-2BAE-83CAAAB00C73}"/>
              </a:ext>
            </a:extLst>
          </p:cNvPr>
          <p:cNvSpPr txBox="1"/>
          <p:nvPr/>
        </p:nvSpPr>
        <p:spPr>
          <a:xfrm>
            <a:off x="1587251" y="5847675"/>
            <a:ext cx="2103120" cy="677108"/>
          </a:xfrm>
          <a:prstGeom prst="rect">
            <a:avLst/>
          </a:prstGeom>
          <a:solidFill>
            <a:schemeClr val="bg1"/>
          </a:solidFill>
        </p:spPr>
        <p:txBody>
          <a:bodyPr wrap="square" lIns="91440" tIns="0" rIns="91440" bIns="0"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UI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Segoe UI"/>
                <a:ea typeface="+mn-ea"/>
                <a:cs typeface="+mn-cs"/>
              </a:rPr>
              <a:t>Configure access packages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Segoe UI"/>
                <a:ea typeface="+mn-ea"/>
                <a:cs typeface="+mn-cs"/>
              </a:rPr>
              <a:t>i</a:t>
            </a:r>
            <a:r>
              <a:rPr kumimoji="0" lang="en-US" sz="1100" b="0" i="0" u="none" strike="noStrike" kern="1200" cap="none" spc="0" normalizeH="0" baseline="0" noProof="0" dirty="0">
                <a:ln>
                  <a:noFill/>
                </a:ln>
                <a:solidFill>
                  <a:srgbClr val="000000"/>
                </a:solidFill>
                <a:effectLst/>
                <a:uLnTx/>
                <a:uFillTx/>
                <a:latin typeface="Segoe UI"/>
                <a:ea typeface="+mn-ea"/>
                <a:cs typeface="+mn-cs"/>
              </a:rPr>
              <a:t>n Entitlement Management that contain Microsoft Entra roles and relevant applications</a:t>
            </a:r>
          </a:p>
        </p:txBody>
      </p:sp>
      <p:grpSp>
        <p:nvGrpSpPr>
          <p:cNvPr id="1183" name="Group 1182">
            <a:extLst>
              <a:ext uri="{FF2B5EF4-FFF2-40B4-BE49-F238E27FC236}">
                <a16:creationId xmlns:a16="http://schemas.microsoft.com/office/drawing/2014/main" id="{EAD9D3E6-0F67-1B9D-E17B-6D0C93C5028F}"/>
              </a:ext>
              <a:ext uri="{C183D7F6-B498-43B3-948B-1728B52AA6E4}">
                <adec:decorative xmlns:adec="http://schemas.microsoft.com/office/drawing/2017/decorative" val="1"/>
              </a:ext>
            </a:extLst>
          </p:cNvPr>
          <p:cNvGrpSpPr/>
          <p:nvPr/>
        </p:nvGrpSpPr>
        <p:grpSpPr>
          <a:xfrm>
            <a:off x="2262897" y="5047693"/>
            <a:ext cx="751828" cy="751828"/>
            <a:chOff x="12253636" y="684863"/>
            <a:chExt cx="660299" cy="660299"/>
          </a:xfrm>
          <a:solidFill>
            <a:schemeClr val="accent3"/>
          </a:solidFill>
        </p:grpSpPr>
        <p:sp>
          <p:nvSpPr>
            <p:cNvPr id="1184" name="Oval 1183">
              <a:extLst>
                <a:ext uri="{FF2B5EF4-FFF2-40B4-BE49-F238E27FC236}">
                  <a16:creationId xmlns:a16="http://schemas.microsoft.com/office/drawing/2014/main" id="{2BBFC653-0E8D-C6AB-B131-326FE20E124D}"/>
                </a:ext>
              </a:extLst>
            </p:cNvPr>
            <p:cNvSpPr/>
            <p:nvPr/>
          </p:nvSpPr>
          <p:spPr bwMode="auto">
            <a:xfrm flipH="1">
              <a:off x="12253636" y="684863"/>
              <a:ext cx="660299" cy="660299"/>
            </a:xfrm>
            <a:prstGeom prst="ellipse">
              <a:avLst/>
            </a:prstGeom>
            <a:grp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1185" name="people_4">
              <a:extLst>
                <a:ext uri="{FF2B5EF4-FFF2-40B4-BE49-F238E27FC236}">
                  <a16:creationId xmlns:a16="http://schemas.microsoft.com/office/drawing/2014/main" id="{10AE5845-28D2-F2A2-E400-5ABD44975940}"/>
                </a:ext>
              </a:extLst>
            </p:cNvPr>
            <p:cNvSpPr>
              <a:spLocks noChangeAspect="1" noEditPoints="1"/>
            </p:cNvSpPr>
            <p:nvPr/>
          </p:nvSpPr>
          <p:spPr bwMode="auto">
            <a:xfrm>
              <a:off x="12431662" y="844947"/>
              <a:ext cx="304238" cy="34013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grpFill/>
            <a:ln w="12700"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cxnSp>
        <p:nvCxnSpPr>
          <p:cNvPr id="1043" name="Straight Connector 1042">
            <a:extLst>
              <a:ext uri="{FF2B5EF4-FFF2-40B4-BE49-F238E27FC236}">
                <a16:creationId xmlns:a16="http://schemas.microsoft.com/office/drawing/2014/main" id="{38B58094-9AAE-B6FC-4920-DFDCD91DD349}"/>
              </a:ext>
              <a:ext uri="{C183D7F6-B498-43B3-948B-1728B52AA6E4}">
                <adec:decorative xmlns:adec="http://schemas.microsoft.com/office/drawing/2017/decorative" val="1"/>
              </a:ext>
            </a:extLst>
          </p:cNvPr>
          <p:cNvCxnSpPr>
            <a:cxnSpLocks/>
          </p:cNvCxnSpPr>
          <p:nvPr/>
        </p:nvCxnSpPr>
        <p:spPr>
          <a:xfrm rot="5400000">
            <a:off x="5975912" y="-2334287"/>
            <a:ext cx="0" cy="9052560"/>
          </a:xfrm>
          <a:prstGeom prst="line">
            <a:avLst/>
          </a:prstGeom>
          <a:ln w="3810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19AAC49E-D7CD-2E7F-0709-6608747E4CBB}"/>
              </a:ext>
              <a:ext uri="{C183D7F6-B498-43B3-948B-1728B52AA6E4}">
                <adec:decorative xmlns:adec="http://schemas.microsoft.com/office/drawing/2017/decorative" val="1"/>
              </a:ext>
            </a:extLst>
          </p:cNvPr>
          <p:cNvCxnSpPr>
            <a:cxnSpLocks/>
          </p:cNvCxnSpPr>
          <p:nvPr/>
        </p:nvCxnSpPr>
        <p:spPr>
          <a:xfrm flipH="1">
            <a:off x="10414283" y="2164221"/>
            <a:ext cx="1192500" cy="0"/>
          </a:xfrm>
          <a:prstGeom prst="line">
            <a:avLst/>
          </a:prstGeom>
          <a:ln w="381000"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053" name="Group 1052">
            <a:extLst>
              <a:ext uri="{FF2B5EF4-FFF2-40B4-BE49-F238E27FC236}">
                <a16:creationId xmlns:a16="http://schemas.microsoft.com/office/drawing/2014/main" id="{18202E6F-ABBA-F035-636D-C5EE56690035}"/>
              </a:ext>
              <a:ext uri="{C183D7F6-B498-43B3-948B-1728B52AA6E4}">
                <adec:decorative xmlns:adec="http://schemas.microsoft.com/office/drawing/2017/decorative" val="1"/>
              </a:ext>
            </a:extLst>
          </p:cNvPr>
          <p:cNvGrpSpPr/>
          <p:nvPr/>
        </p:nvGrpSpPr>
        <p:grpSpPr>
          <a:xfrm>
            <a:off x="3922442" y="2072045"/>
            <a:ext cx="237358" cy="208765"/>
            <a:chOff x="9198739" y="1690998"/>
            <a:chExt cx="212549" cy="186945"/>
          </a:xfrm>
          <a:solidFill>
            <a:schemeClr val="bg1">
              <a:lumMod val="65000"/>
            </a:schemeClr>
          </a:solidFill>
        </p:grpSpPr>
        <p:sp>
          <p:nvSpPr>
            <p:cNvPr id="1054" name="Graphic 27">
              <a:extLst>
                <a:ext uri="{FF2B5EF4-FFF2-40B4-BE49-F238E27FC236}">
                  <a16:creationId xmlns:a16="http://schemas.microsoft.com/office/drawing/2014/main" id="{A175C1EE-1CD5-9AD6-9CB6-81C650419C89}"/>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55" name="Graphic 27">
              <a:extLst>
                <a:ext uri="{FF2B5EF4-FFF2-40B4-BE49-F238E27FC236}">
                  <a16:creationId xmlns:a16="http://schemas.microsoft.com/office/drawing/2014/main" id="{659FF875-9045-8A7E-1562-2EE244852758}"/>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056" name="Text Placeholder 8">
            <a:extLst>
              <a:ext uri="{FF2B5EF4-FFF2-40B4-BE49-F238E27FC236}">
                <a16:creationId xmlns:a16="http://schemas.microsoft.com/office/drawing/2014/main" id="{A709B4EF-4F22-33F7-36D2-CD8E87BA5EF3}"/>
              </a:ext>
            </a:extLst>
          </p:cNvPr>
          <p:cNvSpPr txBox="1">
            <a:spLocks/>
          </p:cNvSpPr>
          <p:nvPr/>
        </p:nvSpPr>
        <p:spPr>
          <a:xfrm>
            <a:off x="2017239" y="2089004"/>
            <a:ext cx="73152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1</a:t>
            </a:r>
          </a:p>
        </p:txBody>
      </p:sp>
      <p:sp>
        <p:nvSpPr>
          <p:cNvPr id="1086" name="TextBox 1085">
            <a:extLst>
              <a:ext uri="{FF2B5EF4-FFF2-40B4-BE49-F238E27FC236}">
                <a16:creationId xmlns:a16="http://schemas.microsoft.com/office/drawing/2014/main" id="{807781A8-487B-7B71-F26B-AACA2478BE9A}"/>
              </a:ext>
            </a:extLst>
          </p:cNvPr>
          <p:cNvSpPr txBox="1"/>
          <p:nvPr/>
        </p:nvSpPr>
        <p:spPr>
          <a:xfrm>
            <a:off x="1798082" y="2456082"/>
            <a:ext cx="1681458" cy="784830"/>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Segoe UI"/>
                <a:ea typeface="+mn-ea"/>
                <a:cs typeface="+mn-cs"/>
              </a:rPr>
              <a:t>Users obtain Verified ID </a:t>
            </a:r>
            <a:r>
              <a:rPr kumimoji="0" lang="en-US" sz="1100" b="0" i="0" u="none" strike="noStrike" kern="0" cap="none" spc="0" normalizeH="0" baseline="0" noProof="0" dirty="0">
                <a:ln>
                  <a:noFill/>
                </a:ln>
                <a:solidFill>
                  <a:srgbClr val="000000"/>
                </a:solidFill>
                <a:effectLst/>
                <a:uLnTx/>
                <a:uFillTx/>
                <a:latin typeface="Segoe UI"/>
                <a:ea typeface="+mn-ea"/>
                <a:cs typeface="+mn-cs"/>
              </a:rPr>
              <a:t>from My Account or Govt ID from a trusted authority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latin typeface="Segoe UI"/>
              <a:ea typeface="+mn-ea"/>
              <a:cs typeface="+mn-cs"/>
            </a:endParaRPr>
          </a:p>
        </p:txBody>
      </p:sp>
      <p:sp>
        <p:nvSpPr>
          <p:cNvPr id="1057" name="Text Placeholder 8">
            <a:extLst>
              <a:ext uri="{FF2B5EF4-FFF2-40B4-BE49-F238E27FC236}">
                <a16:creationId xmlns:a16="http://schemas.microsoft.com/office/drawing/2014/main" id="{D556271C-E89D-D5EF-8961-F9711A59DF01}"/>
              </a:ext>
            </a:extLst>
          </p:cNvPr>
          <p:cNvSpPr txBox="1">
            <a:spLocks/>
          </p:cNvSpPr>
          <p:nvPr/>
        </p:nvSpPr>
        <p:spPr>
          <a:xfrm>
            <a:off x="4336284" y="2089004"/>
            <a:ext cx="73152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2</a:t>
            </a:r>
          </a:p>
        </p:txBody>
      </p:sp>
      <p:sp>
        <p:nvSpPr>
          <p:cNvPr id="1092" name="TextBox 1091">
            <a:extLst>
              <a:ext uri="{FF2B5EF4-FFF2-40B4-BE49-F238E27FC236}">
                <a16:creationId xmlns:a16="http://schemas.microsoft.com/office/drawing/2014/main" id="{84A3CBB7-2909-8071-5BB1-F8E6803C47EB}"/>
              </a:ext>
            </a:extLst>
          </p:cNvPr>
          <p:cNvSpPr txBox="1"/>
          <p:nvPr/>
        </p:nvSpPr>
        <p:spPr>
          <a:xfrm>
            <a:off x="4304087" y="2456082"/>
            <a:ext cx="2627982" cy="646331"/>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Segoe UI"/>
                <a:ea typeface="+mn-ea"/>
                <a:cs typeface="+mn-cs"/>
              </a:rPr>
              <a:t>Users </a:t>
            </a:r>
            <a:r>
              <a:rPr kumimoji="0" lang="en-US" sz="1100" b="1" i="0" u="none" strike="noStrike" kern="0" cap="none" spc="0" normalizeH="0" baseline="0" noProof="0" dirty="0">
                <a:ln>
                  <a:noFill/>
                </a:ln>
                <a:solidFill>
                  <a:srgbClr val="000000"/>
                </a:solidFill>
                <a:effectLst/>
                <a:uLnTx/>
                <a:uFillTx/>
                <a:latin typeface="Segoe UI"/>
                <a:ea typeface="+mn-ea"/>
                <a:cs typeface="+mn-cs"/>
              </a:rPr>
              <a:t>request access packages </a:t>
            </a:r>
            <a:r>
              <a:rPr kumimoji="0" lang="en-US" sz="1100" b="0" i="0" u="none" strike="noStrike" kern="0" cap="none" spc="0" normalizeH="0" baseline="0" noProof="0" dirty="0">
                <a:ln>
                  <a:noFill/>
                </a:ln>
                <a:solidFill>
                  <a:srgbClr val="000000"/>
                </a:solidFill>
                <a:effectLst/>
                <a:uLnTx/>
                <a:uFillTx/>
                <a:latin typeface="Segoe UI"/>
                <a:ea typeface="+mn-ea"/>
                <a:cs typeface="+mn-cs"/>
              </a:rPr>
              <a:t>using My Access portal then </a:t>
            </a:r>
            <a:r>
              <a:rPr kumimoji="0" lang="en-US" sz="1100" b="1" i="0" u="none" strike="noStrike" kern="0" cap="none" spc="0" normalizeH="0" baseline="0" noProof="0" dirty="0">
                <a:ln>
                  <a:noFill/>
                </a:ln>
                <a:solidFill>
                  <a:srgbClr val="000000"/>
                </a:solidFill>
                <a:effectLst/>
                <a:uLnTx/>
                <a:uFillTx/>
                <a:latin typeface="Segoe UI"/>
                <a:ea typeface="+mn-ea"/>
                <a:cs typeface="+mn-cs"/>
              </a:rPr>
              <a:t>share Verified ID &amp; perform Face Check </a:t>
            </a:r>
            <a:r>
              <a:rPr kumimoji="0" lang="en-US" sz="1100" b="0" i="0" u="none" strike="noStrike" kern="0" cap="none" spc="0" normalizeH="0" baseline="0" noProof="0" dirty="0">
                <a:ln>
                  <a:noFill/>
                </a:ln>
                <a:solidFill>
                  <a:srgbClr val="000000"/>
                </a:solidFill>
                <a:effectLst/>
                <a:uLnTx/>
                <a:uFillTx/>
                <a:latin typeface="Segoe UI"/>
                <a:ea typeface="+mn-ea"/>
                <a:cs typeface="+mn-cs"/>
              </a:rPr>
              <a:t>to verify identity</a:t>
            </a:r>
          </a:p>
        </p:txBody>
      </p:sp>
      <p:sp>
        <p:nvSpPr>
          <p:cNvPr id="1060" name="Text Placeholder 8">
            <a:extLst>
              <a:ext uri="{FF2B5EF4-FFF2-40B4-BE49-F238E27FC236}">
                <a16:creationId xmlns:a16="http://schemas.microsoft.com/office/drawing/2014/main" id="{D0CCC559-3ECC-0E9F-FC81-5D9252B5B4B2}"/>
              </a:ext>
            </a:extLst>
          </p:cNvPr>
          <p:cNvSpPr txBox="1">
            <a:spLocks/>
          </p:cNvSpPr>
          <p:nvPr/>
        </p:nvSpPr>
        <p:spPr>
          <a:xfrm>
            <a:off x="8028605" y="2089004"/>
            <a:ext cx="73152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dirty="0">
                <a:ln>
                  <a:noFill/>
                </a:ln>
                <a:solidFill>
                  <a:srgbClr val="000000"/>
                </a:solidFill>
                <a:effectLst/>
                <a:uLnTx/>
                <a:uFillTx/>
                <a:latin typeface="Segoe UI Semibold"/>
                <a:ea typeface="+mn-ea"/>
                <a:cs typeface="Segoe UI" panose="020B0502040204020203" pitchFamily="34" charset="0"/>
              </a:rPr>
              <a:t>Step 3</a:t>
            </a:r>
          </a:p>
        </p:txBody>
      </p:sp>
      <p:sp>
        <p:nvSpPr>
          <p:cNvPr id="1090" name="TextBox 1089">
            <a:extLst>
              <a:ext uri="{FF2B5EF4-FFF2-40B4-BE49-F238E27FC236}">
                <a16:creationId xmlns:a16="http://schemas.microsoft.com/office/drawing/2014/main" id="{2B607D20-FF59-F15F-9932-B246B687A660}"/>
              </a:ext>
            </a:extLst>
          </p:cNvPr>
          <p:cNvSpPr txBox="1"/>
          <p:nvPr/>
        </p:nvSpPr>
        <p:spPr>
          <a:xfrm>
            <a:off x="7966799" y="2430554"/>
            <a:ext cx="3799381" cy="507831"/>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After a valid verification, users are</a:t>
            </a:r>
            <a:r>
              <a:rPr kumimoji="0" lang="en-US" sz="1100" b="1" i="0" u="none" strike="noStrike" kern="1200" cap="none" spc="0" normalizeH="0" baseline="0" noProof="0" dirty="0">
                <a:ln>
                  <a:noFill/>
                </a:ln>
                <a:solidFill>
                  <a:srgbClr val="000000"/>
                </a:solidFill>
                <a:effectLst/>
                <a:uLnTx/>
                <a:uFillTx/>
                <a:latin typeface="Segoe UI"/>
                <a:ea typeface="+mn-ea"/>
                <a:cs typeface="+mn-cs"/>
              </a:rPr>
              <a:t> automatically approved </a:t>
            </a:r>
            <a:r>
              <a:rPr kumimoji="0" lang="en-US" sz="1100" b="0" i="0" u="none" strike="noStrike" kern="1200" cap="none" spc="0" normalizeH="0" baseline="0" noProof="0" dirty="0">
                <a:ln>
                  <a:noFill/>
                </a:ln>
                <a:solidFill>
                  <a:srgbClr val="000000"/>
                </a:solidFill>
                <a:effectLst/>
                <a:uLnTx/>
                <a:uFillTx/>
                <a:latin typeface="Segoe UI"/>
                <a:ea typeface="+mn-ea"/>
                <a:cs typeface="+mn-cs"/>
              </a:rPr>
              <a:t>to access the access packages and can access privileged applications using active Microsoft Entra role assignments</a:t>
            </a:r>
          </a:p>
        </p:txBody>
      </p:sp>
      <p:grpSp>
        <p:nvGrpSpPr>
          <p:cNvPr id="1062" name="Group 1061">
            <a:extLst>
              <a:ext uri="{FF2B5EF4-FFF2-40B4-BE49-F238E27FC236}">
                <a16:creationId xmlns:a16="http://schemas.microsoft.com/office/drawing/2014/main" id="{C8FEC4AB-85F7-C60C-1184-376A456CF924}"/>
              </a:ext>
              <a:ext uri="{C183D7F6-B498-43B3-948B-1728B52AA6E4}">
                <adec:decorative xmlns:adec="http://schemas.microsoft.com/office/drawing/2017/decorative" val="1"/>
              </a:ext>
            </a:extLst>
          </p:cNvPr>
          <p:cNvGrpSpPr/>
          <p:nvPr/>
        </p:nvGrpSpPr>
        <p:grpSpPr>
          <a:xfrm>
            <a:off x="7629654" y="2072045"/>
            <a:ext cx="237358" cy="208765"/>
            <a:chOff x="9198739" y="1690998"/>
            <a:chExt cx="212549" cy="186945"/>
          </a:xfrm>
          <a:solidFill>
            <a:schemeClr val="bg1">
              <a:lumMod val="65000"/>
            </a:schemeClr>
          </a:solidFill>
        </p:grpSpPr>
        <p:sp>
          <p:nvSpPr>
            <p:cNvPr id="1063" name="Graphic 27">
              <a:extLst>
                <a:ext uri="{FF2B5EF4-FFF2-40B4-BE49-F238E27FC236}">
                  <a16:creationId xmlns:a16="http://schemas.microsoft.com/office/drawing/2014/main" id="{836A6425-120C-1C2A-4010-8826FF94146E}"/>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64" name="Graphic 27">
              <a:extLst>
                <a:ext uri="{FF2B5EF4-FFF2-40B4-BE49-F238E27FC236}">
                  <a16:creationId xmlns:a16="http://schemas.microsoft.com/office/drawing/2014/main" id="{22A27E71-7399-0C0B-A675-424C50EDBC75}"/>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91" name="Picture 1090">
            <a:extLst>
              <a:ext uri="{FF2B5EF4-FFF2-40B4-BE49-F238E27FC236}">
                <a16:creationId xmlns:a16="http://schemas.microsoft.com/office/drawing/2014/main" id="{62697DDE-4326-153E-FB06-24E76F32D78B}"/>
              </a:ext>
              <a:ext uri="{C183D7F6-B498-43B3-948B-1728B52AA6E4}">
                <adec:decorative xmlns:adec="http://schemas.microsoft.com/office/drawing/2017/decorative" val="1"/>
              </a:ext>
            </a:extLst>
          </p:cNvPr>
          <p:cNvPicPr>
            <a:picLocks noChangeAspect="1"/>
          </p:cNvPicPr>
          <p:nvPr/>
        </p:nvPicPr>
        <p:blipFill>
          <a:blip r:embed="rId3"/>
          <a:srcRect l="11426" t="4658" r="5933" b="1088"/>
          <a:stretch/>
        </p:blipFill>
        <p:spPr>
          <a:xfrm>
            <a:off x="4918154" y="3189271"/>
            <a:ext cx="427421" cy="419874"/>
          </a:xfrm>
          <a:prstGeom prst="rect">
            <a:avLst/>
          </a:prstGeom>
        </p:spPr>
      </p:pic>
      <p:pic>
        <p:nvPicPr>
          <p:cNvPr id="1094" name="Picture 1093">
            <a:extLst>
              <a:ext uri="{FF2B5EF4-FFF2-40B4-BE49-F238E27FC236}">
                <a16:creationId xmlns:a16="http://schemas.microsoft.com/office/drawing/2014/main" id="{E95D1856-59B6-0387-1362-2B9309AF507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711960" y="3745523"/>
            <a:ext cx="839481" cy="469121"/>
          </a:xfrm>
          <a:prstGeom prst="rect">
            <a:avLst/>
          </a:prstGeom>
        </p:spPr>
      </p:pic>
      <p:pic>
        <p:nvPicPr>
          <p:cNvPr id="18" name="Picture 4" descr="A screenshot of a phone&#10;&#10;Description automatically generated">
            <a:extLst>
              <a:ext uri="{FF2B5EF4-FFF2-40B4-BE49-F238E27FC236}">
                <a16:creationId xmlns:a16="http://schemas.microsoft.com/office/drawing/2014/main" id="{5589C30D-2A11-5334-012A-C1F4DCD283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4531" y="3104830"/>
            <a:ext cx="1388560" cy="1092037"/>
          </a:xfrm>
          <a:prstGeom prst="rect">
            <a:avLst/>
          </a:prstGeom>
          <a:noFill/>
          <a:ln>
            <a:solidFill>
              <a:schemeClr val="bg2">
                <a:lumMod val="75000"/>
              </a:schemeClr>
            </a:solidFill>
          </a:ln>
          <a:extLst>
            <a:ext uri="{909E8E84-426E-40DD-AFC4-6F175D3DCCD1}">
              <a14:hiddenFill xmlns:a14="http://schemas.microsoft.com/office/drawing/2010/main">
                <a:solidFill>
                  <a:srgbClr val="FFFFFF"/>
                </a:solidFill>
              </a14:hiddenFill>
            </a:ext>
          </a:extLst>
        </p:spPr>
      </p:pic>
      <p:grpSp>
        <p:nvGrpSpPr>
          <p:cNvPr id="40" name="Group 39">
            <a:extLst>
              <a:ext uri="{FF2B5EF4-FFF2-40B4-BE49-F238E27FC236}">
                <a16:creationId xmlns:a16="http://schemas.microsoft.com/office/drawing/2014/main" id="{A1EBAB9F-6D1B-D25E-39F3-0AA0A10C2D5C}"/>
              </a:ext>
            </a:extLst>
          </p:cNvPr>
          <p:cNvGrpSpPr/>
          <p:nvPr/>
        </p:nvGrpSpPr>
        <p:grpSpPr>
          <a:xfrm>
            <a:off x="349702" y="1705567"/>
            <a:ext cx="1283904" cy="1922601"/>
            <a:chOff x="3929959" y="4145583"/>
            <a:chExt cx="1283904" cy="1922601"/>
          </a:xfrm>
        </p:grpSpPr>
        <p:sp>
          <p:nvSpPr>
            <p:cNvPr id="41" name="TextBox 40">
              <a:extLst>
                <a:ext uri="{FF2B5EF4-FFF2-40B4-BE49-F238E27FC236}">
                  <a16:creationId xmlns:a16="http://schemas.microsoft.com/office/drawing/2014/main" id="{544B8974-E794-402F-DE6F-9403D5C3F563}"/>
                </a:ext>
              </a:extLst>
            </p:cNvPr>
            <p:cNvSpPr txBox="1"/>
            <p:nvPr/>
          </p:nvSpPr>
          <p:spPr>
            <a:xfrm>
              <a:off x="3929959" y="5298743"/>
              <a:ext cx="1283904"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Employees, contractors, business guests, etc.</a:t>
              </a:r>
            </a:p>
          </p:txBody>
        </p:sp>
        <p:sp>
          <p:nvSpPr>
            <p:cNvPr id="42" name="TextBox 41">
              <a:extLst>
                <a:ext uri="{FF2B5EF4-FFF2-40B4-BE49-F238E27FC236}">
                  <a16:creationId xmlns:a16="http://schemas.microsoft.com/office/drawing/2014/main" id="{9BEB7C42-6030-C7EF-B71F-65B156D91083}"/>
                </a:ext>
              </a:extLst>
            </p:cNvPr>
            <p:cNvSpPr txBox="1"/>
            <p:nvPr/>
          </p:nvSpPr>
          <p:spPr>
            <a:xfrm>
              <a:off x="4116296" y="5006638"/>
              <a:ext cx="84298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8D4"/>
                  </a:solidFill>
                  <a:effectLst/>
                  <a:uLnTx/>
                  <a:uFillTx/>
                  <a:latin typeface="Segoe UI"/>
                  <a:ea typeface="+mn-ea"/>
                  <a:cs typeface="+mn-cs"/>
                </a:rPr>
                <a:t>Users</a:t>
              </a:r>
            </a:p>
          </p:txBody>
        </p:sp>
        <p:grpSp>
          <p:nvGrpSpPr>
            <p:cNvPr id="43" name="Group 42">
              <a:extLst>
                <a:ext uri="{FF2B5EF4-FFF2-40B4-BE49-F238E27FC236}">
                  <a16:creationId xmlns:a16="http://schemas.microsoft.com/office/drawing/2014/main" id="{08F84D63-2C34-40E2-1DE8-7609C3942A5A}"/>
                </a:ext>
                <a:ext uri="{C183D7F6-B498-43B3-948B-1728B52AA6E4}">
                  <adec:decorative xmlns:adec="http://schemas.microsoft.com/office/drawing/2017/decorative" val="1"/>
                </a:ext>
              </a:extLst>
            </p:cNvPr>
            <p:cNvGrpSpPr/>
            <p:nvPr/>
          </p:nvGrpSpPr>
          <p:grpSpPr>
            <a:xfrm>
              <a:off x="4094687" y="4145583"/>
              <a:ext cx="842984" cy="842984"/>
              <a:chOff x="588963" y="1913054"/>
              <a:chExt cx="1051851" cy="1051851"/>
            </a:xfrm>
          </p:grpSpPr>
          <p:sp>
            <p:nvSpPr>
              <p:cNvPr id="45" name="Oval 44">
                <a:extLst>
                  <a:ext uri="{FF2B5EF4-FFF2-40B4-BE49-F238E27FC236}">
                    <a16:creationId xmlns:a16="http://schemas.microsoft.com/office/drawing/2014/main" id="{180AE781-321D-9D43-0E1E-17FA45EEBA77}"/>
                  </a:ext>
                  <a:ext uri="{C183D7F6-B498-43B3-948B-1728B52AA6E4}">
                    <adec:decorative xmlns:adec="http://schemas.microsoft.com/office/drawing/2017/decorative" val="1"/>
                  </a:ext>
                </a:extLst>
              </p:cNvPr>
              <p:cNvSpPr/>
              <p:nvPr/>
            </p:nvSpPr>
            <p:spPr bwMode="auto">
              <a:xfrm>
                <a:off x="588963" y="1913054"/>
                <a:ext cx="1051851" cy="1051851"/>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46" name="people_12" title="Icon of three people">
                <a:extLst>
                  <a:ext uri="{FF2B5EF4-FFF2-40B4-BE49-F238E27FC236}">
                    <a16:creationId xmlns:a16="http://schemas.microsoft.com/office/drawing/2014/main" id="{163EAD21-4D4E-72F6-5911-AF7EC819603F}"/>
                  </a:ext>
                </a:extLst>
              </p:cNvPr>
              <p:cNvSpPr>
                <a:spLocks noChangeAspect="1" noEditPoints="1"/>
              </p:cNvSpPr>
              <p:nvPr/>
            </p:nvSpPr>
            <p:spPr bwMode="auto">
              <a:xfrm>
                <a:off x="806757" y="2176089"/>
                <a:ext cx="616262" cy="52578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54" name="Group 53">
            <a:extLst>
              <a:ext uri="{FF2B5EF4-FFF2-40B4-BE49-F238E27FC236}">
                <a16:creationId xmlns:a16="http://schemas.microsoft.com/office/drawing/2014/main" id="{B66EA15F-E85A-2F2E-7A7C-35D5565B872C}"/>
              </a:ext>
            </a:extLst>
          </p:cNvPr>
          <p:cNvGrpSpPr/>
          <p:nvPr/>
        </p:nvGrpSpPr>
        <p:grpSpPr>
          <a:xfrm>
            <a:off x="6043899" y="3073538"/>
            <a:ext cx="1374567" cy="851073"/>
            <a:chOff x="5531975" y="3412627"/>
            <a:chExt cx="1396493" cy="864649"/>
          </a:xfrm>
        </p:grpSpPr>
        <p:sp>
          <p:nvSpPr>
            <p:cNvPr id="51" name="Freeform 13" title="Icon of a cloud">
              <a:extLst>
                <a:ext uri="{FF2B5EF4-FFF2-40B4-BE49-F238E27FC236}">
                  <a16:creationId xmlns:a16="http://schemas.microsoft.com/office/drawing/2014/main" id="{FB46EE0D-3447-80FB-4DE5-7590E4D40AB6}"/>
                </a:ext>
              </a:extLst>
            </p:cNvPr>
            <p:cNvSpPr>
              <a:spLocks noChangeAspect="1"/>
            </p:cNvSpPr>
            <p:nvPr/>
          </p:nvSpPr>
          <p:spPr bwMode="auto">
            <a:xfrm flipH="1">
              <a:off x="5531975" y="3412627"/>
              <a:ext cx="1396493" cy="679363"/>
            </a:xfrm>
            <a:custGeom>
              <a:avLst/>
              <a:gdLst>
                <a:gd name="T0" fmla="*/ 384 w 771"/>
                <a:gd name="T1" fmla="*/ 0 h 422"/>
                <a:gd name="T2" fmla="*/ 549 w 771"/>
                <a:gd name="T3" fmla="*/ 110 h 422"/>
                <a:gd name="T4" fmla="*/ 551 w 771"/>
                <a:gd name="T5" fmla="*/ 115 h 422"/>
                <a:gd name="T6" fmla="*/ 565 w 771"/>
                <a:gd name="T7" fmla="*/ 110 h 422"/>
                <a:gd name="T8" fmla="*/ 612 w 771"/>
                <a:gd name="T9" fmla="*/ 103 h 422"/>
                <a:gd name="T10" fmla="*/ 771 w 771"/>
                <a:gd name="T11" fmla="*/ 262 h 422"/>
                <a:gd name="T12" fmla="*/ 628 w 771"/>
                <a:gd name="T13" fmla="*/ 420 h 422"/>
                <a:gd name="T14" fmla="*/ 616 w 771"/>
                <a:gd name="T15" fmla="*/ 421 h 422"/>
                <a:gd name="T16" fmla="*/ 610 w 771"/>
                <a:gd name="T17" fmla="*/ 421 h 422"/>
                <a:gd name="T18" fmla="*/ 98 w 771"/>
                <a:gd name="T19" fmla="*/ 421 h 422"/>
                <a:gd name="T20" fmla="*/ 91 w 771"/>
                <a:gd name="T21" fmla="*/ 422 h 422"/>
                <a:gd name="T22" fmla="*/ 74 w 771"/>
                <a:gd name="T23" fmla="*/ 419 h 422"/>
                <a:gd name="T24" fmla="*/ 12 w 771"/>
                <a:gd name="T25" fmla="*/ 312 h 422"/>
                <a:gd name="T26" fmla="*/ 101 w 771"/>
                <a:gd name="T27" fmla="*/ 247 h 422"/>
                <a:gd name="T28" fmla="*/ 108 w 771"/>
                <a:gd name="T29" fmla="*/ 249 h 422"/>
                <a:gd name="T30" fmla="*/ 106 w 771"/>
                <a:gd name="T31" fmla="*/ 238 h 422"/>
                <a:gd name="T32" fmla="*/ 119 w 771"/>
                <a:gd name="T33" fmla="*/ 179 h 422"/>
                <a:gd name="T34" fmla="*/ 201 w 771"/>
                <a:gd name="T35" fmla="*/ 128 h 422"/>
                <a:gd name="T36" fmla="*/ 213 w 771"/>
                <a:gd name="T37" fmla="*/ 128 h 422"/>
                <a:gd name="T38" fmla="*/ 213 w 771"/>
                <a:gd name="T39" fmla="*/ 127 h 422"/>
                <a:gd name="T40" fmla="*/ 384 w 771"/>
                <a:gd name="T41"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1" h="422">
                  <a:moveTo>
                    <a:pt x="384" y="0"/>
                  </a:moveTo>
                  <a:cubicBezTo>
                    <a:pt x="458" y="0"/>
                    <a:pt x="522" y="46"/>
                    <a:pt x="549" y="110"/>
                  </a:cubicBezTo>
                  <a:cubicBezTo>
                    <a:pt x="551" y="115"/>
                    <a:pt x="551" y="115"/>
                    <a:pt x="551" y="115"/>
                  </a:cubicBezTo>
                  <a:cubicBezTo>
                    <a:pt x="565" y="110"/>
                    <a:pt x="565" y="110"/>
                    <a:pt x="565" y="110"/>
                  </a:cubicBezTo>
                  <a:cubicBezTo>
                    <a:pt x="580" y="105"/>
                    <a:pt x="596" y="103"/>
                    <a:pt x="612" y="103"/>
                  </a:cubicBezTo>
                  <a:cubicBezTo>
                    <a:pt x="700" y="103"/>
                    <a:pt x="771" y="174"/>
                    <a:pt x="771" y="262"/>
                  </a:cubicBezTo>
                  <a:cubicBezTo>
                    <a:pt x="771" y="344"/>
                    <a:pt x="708" y="412"/>
                    <a:pt x="628" y="420"/>
                  </a:cubicBezTo>
                  <a:cubicBezTo>
                    <a:pt x="616" y="421"/>
                    <a:pt x="616" y="421"/>
                    <a:pt x="616" y="421"/>
                  </a:cubicBezTo>
                  <a:cubicBezTo>
                    <a:pt x="610" y="421"/>
                    <a:pt x="610" y="421"/>
                    <a:pt x="610" y="421"/>
                  </a:cubicBezTo>
                  <a:cubicBezTo>
                    <a:pt x="98" y="421"/>
                    <a:pt x="98" y="421"/>
                    <a:pt x="98" y="421"/>
                  </a:cubicBezTo>
                  <a:cubicBezTo>
                    <a:pt x="91" y="422"/>
                    <a:pt x="91" y="422"/>
                    <a:pt x="91" y="422"/>
                  </a:cubicBezTo>
                  <a:cubicBezTo>
                    <a:pt x="85" y="421"/>
                    <a:pt x="79" y="420"/>
                    <a:pt x="74" y="419"/>
                  </a:cubicBezTo>
                  <a:cubicBezTo>
                    <a:pt x="27" y="406"/>
                    <a:pt x="0" y="359"/>
                    <a:pt x="12" y="312"/>
                  </a:cubicBezTo>
                  <a:cubicBezTo>
                    <a:pt x="23" y="271"/>
                    <a:pt x="61" y="245"/>
                    <a:pt x="101" y="247"/>
                  </a:cubicBezTo>
                  <a:cubicBezTo>
                    <a:pt x="108" y="249"/>
                    <a:pt x="108" y="249"/>
                    <a:pt x="108" y="249"/>
                  </a:cubicBezTo>
                  <a:cubicBezTo>
                    <a:pt x="106" y="238"/>
                    <a:pt x="106" y="238"/>
                    <a:pt x="106" y="238"/>
                  </a:cubicBezTo>
                  <a:cubicBezTo>
                    <a:pt x="105" y="218"/>
                    <a:pt x="109" y="198"/>
                    <a:pt x="119" y="179"/>
                  </a:cubicBezTo>
                  <a:cubicBezTo>
                    <a:pt x="137" y="148"/>
                    <a:pt x="168" y="130"/>
                    <a:pt x="201" y="128"/>
                  </a:cubicBezTo>
                  <a:cubicBezTo>
                    <a:pt x="213" y="128"/>
                    <a:pt x="213" y="128"/>
                    <a:pt x="213" y="128"/>
                  </a:cubicBezTo>
                  <a:cubicBezTo>
                    <a:pt x="213" y="127"/>
                    <a:pt x="213" y="127"/>
                    <a:pt x="213" y="127"/>
                  </a:cubicBezTo>
                  <a:cubicBezTo>
                    <a:pt x="236" y="53"/>
                    <a:pt x="304" y="0"/>
                    <a:pt x="384" y="0"/>
                  </a:cubicBezTo>
                  <a:close/>
                </a:path>
              </a:pathLst>
            </a:custGeom>
            <a:solidFill>
              <a:srgbClr val="0178D7"/>
            </a:solidFill>
            <a:ln w="15875" cap="sq">
              <a:noFill/>
              <a:prstDash val="solid"/>
              <a:miter lim="800000"/>
              <a:headEnd/>
              <a:tailEnd/>
            </a:ln>
            <a:effectLst>
              <a:outerShdw blurRad="50800" dist="38100" dir="2700000" algn="tl" rotWithShape="0">
                <a:prstClr val="black">
                  <a:alpha val="40000"/>
                </a:prstClr>
              </a:outerShdw>
            </a:effec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gradFill>
                  <a:gsLst>
                    <a:gs pos="0">
                      <a:srgbClr val="505050"/>
                    </a:gs>
                    <a:gs pos="100000">
                      <a:srgbClr val="505050"/>
                    </a:gs>
                  </a:gsLst>
                </a:gradFill>
                <a:effectLst/>
                <a:uLnTx/>
                <a:uFillTx/>
                <a:latin typeface="Segoe UI"/>
                <a:ea typeface="+mn-ea"/>
                <a:cs typeface="+mn-cs"/>
              </a:endParaRPr>
            </a:p>
          </p:txBody>
        </p:sp>
        <p:sp>
          <p:nvSpPr>
            <p:cNvPr id="52" name="Dotted Circle">
              <a:extLst>
                <a:ext uri="{FF2B5EF4-FFF2-40B4-BE49-F238E27FC236}">
                  <a16:creationId xmlns:a16="http://schemas.microsoft.com/office/drawing/2014/main" id="{95B2654F-81B9-557D-C0B6-5AC2BAF7ED4F}"/>
                </a:ext>
                <a:ext uri="{C183D7F6-B498-43B3-948B-1728B52AA6E4}">
                  <adec:decorative xmlns:adec="http://schemas.microsoft.com/office/drawing/2017/decorative" val="1"/>
                </a:ext>
              </a:extLst>
            </p:cNvPr>
            <p:cNvSpPr/>
            <p:nvPr/>
          </p:nvSpPr>
          <p:spPr>
            <a:xfrm>
              <a:off x="5900970" y="3602130"/>
              <a:ext cx="675146" cy="675146"/>
            </a:xfrm>
            <a:prstGeom prst="ellipse">
              <a:avLst/>
            </a:prstGeom>
            <a:solidFill>
              <a:schemeClr val="bg1"/>
            </a:solidFill>
            <a:ln w="12700" cap="rnd" cmpd="sng" algn="ctr">
              <a:noFill/>
              <a:prstDash val="sysDot"/>
            </a:ln>
            <a:effectLst>
              <a:outerShdw blurRad="50800" dist="38100" dir="2700000" algn="tl" rotWithShape="0">
                <a:prstClr val="black">
                  <a:alpha val="20000"/>
                </a:prstClr>
              </a:outerShdw>
            </a:effectLst>
          </p:spPr>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696" b="0" i="0" u="none" strike="noStrike" kern="0" cap="none" spc="0" normalizeH="0" baseline="0" noProof="0">
                <a:ln>
                  <a:noFill/>
                </a:ln>
                <a:solidFill>
                  <a:srgbClr val="FFFFFF"/>
                </a:solidFill>
                <a:effectLst/>
                <a:uLnTx/>
                <a:uFillTx/>
                <a:latin typeface="Segoe UI Semilight"/>
                <a:ea typeface="+mn-ea"/>
                <a:cs typeface="+mn-cs"/>
              </a:endParaRPr>
            </a:p>
          </p:txBody>
        </p:sp>
        <p:pic>
          <p:nvPicPr>
            <p:cNvPr id="53" name="Graphic 91">
              <a:extLst>
                <a:ext uri="{FF2B5EF4-FFF2-40B4-BE49-F238E27FC236}">
                  <a16:creationId xmlns:a16="http://schemas.microsoft.com/office/drawing/2014/main" id="{790141B5-C89C-A02E-1010-D4DD58B077AD}"/>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953178" y="3628416"/>
              <a:ext cx="551372" cy="551372"/>
            </a:xfrm>
            <a:prstGeom prst="rect">
              <a:avLst/>
            </a:prstGeom>
          </p:spPr>
        </p:pic>
      </p:grpSp>
      <p:grpSp>
        <p:nvGrpSpPr>
          <p:cNvPr id="56" name="Group 55">
            <a:extLst>
              <a:ext uri="{FF2B5EF4-FFF2-40B4-BE49-F238E27FC236}">
                <a16:creationId xmlns:a16="http://schemas.microsoft.com/office/drawing/2014/main" id="{120A8087-8328-98AE-D910-080566B829DD}"/>
              </a:ext>
            </a:extLst>
          </p:cNvPr>
          <p:cNvGrpSpPr/>
          <p:nvPr/>
        </p:nvGrpSpPr>
        <p:grpSpPr>
          <a:xfrm>
            <a:off x="3682255" y="3322027"/>
            <a:ext cx="758325" cy="758325"/>
            <a:chOff x="3777517" y="3477385"/>
            <a:chExt cx="713747" cy="713747"/>
          </a:xfrm>
        </p:grpSpPr>
        <p:sp>
          <p:nvSpPr>
            <p:cNvPr id="57" name="Oval 56">
              <a:extLst>
                <a:ext uri="{FF2B5EF4-FFF2-40B4-BE49-F238E27FC236}">
                  <a16:creationId xmlns:a16="http://schemas.microsoft.com/office/drawing/2014/main" id="{5F77E8F5-C8DA-26B2-D71E-BE66F120C111}"/>
                </a:ext>
                <a:ext uri="{C183D7F6-B498-43B3-948B-1728B52AA6E4}">
                  <adec:decorative xmlns:adec="http://schemas.microsoft.com/office/drawing/2017/decorative" val="1"/>
                </a:ext>
              </a:extLst>
            </p:cNvPr>
            <p:cNvSpPr/>
            <p:nvPr/>
          </p:nvSpPr>
          <p:spPr bwMode="auto">
            <a:xfrm>
              <a:off x="3777517" y="3477385"/>
              <a:ext cx="713747" cy="713747"/>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58" name="people_12" title="Icon of three people">
              <a:extLst>
                <a:ext uri="{FF2B5EF4-FFF2-40B4-BE49-F238E27FC236}">
                  <a16:creationId xmlns:a16="http://schemas.microsoft.com/office/drawing/2014/main" id="{63B7FED7-EC0C-7666-8AB1-157CD6B0E1E8}"/>
                </a:ext>
              </a:extLst>
            </p:cNvPr>
            <p:cNvSpPr>
              <a:spLocks noChangeAspect="1" noEditPoints="1"/>
            </p:cNvSpPr>
            <p:nvPr/>
          </p:nvSpPr>
          <p:spPr bwMode="auto">
            <a:xfrm>
              <a:off x="3921706" y="3652078"/>
              <a:ext cx="418172" cy="356774"/>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59" name="Straight Arrow Connector 58">
            <a:extLst>
              <a:ext uri="{FF2B5EF4-FFF2-40B4-BE49-F238E27FC236}">
                <a16:creationId xmlns:a16="http://schemas.microsoft.com/office/drawing/2014/main" id="{F47C2EE3-619D-0A8B-BFFA-33999D1ACFE8}"/>
              </a:ext>
              <a:ext uri="{C183D7F6-B498-43B3-948B-1728B52AA6E4}">
                <adec:decorative xmlns:adec="http://schemas.microsoft.com/office/drawing/2017/decorative" val="1"/>
              </a:ext>
            </a:extLst>
          </p:cNvPr>
          <p:cNvCxnSpPr>
            <a:cxnSpLocks/>
          </p:cNvCxnSpPr>
          <p:nvPr/>
        </p:nvCxnSpPr>
        <p:spPr>
          <a:xfrm>
            <a:off x="4558244" y="3668291"/>
            <a:ext cx="1207166" cy="0"/>
          </a:xfrm>
          <a:prstGeom prst="straightConnector1">
            <a:avLst/>
          </a:prstGeom>
          <a:noFill/>
          <a:ln w="12700" cap="flat" cmpd="sng" algn="ctr">
            <a:solidFill>
              <a:schemeClr val="accent4"/>
            </a:solidFill>
            <a:prstDash val="solid"/>
            <a:headEnd type="none" w="lg" len="med"/>
            <a:tailEnd type="arrow" w="lg" len="sm"/>
          </a:ln>
          <a:effectLst/>
        </p:spPr>
      </p:cxnSp>
      <p:grpSp>
        <p:nvGrpSpPr>
          <p:cNvPr id="1031" name="Group 1030">
            <a:extLst>
              <a:ext uri="{FF2B5EF4-FFF2-40B4-BE49-F238E27FC236}">
                <a16:creationId xmlns:a16="http://schemas.microsoft.com/office/drawing/2014/main" id="{5472151D-3137-1CF8-B396-FD1D90290045}"/>
              </a:ext>
            </a:extLst>
          </p:cNvPr>
          <p:cNvGrpSpPr/>
          <p:nvPr/>
        </p:nvGrpSpPr>
        <p:grpSpPr>
          <a:xfrm>
            <a:off x="5816719" y="3456380"/>
            <a:ext cx="443913" cy="451056"/>
            <a:chOff x="7396031" y="1832267"/>
            <a:chExt cx="457200" cy="457200"/>
          </a:xfrm>
        </p:grpSpPr>
        <p:sp>
          <p:nvSpPr>
            <p:cNvPr id="1033" name="Oval 1032">
              <a:extLst>
                <a:ext uri="{FF2B5EF4-FFF2-40B4-BE49-F238E27FC236}">
                  <a16:creationId xmlns:a16="http://schemas.microsoft.com/office/drawing/2014/main" id="{A54BAFE7-2D91-3134-47E9-8781EA607D44}"/>
                </a:ext>
                <a:ext uri="{C183D7F6-B498-43B3-948B-1728B52AA6E4}">
                  <adec:decorative xmlns:adec="http://schemas.microsoft.com/office/drawing/2017/decorative" val="1"/>
                </a:ext>
              </a:extLst>
            </p:cNvPr>
            <p:cNvSpPr/>
            <p:nvPr/>
          </p:nvSpPr>
          <p:spPr bwMode="auto">
            <a:xfrm>
              <a:off x="7396031" y="1832267"/>
              <a:ext cx="457200" cy="457200"/>
            </a:xfrm>
            <a:prstGeom prst="ellipse">
              <a:avLst/>
            </a:prstGeom>
            <a:solidFill>
              <a:schemeClr val="accent4"/>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034" name="Group 1033">
              <a:extLst>
                <a:ext uri="{FF2B5EF4-FFF2-40B4-BE49-F238E27FC236}">
                  <a16:creationId xmlns:a16="http://schemas.microsoft.com/office/drawing/2014/main" id="{6BE9FB8B-0DF8-BE4D-2003-F91C605488C3}"/>
                </a:ext>
              </a:extLst>
            </p:cNvPr>
            <p:cNvGrpSpPr/>
            <p:nvPr/>
          </p:nvGrpSpPr>
          <p:grpSpPr>
            <a:xfrm>
              <a:off x="7503645" y="1926176"/>
              <a:ext cx="242019" cy="269381"/>
              <a:chOff x="8433512" y="2735141"/>
              <a:chExt cx="395128" cy="455649"/>
            </a:xfrm>
            <a:noFill/>
          </p:grpSpPr>
          <p:sp>
            <p:nvSpPr>
              <p:cNvPr id="1035" name="Parallelogram 1034">
                <a:extLst>
                  <a:ext uri="{FF2B5EF4-FFF2-40B4-BE49-F238E27FC236}">
                    <a16:creationId xmlns:a16="http://schemas.microsoft.com/office/drawing/2014/main" id="{F17D5C1C-6619-5E04-80B4-A28AD7BA9E58}"/>
                  </a:ext>
                </a:extLst>
              </p:cNvPr>
              <p:cNvSpPr/>
              <p:nvPr/>
            </p:nvSpPr>
            <p:spPr bwMode="auto">
              <a:xfrm rot="5400000" flipV="1">
                <a:off x="8569414" y="2931559"/>
                <a:ext cx="334697" cy="183754"/>
              </a:xfrm>
              <a:prstGeom prst="parallelogram">
                <a:avLst>
                  <a:gd name="adj" fmla="val 54554"/>
                </a:avLst>
              </a:prstGeom>
              <a:grpFill/>
              <a:ln w="15875" cap="flat" cmpd="sng" algn="ctr">
                <a:solidFill>
                  <a:schemeClr val="bg1"/>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sp>
            <p:nvSpPr>
              <p:cNvPr id="1036" name="Parallelogram 1035">
                <a:extLst>
                  <a:ext uri="{FF2B5EF4-FFF2-40B4-BE49-F238E27FC236}">
                    <a16:creationId xmlns:a16="http://schemas.microsoft.com/office/drawing/2014/main" id="{B05FF951-F3F8-3D18-39DE-5BD11CFF1C1F}"/>
                  </a:ext>
                </a:extLst>
              </p:cNvPr>
              <p:cNvSpPr/>
              <p:nvPr/>
            </p:nvSpPr>
            <p:spPr bwMode="auto">
              <a:xfrm rot="16200000" flipH="1" flipV="1">
                <a:off x="8357246" y="2932355"/>
                <a:ext cx="334701" cy="182170"/>
              </a:xfrm>
              <a:prstGeom prst="parallelogram">
                <a:avLst>
                  <a:gd name="adj" fmla="val 55464"/>
                </a:avLst>
              </a:prstGeom>
              <a:grpFill/>
              <a:ln w="15875" cap="flat" cmpd="sng" algn="ctr">
                <a:solidFill>
                  <a:schemeClr val="bg1"/>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sp>
            <p:nvSpPr>
              <p:cNvPr id="1037" name="Parallelogram 1036">
                <a:extLst>
                  <a:ext uri="{FF2B5EF4-FFF2-40B4-BE49-F238E27FC236}">
                    <a16:creationId xmlns:a16="http://schemas.microsoft.com/office/drawing/2014/main" id="{46816DC4-38D8-B237-AC4C-3738A0311F09}"/>
                  </a:ext>
                </a:extLst>
              </p:cNvPr>
              <p:cNvSpPr/>
              <p:nvPr/>
            </p:nvSpPr>
            <p:spPr bwMode="auto">
              <a:xfrm rot="12475565">
                <a:off x="8464908" y="2735141"/>
                <a:ext cx="334700" cy="182857"/>
              </a:xfrm>
              <a:prstGeom prst="parallelogram">
                <a:avLst>
                  <a:gd name="adj" fmla="val 67500"/>
                </a:avLst>
              </a:prstGeom>
              <a:grpFill/>
              <a:ln w="15875" cap="flat" cmpd="sng" algn="ctr">
                <a:solidFill>
                  <a:schemeClr val="bg1"/>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grpSp>
      </p:grpSp>
      <p:grpSp>
        <p:nvGrpSpPr>
          <p:cNvPr id="1049" name="Group 1048">
            <a:extLst>
              <a:ext uri="{FF2B5EF4-FFF2-40B4-BE49-F238E27FC236}">
                <a16:creationId xmlns:a16="http://schemas.microsoft.com/office/drawing/2014/main" id="{F2D92DFF-17B6-3A58-DE33-4B93E825E39F}"/>
              </a:ext>
            </a:extLst>
          </p:cNvPr>
          <p:cNvGrpSpPr/>
          <p:nvPr/>
        </p:nvGrpSpPr>
        <p:grpSpPr>
          <a:xfrm>
            <a:off x="8008333" y="3210783"/>
            <a:ext cx="698493" cy="698493"/>
            <a:chOff x="3777517" y="3477385"/>
            <a:chExt cx="713747" cy="713747"/>
          </a:xfrm>
        </p:grpSpPr>
        <p:sp>
          <p:nvSpPr>
            <p:cNvPr id="1050" name="Oval 1049">
              <a:extLst>
                <a:ext uri="{FF2B5EF4-FFF2-40B4-BE49-F238E27FC236}">
                  <a16:creationId xmlns:a16="http://schemas.microsoft.com/office/drawing/2014/main" id="{6CB40D80-50A0-E98F-1BB0-8D341A7BCD77}"/>
                </a:ext>
                <a:ext uri="{C183D7F6-B498-43B3-948B-1728B52AA6E4}">
                  <adec:decorative xmlns:adec="http://schemas.microsoft.com/office/drawing/2017/decorative" val="1"/>
                </a:ext>
              </a:extLst>
            </p:cNvPr>
            <p:cNvSpPr/>
            <p:nvPr/>
          </p:nvSpPr>
          <p:spPr bwMode="auto">
            <a:xfrm>
              <a:off x="3777517" y="3477385"/>
              <a:ext cx="713747" cy="713747"/>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051" name="people_12" title="Icon of three people">
              <a:extLst>
                <a:ext uri="{FF2B5EF4-FFF2-40B4-BE49-F238E27FC236}">
                  <a16:creationId xmlns:a16="http://schemas.microsoft.com/office/drawing/2014/main" id="{4DDDFFFE-D23B-9BB0-1A67-FE69B2B68968}"/>
                </a:ext>
              </a:extLst>
            </p:cNvPr>
            <p:cNvSpPr>
              <a:spLocks noChangeAspect="1" noEditPoints="1"/>
            </p:cNvSpPr>
            <p:nvPr/>
          </p:nvSpPr>
          <p:spPr bwMode="auto">
            <a:xfrm>
              <a:off x="3921706" y="3652078"/>
              <a:ext cx="418172" cy="356774"/>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111" name="Group 1110">
            <a:extLst>
              <a:ext uri="{FF2B5EF4-FFF2-40B4-BE49-F238E27FC236}">
                <a16:creationId xmlns:a16="http://schemas.microsoft.com/office/drawing/2014/main" id="{9CBDD222-E2D9-D313-C41F-96A383DEA4F6}"/>
              </a:ext>
            </a:extLst>
          </p:cNvPr>
          <p:cNvGrpSpPr/>
          <p:nvPr/>
        </p:nvGrpSpPr>
        <p:grpSpPr>
          <a:xfrm>
            <a:off x="8511993" y="3585858"/>
            <a:ext cx="414004" cy="414004"/>
            <a:chOff x="7412255" y="2059805"/>
            <a:chExt cx="209003" cy="209003"/>
          </a:xfrm>
        </p:grpSpPr>
        <p:sp>
          <p:nvSpPr>
            <p:cNvPr id="1058" name="Oval 1057">
              <a:extLst>
                <a:ext uri="{FF2B5EF4-FFF2-40B4-BE49-F238E27FC236}">
                  <a16:creationId xmlns:a16="http://schemas.microsoft.com/office/drawing/2014/main" id="{7E7F82F5-F75C-EAAF-1F13-8B2A647AAD42}"/>
                </a:ext>
                <a:ext uri="{C183D7F6-B498-43B3-948B-1728B52AA6E4}">
                  <adec:decorative xmlns:adec="http://schemas.microsoft.com/office/drawing/2017/decorative" val="1"/>
                </a:ext>
              </a:extLst>
            </p:cNvPr>
            <p:cNvSpPr/>
            <p:nvPr/>
          </p:nvSpPr>
          <p:spPr bwMode="auto">
            <a:xfrm>
              <a:off x="7412255" y="2059805"/>
              <a:ext cx="209003" cy="209003"/>
            </a:xfrm>
            <a:prstGeom prst="ellipse">
              <a:avLst/>
            </a:prstGeom>
            <a:solidFill>
              <a:srgbClr val="00B050"/>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059" name="check 3" title="Icon of a checkmark with a circle around it">
              <a:extLst>
                <a:ext uri="{FF2B5EF4-FFF2-40B4-BE49-F238E27FC236}">
                  <a16:creationId xmlns:a16="http://schemas.microsoft.com/office/drawing/2014/main" id="{A04DE06B-B0F2-9AE7-34C6-416518061AFA}"/>
                </a:ext>
              </a:extLst>
            </p:cNvPr>
            <p:cNvSpPr>
              <a:spLocks noChangeAspect="1" noEditPoints="1"/>
            </p:cNvSpPr>
            <p:nvPr/>
          </p:nvSpPr>
          <p:spPr bwMode="auto">
            <a:xfrm>
              <a:off x="7456228" y="2104129"/>
              <a:ext cx="121058" cy="120356"/>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solidFill>
              <a:srgbClr val="00B050"/>
            </a:solid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112" name="Self-Service Access">
            <a:extLst>
              <a:ext uri="{FF2B5EF4-FFF2-40B4-BE49-F238E27FC236}">
                <a16:creationId xmlns:a16="http://schemas.microsoft.com/office/drawing/2014/main" id="{C98B31B3-C3F8-1458-812B-02C30996FCDD}"/>
              </a:ext>
            </a:extLst>
          </p:cNvPr>
          <p:cNvGrpSpPr/>
          <p:nvPr/>
        </p:nvGrpSpPr>
        <p:grpSpPr>
          <a:xfrm>
            <a:off x="9547916" y="2995505"/>
            <a:ext cx="2229205" cy="1168545"/>
            <a:chOff x="4450218" y="2768991"/>
            <a:chExt cx="2205979" cy="1156371"/>
          </a:xfrm>
        </p:grpSpPr>
        <p:pic>
          <p:nvPicPr>
            <p:cNvPr id="1113" name="Picture 1112">
              <a:extLst>
                <a:ext uri="{FF2B5EF4-FFF2-40B4-BE49-F238E27FC236}">
                  <a16:creationId xmlns:a16="http://schemas.microsoft.com/office/drawing/2014/main" id="{7F0CAE47-F66F-5943-F06B-162664C23EC1}"/>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5806752" y="2901449"/>
              <a:ext cx="684000" cy="227175"/>
            </a:xfrm>
            <a:prstGeom prst="rect">
              <a:avLst/>
            </a:prstGeom>
          </p:spPr>
        </p:pic>
        <p:grpSp>
          <p:nvGrpSpPr>
            <p:cNvPr id="1114" name="SAP">
              <a:extLst>
                <a:ext uri="{FF2B5EF4-FFF2-40B4-BE49-F238E27FC236}">
                  <a16:creationId xmlns:a16="http://schemas.microsoft.com/office/drawing/2014/main" id="{82B4099F-6B54-AAAC-791F-3E12A1C2B6F6}"/>
                </a:ext>
              </a:extLst>
            </p:cNvPr>
            <p:cNvGrpSpPr>
              <a:grpSpLocks noChangeAspect="1"/>
            </p:cNvGrpSpPr>
            <p:nvPr/>
          </p:nvGrpSpPr>
          <p:grpSpPr>
            <a:xfrm>
              <a:off x="5898814" y="3167005"/>
              <a:ext cx="360000" cy="184679"/>
              <a:chOff x="10788478" y="2276711"/>
              <a:chExt cx="452150" cy="227837"/>
            </a:xfrm>
          </p:grpSpPr>
          <p:sp>
            <p:nvSpPr>
              <p:cNvPr id="1138" name="Freeform 299">
                <a:extLst>
                  <a:ext uri="{FF2B5EF4-FFF2-40B4-BE49-F238E27FC236}">
                    <a16:creationId xmlns:a16="http://schemas.microsoft.com/office/drawing/2014/main" id="{6D8F2C8E-F23D-5012-ECE3-36774C0EB3E7}"/>
                  </a:ext>
                </a:extLst>
              </p:cNvPr>
              <p:cNvSpPr/>
              <p:nvPr/>
            </p:nvSpPr>
            <p:spPr bwMode="auto">
              <a:xfrm>
                <a:off x="10788478" y="2289155"/>
                <a:ext cx="374248" cy="197582"/>
              </a:xfrm>
              <a:custGeom>
                <a:avLst/>
                <a:gdLst>
                  <a:gd name="connsiteX0" fmla="*/ 0 w 374248"/>
                  <a:gd name="connsiteY0" fmla="*/ 0 h 197582"/>
                  <a:gd name="connsiteX1" fmla="*/ 374248 w 374248"/>
                  <a:gd name="connsiteY1" fmla="*/ 0 h 197582"/>
                  <a:gd name="connsiteX2" fmla="*/ 374248 w 374248"/>
                  <a:gd name="connsiteY2" fmla="*/ 56976 h 197582"/>
                  <a:gd name="connsiteX3" fmla="*/ 233820 w 374248"/>
                  <a:gd name="connsiteY3" fmla="*/ 197582 h 197582"/>
                  <a:gd name="connsiteX4" fmla="*/ 0 w 374248"/>
                  <a:gd name="connsiteY4" fmla="*/ 197582 h 197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248" h="197582">
                    <a:moveTo>
                      <a:pt x="0" y="0"/>
                    </a:moveTo>
                    <a:lnTo>
                      <a:pt x="374248" y="0"/>
                    </a:lnTo>
                    <a:lnTo>
                      <a:pt x="374248" y="56976"/>
                    </a:lnTo>
                    <a:lnTo>
                      <a:pt x="233820" y="197582"/>
                    </a:lnTo>
                    <a:lnTo>
                      <a:pt x="0" y="197582"/>
                    </a:lnTo>
                    <a:close/>
                  </a:path>
                </a:pathLst>
              </a:cu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marL="0" marR="0" lvl="0" indent="0" algn="ctr" defTabSz="896094" rtl="0" eaLnBrk="1" fontAlgn="base" latinLnBrk="0" hangingPunct="1">
                  <a:lnSpc>
                    <a:spcPct val="90000"/>
                  </a:lnSpc>
                  <a:spcBef>
                    <a:spcPct val="0"/>
                  </a:spcBef>
                  <a:spcAft>
                    <a:spcPct val="0"/>
                  </a:spcAft>
                  <a:buClrTx/>
                  <a:buSzTx/>
                  <a:buFontTx/>
                  <a:buNone/>
                  <a:tabLst/>
                  <a:defRPr/>
                </a:pPr>
                <a:endParaRPr kumimoji="0" lang="en-US" sz="2307" b="0" i="0" u="none" strike="noStrike" kern="0" cap="none" spc="0" normalizeH="0" baseline="0" noProof="0">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pic>
            <p:nvPicPr>
              <p:cNvPr id="1139" name="Picture 1138">
                <a:extLst>
                  <a:ext uri="{FF2B5EF4-FFF2-40B4-BE49-F238E27FC236}">
                    <a16:creationId xmlns:a16="http://schemas.microsoft.com/office/drawing/2014/main" id="{16340634-FBF4-CAA3-5F0F-6C9591AB53B6}"/>
                  </a:ext>
                </a:extLst>
              </p:cNvPr>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0788739" y="2276711"/>
                <a:ext cx="451889" cy="227837"/>
              </a:xfrm>
              <a:prstGeom prst="rect">
                <a:avLst/>
              </a:prstGeom>
            </p:spPr>
          </p:pic>
        </p:grpSp>
        <p:pic>
          <p:nvPicPr>
            <p:cNvPr id="1115" name="Picture 1114">
              <a:extLst>
                <a:ext uri="{FF2B5EF4-FFF2-40B4-BE49-F238E27FC236}">
                  <a16:creationId xmlns:a16="http://schemas.microsoft.com/office/drawing/2014/main" id="{DD865B14-C277-3802-B7E2-9F4BE24B6B41}"/>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699600" y="3679656"/>
              <a:ext cx="612000" cy="166841"/>
            </a:xfrm>
            <a:prstGeom prst="rect">
              <a:avLst/>
            </a:prstGeom>
          </p:spPr>
        </p:pic>
        <p:pic>
          <p:nvPicPr>
            <p:cNvPr id="1116" name="Picture 1115">
              <a:extLst>
                <a:ext uri="{FF2B5EF4-FFF2-40B4-BE49-F238E27FC236}">
                  <a16:creationId xmlns:a16="http://schemas.microsoft.com/office/drawing/2014/main" id="{06DE90A3-E886-23BC-0C45-809DF113C582}"/>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5830141" y="3476567"/>
              <a:ext cx="540000" cy="125434"/>
            </a:xfrm>
            <a:prstGeom prst="rect">
              <a:avLst/>
            </a:prstGeom>
            <a:noFill/>
          </p:spPr>
        </p:pic>
        <p:sp>
          <p:nvSpPr>
            <p:cNvPr id="1117" name="Rectangle: Rounded Corners 1116">
              <a:extLst>
                <a:ext uri="{FF2B5EF4-FFF2-40B4-BE49-F238E27FC236}">
                  <a16:creationId xmlns:a16="http://schemas.microsoft.com/office/drawing/2014/main" id="{4E644E70-09BA-16EF-CBB1-126329D8EDF5}"/>
                </a:ext>
              </a:extLst>
            </p:cNvPr>
            <p:cNvSpPr/>
            <p:nvPr/>
          </p:nvSpPr>
          <p:spPr bwMode="auto">
            <a:xfrm>
              <a:off x="4450218" y="2768991"/>
              <a:ext cx="2205979" cy="1156371"/>
            </a:xfrm>
            <a:prstGeom prst="roundRect">
              <a:avLst/>
            </a:prstGeom>
            <a:noFill/>
            <a:ln w="9525" cap="flat" cmpd="sng" algn="ctr">
              <a:solidFill>
                <a:schemeClr val="accent4"/>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Calibri" panose="020F0502020204030204"/>
                <a:ea typeface="Segoe UI" pitchFamily="34" charset="0"/>
                <a:cs typeface="Segoe UI" pitchFamily="34" charset="0"/>
              </a:endParaRPr>
            </a:p>
          </p:txBody>
        </p:sp>
        <p:pic>
          <p:nvPicPr>
            <p:cNvPr id="1118" name="Picture 4" descr="Zoom Video Conferencing - Shining Waters">
              <a:extLst>
                <a:ext uri="{FF2B5EF4-FFF2-40B4-BE49-F238E27FC236}">
                  <a16:creationId xmlns:a16="http://schemas.microsoft.com/office/drawing/2014/main" id="{B558321D-A406-ED37-B3F4-8AB85EE4C842}"/>
                </a:ext>
              </a:extLst>
            </p:cNvPr>
            <p:cNvPicPr>
              <a:picLocks noChangeAspect="1" noChangeArrowheads="1"/>
            </p:cNvPicPr>
            <p:nvPr/>
          </p:nvPicPr>
          <p:blipFill>
            <a:blip r:embed="rId12" cstate="hqprint">
              <a:extLst>
                <a:ext uri="{28A0092B-C50C-407E-A947-70E740481C1C}">
                  <a14:useLocalDpi xmlns:a14="http://schemas.microsoft.com/office/drawing/2010/main"/>
                </a:ext>
              </a:extLst>
            </a:blip>
            <a:srcRect/>
            <a:stretch>
              <a:fillRect/>
            </a:stretch>
          </p:blipFill>
          <p:spPr bwMode="auto">
            <a:xfrm>
              <a:off x="5926228" y="3632025"/>
              <a:ext cx="252000" cy="252001"/>
            </a:xfrm>
            <a:prstGeom prst="rect">
              <a:avLst/>
            </a:prstGeom>
            <a:noFill/>
            <a:extLst>
              <a:ext uri="{909E8E84-426E-40DD-AFC4-6F175D3DCCD1}">
                <a14:hiddenFill xmlns:a14="http://schemas.microsoft.com/office/drawing/2010/main">
                  <a:solidFill>
                    <a:srgbClr val="FFFFFF"/>
                  </a:solidFill>
                </a14:hiddenFill>
              </a:ext>
            </a:extLst>
          </p:spPr>
        </p:pic>
        <p:pic>
          <p:nvPicPr>
            <p:cNvPr id="1119" name="Picture 6" descr="Icon request: facebook-workplace · Issue #10185 · FortAwesome/Font-Awesome  · GitHub">
              <a:extLst>
                <a:ext uri="{FF2B5EF4-FFF2-40B4-BE49-F238E27FC236}">
                  <a16:creationId xmlns:a16="http://schemas.microsoft.com/office/drawing/2014/main" id="{91FA1E91-E4A1-B778-C6A4-DF7FE89231A5}"/>
                </a:ext>
              </a:extLst>
            </p:cNvPr>
            <p:cNvPicPr>
              <a:picLocks noChangeAspect="1" noChangeArrowheads="1"/>
            </p:cNvPicPr>
            <p:nvPr/>
          </p:nvPicPr>
          <p:blipFill>
            <a:blip r:embed="rId13" cstate="hqprint">
              <a:extLst>
                <a:ext uri="{28A0092B-C50C-407E-A947-70E740481C1C}">
                  <a14:useLocalDpi xmlns:a14="http://schemas.microsoft.com/office/drawing/2010/main"/>
                </a:ext>
              </a:extLst>
            </a:blip>
            <a:srcRect/>
            <a:stretch>
              <a:fillRect/>
            </a:stretch>
          </p:blipFill>
          <p:spPr bwMode="auto">
            <a:xfrm>
              <a:off x="6283417" y="3187683"/>
              <a:ext cx="216000" cy="229824"/>
            </a:xfrm>
            <a:prstGeom prst="rect">
              <a:avLst/>
            </a:prstGeom>
            <a:noFill/>
            <a:extLst>
              <a:ext uri="{909E8E84-426E-40DD-AFC4-6F175D3DCCD1}">
                <a14:hiddenFill xmlns:a14="http://schemas.microsoft.com/office/drawing/2010/main">
                  <a:solidFill>
                    <a:srgbClr val="FFFFFF"/>
                  </a:solidFill>
                </a14:hiddenFill>
              </a:ext>
            </a:extLst>
          </p:spPr>
        </p:pic>
        <p:pic>
          <p:nvPicPr>
            <p:cNvPr id="1120" name="Picture 1119">
              <a:extLst>
                <a:ext uri="{FF2B5EF4-FFF2-40B4-BE49-F238E27FC236}">
                  <a16:creationId xmlns:a16="http://schemas.microsoft.com/office/drawing/2014/main" id="{F1C16CBD-A812-A7D4-4A31-A9DA9D0FBBA7}"/>
                </a:ext>
                <a:ext uri="{C183D7F6-B498-43B3-948B-1728B52AA6E4}">
                  <adec:decorative xmlns:adec="http://schemas.microsoft.com/office/drawing/2017/decorative" val="1"/>
                </a:ext>
              </a:extLst>
            </p:cNvPr>
            <p:cNvPicPr>
              <a:picLocks noChangeAspect="1"/>
            </p:cNvPicPr>
            <p:nvPr/>
          </p:nvPicPr>
          <p:blipFill rotWithShape="1">
            <a:blip r:embed="rId14" cstate="hqprint">
              <a:extLst>
                <a:ext uri="{28A0092B-C50C-407E-A947-70E740481C1C}">
                  <a14:useLocalDpi xmlns:a14="http://schemas.microsoft.com/office/drawing/2010/main"/>
                </a:ext>
              </a:extLst>
            </a:blip>
            <a:srcRect/>
            <a:stretch/>
          </p:blipFill>
          <p:spPr>
            <a:xfrm>
              <a:off x="5436992" y="3702501"/>
              <a:ext cx="432000" cy="153505"/>
            </a:xfrm>
            <a:prstGeom prst="rect">
              <a:avLst/>
            </a:prstGeom>
          </p:spPr>
        </p:pic>
        <p:grpSp>
          <p:nvGrpSpPr>
            <p:cNvPr id="1128" name="Microsoft 365">
              <a:extLst>
                <a:ext uri="{FF2B5EF4-FFF2-40B4-BE49-F238E27FC236}">
                  <a16:creationId xmlns:a16="http://schemas.microsoft.com/office/drawing/2014/main" id="{4A746C5E-ADC5-20A0-98CC-E52A07661D74}"/>
                </a:ext>
              </a:extLst>
            </p:cNvPr>
            <p:cNvGrpSpPr/>
            <p:nvPr/>
          </p:nvGrpSpPr>
          <p:grpSpPr>
            <a:xfrm>
              <a:off x="4610373" y="2930004"/>
              <a:ext cx="1156046" cy="758847"/>
              <a:chOff x="4610373" y="2930004"/>
              <a:chExt cx="1156046" cy="758847"/>
            </a:xfrm>
          </p:grpSpPr>
          <p:grpSp>
            <p:nvGrpSpPr>
              <p:cNvPr id="1129" name="Group 1128">
                <a:extLst>
                  <a:ext uri="{FF2B5EF4-FFF2-40B4-BE49-F238E27FC236}">
                    <a16:creationId xmlns:a16="http://schemas.microsoft.com/office/drawing/2014/main" id="{5042EEBB-4C2B-AD19-D770-52BDE71DE994}"/>
                  </a:ext>
                </a:extLst>
              </p:cNvPr>
              <p:cNvGrpSpPr/>
              <p:nvPr/>
            </p:nvGrpSpPr>
            <p:grpSpPr>
              <a:xfrm>
                <a:off x="4610373" y="3040613"/>
                <a:ext cx="515057" cy="641227"/>
                <a:chOff x="3057289" y="685943"/>
                <a:chExt cx="602514" cy="779895"/>
              </a:xfrm>
            </p:grpSpPr>
            <p:pic>
              <p:nvPicPr>
                <p:cNvPr id="1136" name="Picture 1135" descr="Icon&#10;&#10;Description automatically generated">
                  <a:extLst>
                    <a:ext uri="{FF2B5EF4-FFF2-40B4-BE49-F238E27FC236}">
                      <a16:creationId xmlns:a16="http://schemas.microsoft.com/office/drawing/2014/main" id="{6B9D3A8D-4288-B5E4-1B84-131AE99DE187}"/>
                    </a:ext>
                  </a:extLst>
                </p:cNvPr>
                <p:cNvPicPr>
                  <a:picLocks noChangeAspect="1"/>
                </p:cNvPicPr>
                <p:nvPr/>
              </p:nvPicPr>
              <p:blipFill>
                <a:blip r:embed="rId15" cstate="hqprint">
                  <a:extLst>
                    <a:ext uri="{28A0092B-C50C-407E-A947-70E740481C1C}">
                      <a14:useLocalDpi xmlns:a14="http://schemas.microsoft.com/office/drawing/2010/main"/>
                    </a:ext>
                  </a:extLst>
                </a:blip>
                <a:stretch>
                  <a:fillRect/>
                </a:stretch>
              </p:blipFill>
              <p:spPr>
                <a:xfrm>
                  <a:off x="3071675" y="685943"/>
                  <a:ext cx="547467" cy="547471"/>
                </a:xfrm>
                <a:prstGeom prst="rect">
                  <a:avLst/>
                </a:prstGeom>
              </p:spPr>
            </p:pic>
            <p:sp>
              <p:nvSpPr>
                <p:cNvPr id="1137" name="TextBox 1136">
                  <a:extLst>
                    <a:ext uri="{FF2B5EF4-FFF2-40B4-BE49-F238E27FC236}">
                      <a16:creationId xmlns:a16="http://schemas.microsoft.com/office/drawing/2014/main" id="{06CB998C-F4CB-AD90-2496-862B91F1B3F7}"/>
                    </a:ext>
                  </a:extLst>
                </p:cNvPr>
                <p:cNvSpPr txBox="1"/>
                <p:nvPr/>
              </p:nvSpPr>
              <p:spPr>
                <a:xfrm>
                  <a:off x="3057289" y="1016593"/>
                  <a:ext cx="602514" cy="4492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B900"/>
                      </a:solidFill>
                      <a:effectLst/>
                      <a:uLnTx/>
                      <a:uFillTx/>
                      <a:latin typeface="Segoe UI Semilight" panose="020B0402040204020203" pitchFamily="34" charset="0"/>
                      <a:ea typeface="+mn-ea"/>
                      <a:cs typeface="Segoe UI Semilight" panose="020B0402040204020203" pitchFamily="34" charset="0"/>
                    </a:rPr>
                    <a:t>Teams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B900"/>
                      </a:solidFill>
                      <a:effectLst/>
                      <a:uLnTx/>
                      <a:uFillTx/>
                      <a:latin typeface="Segoe UI Semilight" panose="020B0402040204020203" pitchFamily="34" charset="0"/>
                      <a:ea typeface="+mn-ea"/>
                      <a:cs typeface="Segoe UI Semilight" panose="020B0402040204020203" pitchFamily="34" charset="0"/>
                    </a:rPr>
                    <a:t>sites</a:t>
                  </a:r>
                  <a:endParaRPr kumimoji="0" lang="en-NL" sz="800" b="0" i="0" u="none" strike="noStrike" kern="0" cap="none" spc="0" normalizeH="0" baseline="0" noProof="0" dirty="0">
                    <a:ln>
                      <a:noFill/>
                    </a:ln>
                    <a:solidFill>
                      <a:srgbClr val="FFB900"/>
                    </a:solidFill>
                    <a:effectLst/>
                    <a:uLnTx/>
                    <a:uFillTx/>
                    <a:latin typeface="Segoe UI Semilight" panose="020B0402040204020203" pitchFamily="34" charset="0"/>
                    <a:ea typeface="+mn-ea"/>
                    <a:cs typeface="Segoe UI Semilight" panose="020B0402040204020203" pitchFamily="34" charset="0"/>
                  </a:endParaRPr>
                </a:p>
              </p:txBody>
            </p:sp>
          </p:grpSp>
          <p:grpSp>
            <p:nvGrpSpPr>
              <p:cNvPr id="1130" name="Group 1129">
                <a:extLst>
                  <a:ext uri="{FF2B5EF4-FFF2-40B4-BE49-F238E27FC236}">
                    <a16:creationId xmlns:a16="http://schemas.microsoft.com/office/drawing/2014/main" id="{8A5945B0-9656-69D0-19A5-6D74274F101F}"/>
                  </a:ext>
                </a:extLst>
              </p:cNvPr>
              <p:cNvGrpSpPr/>
              <p:nvPr/>
            </p:nvGrpSpPr>
            <p:grpSpPr>
              <a:xfrm>
                <a:off x="4988214" y="3042000"/>
                <a:ext cx="717085" cy="646851"/>
                <a:chOff x="5788454" y="2298733"/>
                <a:chExt cx="838847" cy="786742"/>
              </a:xfrm>
            </p:grpSpPr>
            <p:pic>
              <p:nvPicPr>
                <p:cNvPr id="1133" name="Picture 1132" descr="Logo&#10;&#10;Description automatically generated">
                  <a:extLst>
                    <a:ext uri="{FF2B5EF4-FFF2-40B4-BE49-F238E27FC236}">
                      <a16:creationId xmlns:a16="http://schemas.microsoft.com/office/drawing/2014/main" id="{032E039D-1028-E9DB-69F3-1AD632CFB929}"/>
                    </a:ext>
                  </a:extLst>
                </p:cNvPr>
                <p:cNvPicPr>
                  <a:picLocks noChangeAspect="1"/>
                </p:cNvPicPr>
                <p:nvPr/>
              </p:nvPicPr>
              <p:blipFill>
                <a:blip r:embed="rId16" cstate="hqprint">
                  <a:extLst>
                    <a:ext uri="{28A0092B-C50C-407E-A947-70E740481C1C}">
                      <a14:useLocalDpi xmlns:a14="http://schemas.microsoft.com/office/drawing/2010/main"/>
                    </a:ext>
                  </a:extLst>
                </a:blip>
                <a:stretch>
                  <a:fillRect/>
                </a:stretch>
              </p:blipFill>
              <p:spPr>
                <a:xfrm>
                  <a:off x="5963358" y="2298733"/>
                  <a:ext cx="547464" cy="547466"/>
                </a:xfrm>
                <a:prstGeom prst="rect">
                  <a:avLst/>
                </a:prstGeom>
              </p:spPr>
            </p:pic>
            <p:sp>
              <p:nvSpPr>
                <p:cNvPr id="1134" name="TextBox 1133">
                  <a:extLst>
                    <a:ext uri="{FF2B5EF4-FFF2-40B4-BE49-F238E27FC236}">
                      <a16:creationId xmlns:a16="http://schemas.microsoft.com/office/drawing/2014/main" id="{307984BC-7C32-33AF-8B58-6D4D4E0887FA}"/>
                    </a:ext>
                  </a:extLst>
                </p:cNvPr>
                <p:cNvSpPr txBox="1"/>
                <p:nvPr/>
              </p:nvSpPr>
              <p:spPr>
                <a:xfrm>
                  <a:off x="5788454" y="2636226"/>
                  <a:ext cx="838847" cy="44924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FFB900"/>
                      </a:solidFill>
                      <a:effectLst/>
                      <a:uLnTx/>
                      <a:uFillTx/>
                      <a:latin typeface="Segoe UI Semilight" panose="020B0402040204020203" pitchFamily="34" charset="0"/>
                      <a:ea typeface="+mn-ea"/>
                      <a:cs typeface="Segoe UI Semilight" panose="020B0402040204020203" pitchFamily="34" charset="0"/>
                    </a:rPr>
                    <a:t>SharePoint Libraries</a:t>
                  </a:r>
                  <a:endParaRPr kumimoji="0" lang="en-NL" sz="800" b="0" i="0" u="none" strike="noStrike" kern="0" cap="none" spc="0" normalizeH="0" baseline="0" noProof="0" dirty="0">
                    <a:ln>
                      <a:noFill/>
                    </a:ln>
                    <a:solidFill>
                      <a:srgbClr val="FFB900"/>
                    </a:solidFill>
                    <a:effectLst/>
                    <a:uLnTx/>
                    <a:uFillTx/>
                    <a:latin typeface="Segoe UI Semilight" panose="020B0402040204020203" pitchFamily="34" charset="0"/>
                    <a:ea typeface="+mn-ea"/>
                    <a:cs typeface="Segoe UI Semilight" panose="020B0402040204020203" pitchFamily="34" charset="0"/>
                  </a:endParaRPr>
                </a:p>
              </p:txBody>
            </p:sp>
          </p:grpSp>
          <p:sp>
            <p:nvSpPr>
              <p:cNvPr id="1131" name="Rectangle: Rounded Corners 1130">
                <a:extLst>
                  <a:ext uri="{FF2B5EF4-FFF2-40B4-BE49-F238E27FC236}">
                    <a16:creationId xmlns:a16="http://schemas.microsoft.com/office/drawing/2014/main" id="{66BC65CE-D55A-AD86-8E99-E1458D55A3EE}"/>
                  </a:ext>
                </a:extLst>
              </p:cNvPr>
              <p:cNvSpPr/>
              <p:nvPr/>
            </p:nvSpPr>
            <p:spPr>
              <a:xfrm>
                <a:off x="4622671" y="2930004"/>
                <a:ext cx="1143748" cy="699353"/>
              </a:xfrm>
              <a:prstGeom prst="roundRect">
                <a:avLst/>
              </a:prstGeom>
              <a:noFill/>
              <a:ln w="10795" cap="flat" cmpd="sng" algn="ctr">
                <a:solidFill>
                  <a:srgbClr val="000000">
                    <a:lumMod val="65000"/>
                    <a:lumOff val="35000"/>
                  </a:srgbClr>
                </a:solidFill>
                <a:prstDash val="dash"/>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pic>
            <p:nvPicPr>
              <p:cNvPr id="1132" name="Picture 1131" descr="A close-up of a logo&#10;&#10;Description automatically generated">
                <a:extLst>
                  <a:ext uri="{FF2B5EF4-FFF2-40B4-BE49-F238E27FC236}">
                    <a16:creationId xmlns:a16="http://schemas.microsoft.com/office/drawing/2014/main" id="{52C129CC-15F8-B01E-1394-A8A34B8C71F4}"/>
                  </a:ext>
                </a:extLst>
              </p:cNvPr>
              <p:cNvPicPr>
                <a:picLocks noChangeAspect="1"/>
              </p:cNvPicPr>
              <p:nvPr/>
            </p:nvPicPr>
            <p:blipFill rotWithShape="1">
              <a:blip r:embed="rId17" cstate="hqprint">
                <a:extLst>
                  <a:ext uri="{28A0092B-C50C-407E-A947-70E740481C1C}">
                    <a14:useLocalDpi xmlns:a14="http://schemas.microsoft.com/office/drawing/2010/main"/>
                  </a:ext>
                </a:extLst>
              </a:blip>
              <a:srcRect/>
              <a:stretch/>
            </p:blipFill>
            <p:spPr>
              <a:xfrm>
                <a:off x="4637027" y="2936653"/>
                <a:ext cx="1116679" cy="197589"/>
              </a:xfrm>
              <a:prstGeom prst="rect">
                <a:avLst/>
              </a:prstGeom>
            </p:spPr>
          </p:pic>
        </p:grpSp>
      </p:grpSp>
      <p:sp>
        <p:nvSpPr>
          <p:cNvPr id="1142" name="TextBox 1141">
            <a:extLst>
              <a:ext uri="{FF2B5EF4-FFF2-40B4-BE49-F238E27FC236}">
                <a16:creationId xmlns:a16="http://schemas.microsoft.com/office/drawing/2014/main" id="{C9E5A49E-14FC-516C-7153-22E2519EE840}"/>
              </a:ext>
            </a:extLst>
          </p:cNvPr>
          <p:cNvSpPr txBox="1"/>
          <p:nvPr/>
        </p:nvSpPr>
        <p:spPr>
          <a:xfrm>
            <a:off x="9015660" y="5212974"/>
            <a:ext cx="1978657" cy="507831"/>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LnTx/>
                <a:uFillTx/>
                <a:latin typeface="Segoe UI Semibold"/>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Users </a:t>
            </a:r>
            <a:r>
              <a:rPr kumimoji="0" lang="en-US" sz="1100" b="1" i="0" u="none" strike="noStrike" kern="1200" cap="none" spc="0" normalizeH="0" baseline="0" noProof="0" dirty="0">
                <a:ln>
                  <a:noFill/>
                </a:ln>
                <a:solidFill>
                  <a:srgbClr val="000000"/>
                </a:solidFill>
                <a:effectLst/>
                <a:uLnTx/>
                <a:uFillTx/>
                <a:latin typeface="Segoe UI"/>
                <a:ea typeface="+mn-ea"/>
                <a:cs typeface="+mn-cs"/>
              </a:rPr>
              <a:t>automatically</a:t>
            </a:r>
            <a:r>
              <a:rPr kumimoji="0" lang="en-US" sz="1100" b="0" i="0" u="none" strike="noStrike" kern="1200" cap="none" spc="0" normalizeH="0" baseline="0" noProof="0" dirty="0">
                <a:ln>
                  <a:noFill/>
                </a:ln>
                <a:solidFill>
                  <a:srgbClr val="000000"/>
                </a:solidFill>
                <a:effectLst/>
                <a:uLnTx/>
                <a:uFillTx/>
                <a:latin typeface="Segoe UI"/>
                <a:ea typeface="+mn-ea"/>
                <a:cs typeface="+mn-cs"/>
              </a:rPr>
              <a:t> </a:t>
            </a:r>
            <a:r>
              <a:rPr kumimoji="0" lang="en-US" sz="1100" b="1" i="0" u="none" strike="noStrike" kern="1200" cap="none" spc="0" normalizeH="0" baseline="0" noProof="0" dirty="0">
                <a:ln>
                  <a:noFill/>
                </a:ln>
                <a:solidFill>
                  <a:srgbClr val="000000"/>
                </a:solidFill>
                <a:effectLst/>
                <a:uLnTx/>
                <a:uFillTx/>
                <a:latin typeface="Segoe UI"/>
                <a:ea typeface="+mn-ea"/>
                <a:cs typeface="+mn-cs"/>
              </a:rPr>
              <a:t>lose</a:t>
            </a:r>
            <a:r>
              <a:rPr kumimoji="0" lang="en-US" sz="1100" b="0" i="0" u="none" strike="noStrike" kern="1200" cap="none" spc="0" normalizeH="0" baseline="0" noProof="0" dirty="0">
                <a:ln>
                  <a:noFill/>
                </a:ln>
                <a:solidFill>
                  <a:srgbClr val="000000"/>
                </a:solidFill>
                <a:effectLst/>
                <a:uLnTx/>
                <a:uFillTx/>
                <a:latin typeface="Segoe UI"/>
                <a:ea typeface="+mn-ea"/>
                <a:cs typeface="+mn-cs"/>
              </a:rPr>
              <a:t> access when access package assignment expires</a:t>
            </a:r>
          </a:p>
        </p:txBody>
      </p:sp>
      <p:grpSp>
        <p:nvGrpSpPr>
          <p:cNvPr id="1145" name="Group 1144">
            <a:extLst>
              <a:ext uri="{FF2B5EF4-FFF2-40B4-BE49-F238E27FC236}">
                <a16:creationId xmlns:a16="http://schemas.microsoft.com/office/drawing/2014/main" id="{B1B12728-2849-F191-0126-DCFADD93E9DF}"/>
              </a:ext>
            </a:extLst>
          </p:cNvPr>
          <p:cNvGrpSpPr/>
          <p:nvPr/>
        </p:nvGrpSpPr>
        <p:grpSpPr>
          <a:xfrm>
            <a:off x="8053261" y="4730523"/>
            <a:ext cx="917463" cy="768790"/>
            <a:chOff x="842883" y="4786255"/>
            <a:chExt cx="1132602" cy="949066"/>
          </a:xfrm>
        </p:grpSpPr>
        <p:grpSp>
          <p:nvGrpSpPr>
            <p:cNvPr id="1153" name="Group 1152">
              <a:extLst>
                <a:ext uri="{FF2B5EF4-FFF2-40B4-BE49-F238E27FC236}">
                  <a16:creationId xmlns:a16="http://schemas.microsoft.com/office/drawing/2014/main" id="{5F920F23-0A01-6BC4-706B-99858A9680E2}"/>
                </a:ext>
                <a:ext uri="{C183D7F6-B498-43B3-948B-1728B52AA6E4}">
                  <adec:decorative xmlns:adec="http://schemas.microsoft.com/office/drawing/2017/decorative" val="1"/>
                </a:ext>
              </a:extLst>
            </p:cNvPr>
            <p:cNvGrpSpPr/>
            <p:nvPr/>
          </p:nvGrpSpPr>
          <p:grpSpPr>
            <a:xfrm>
              <a:off x="842883" y="4786255"/>
              <a:ext cx="842984" cy="842984"/>
              <a:chOff x="588963" y="1913054"/>
              <a:chExt cx="1051851" cy="1051851"/>
            </a:xfrm>
            <a:solidFill>
              <a:schemeClr val="accent1"/>
            </a:solidFill>
          </p:grpSpPr>
          <p:sp>
            <p:nvSpPr>
              <p:cNvPr id="1157" name="Oval 1156">
                <a:extLst>
                  <a:ext uri="{FF2B5EF4-FFF2-40B4-BE49-F238E27FC236}">
                    <a16:creationId xmlns:a16="http://schemas.microsoft.com/office/drawing/2014/main" id="{37F73750-81DC-5DEC-A082-152C7BF17C64}"/>
                  </a:ext>
                  <a:ext uri="{C183D7F6-B498-43B3-948B-1728B52AA6E4}">
                    <adec:decorative xmlns:adec="http://schemas.microsoft.com/office/drawing/2017/decorative" val="1"/>
                  </a:ext>
                </a:extLst>
              </p:cNvPr>
              <p:cNvSpPr/>
              <p:nvPr/>
            </p:nvSpPr>
            <p:spPr bwMode="auto">
              <a:xfrm>
                <a:off x="588963" y="1913054"/>
                <a:ext cx="1051851" cy="1051851"/>
              </a:xfrm>
              <a:prstGeom prst="ellipse">
                <a:avLst/>
              </a:prstGeom>
              <a:grp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58" name="people_12" title="Icon of three people">
                <a:extLst>
                  <a:ext uri="{FF2B5EF4-FFF2-40B4-BE49-F238E27FC236}">
                    <a16:creationId xmlns:a16="http://schemas.microsoft.com/office/drawing/2014/main" id="{DA913353-4221-A5F8-6C04-2C4BFA6FDAA5}"/>
                  </a:ext>
                </a:extLst>
              </p:cNvPr>
              <p:cNvSpPr>
                <a:spLocks noChangeAspect="1" noEditPoints="1"/>
              </p:cNvSpPr>
              <p:nvPr/>
            </p:nvSpPr>
            <p:spPr bwMode="auto">
              <a:xfrm>
                <a:off x="806757" y="2176089"/>
                <a:ext cx="616262" cy="52578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154" name="Group 1153">
              <a:extLst>
                <a:ext uri="{FF2B5EF4-FFF2-40B4-BE49-F238E27FC236}">
                  <a16:creationId xmlns:a16="http://schemas.microsoft.com/office/drawing/2014/main" id="{21A580FE-0870-7266-1104-9BC09AEB7CA4}"/>
                </a:ext>
                <a:ext uri="{C183D7F6-B498-43B3-948B-1728B52AA6E4}">
                  <adec:decorative xmlns:adec="http://schemas.microsoft.com/office/drawing/2017/decorative" val="1"/>
                </a:ext>
              </a:extLst>
            </p:cNvPr>
            <p:cNvGrpSpPr/>
            <p:nvPr/>
          </p:nvGrpSpPr>
          <p:grpSpPr>
            <a:xfrm>
              <a:off x="1471969" y="5231805"/>
              <a:ext cx="503516" cy="503516"/>
              <a:chOff x="8833104" y="4478708"/>
              <a:chExt cx="457200" cy="457200"/>
            </a:xfrm>
          </p:grpSpPr>
          <p:sp>
            <p:nvSpPr>
              <p:cNvPr id="1155" name="Oval 1154">
                <a:extLst>
                  <a:ext uri="{FF2B5EF4-FFF2-40B4-BE49-F238E27FC236}">
                    <a16:creationId xmlns:a16="http://schemas.microsoft.com/office/drawing/2014/main" id="{005AFD4A-CAFC-CF68-E435-0BD70E638636}"/>
                  </a:ext>
                  <a:ext uri="{C183D7F6-B498-43B3-948B-1728B52AA6E4}">
                    <adec:decorative xmlns:adec="http://schemas.microsoft.com/office/drawing/2017/decorative" val="1"/>
                  </a:ext>
                </a:extLst>
              </p:cNvPr>
              <p:cNvSpPr/>
              <p:nvPr/>
            </p:nvSpPr>
            <p:spPr bwMode="auto">
              <a:xfrm>
                <a:off x="8833104" y="4478708"/>
                <a:ext cx="457200" cy="457200"/>
              </a:xfrm>
              <a:prstGeom prst="ellipse">
                <a:avLst/>
              </a:prstGeom>
              <a:solidFill>
                <a:schemeClr val="bg1"/>
              </a:solidFill>
              <a:ln w="444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56" name="illegal">
                <a:extLst>
                  <a:ext uri="{FF2B5EF4-FFF2-40B4-BE49-F238E27FC236}">
                    <a16:creationId xmlns:a16="http://schemas.microsoft.com/office/drawing/2014/main" id="{7B5318D7-6873-0B8D-AC16-E70AFDFAEF95}"/>
                  </a:ext>
                </a:extLst>
              </p:cNvPr>
              <p:cNvSpPr>
                <a:spLocks noChangeAspect="1" noEditPoints="1"/>
              </p:cNvSpPr>
              <p:nvPr/>
            </p:nvSpPr>
            <p:spPr bwMode="auto">
              <a:xfrm>
                <a:off x="8932427" y="4578385"/>
                <a:ext cx="258555" cy="257847"/>
              </a:xfrm>
              <a:custGeom>
                <a:avLst/>
                <a:gdLst>
                  <a:gd name="T0" fmla="*/ 265 w 265"/>
                  <a:gd name="T1" fmla="*/ 133 h 265"/>
                  <a:gd name="T2" fmla="*/ 132 w 265"/>
                  <a:gd name="T3" fmla="*/ 265 h 265"/>
                  <a:gd name="T4" fmla="*/ 0 w 265"/>
                  <a:gd name="T5" fmla="*/ 133 h 265"/>
                  <a:gd name="T6" fmla="*/ 132 w 265"/>
                  <a:gd name="T7" fmla="*/ 0 h 265"/>
                  <a:gd name="T8" fmla="*/ 265 w 265"/>
                  <a:gd name="T9" fmla="*/ 133 h 265"/>
                  <a:gd name="T10" fmla="*/ 226 w 265"/>
                  <a:gd name="T11" fmla="*/ 227 h 265"/>
                  <a:gd name="T12" fmla="*/ 39 w 265"/>
                  <a:gd name="T13" fmla="*/ 39 h 265"/>
                </a:gdLst>
                <a:ahLst/>
                <a:cxnLst>
                  <a:cxn ang="0">
                    <a:pos x="T0" y="T1"/>
                  </a:cxn>
                  <a:cxn ang="0">
                    <a:pos x="T2" y="T3"/>
                  </a:cxn>
                  <a:cxn ang="0">
                    <a:pos x="T4" y="T5"/>
                  </a:cxn>
                  <a:cxn ang="0">
                    <a:pos x="T6" y="T7"/>
                  </a:cxn>
                  <a:cxn ang="0">
                    <a:pos x="T8" y="T9"/>
                  </a:cxn>
                  <a:cxn ang="0">
                    <a:pos x="T10" y="T11"/>
                  </a:cxn>
                  <a:cxn ang="0">
                    <a:pos x="T12" y="T13"/>
                  </a:cxn>
                </a:cxnLst>
                <a:rect l="0" t="0" r="r" b="b"/>
                <a:pathLst>
                  <a:path w="265" h="265">
                    <a:moveTo>
                      <a:pt x="265" y="133"/>
                    </a:moveTo>
                    <a:cubicBezTo>
                      <a:pt x="265" y="206"/>
                      <a:pt x="205" y="265"/>
                      <a:pt x="132" y="265"/>
                    </a:cubicBezTo>
                    <a:cubicBezTo>
                      <a:pt x="59" y="265"/>
                      <a:pt x="0" y="206"/>
                      <a:pt x="0" y="133"/>
                    </a:cubicBezTo>
                    <a:cubicBezTo>
                      <a:pt x="0" y="60"/>
                      <a:pt x="59" y="0"/>
                      <a:pt x="132" y="0"/>
                    </a:cubicBezTo>
                    <a:cubicBezTo>
                      <a:pt x="205" y="0"/>
                      <a:pt x="265" y="60"/>
                      <a:pt x="265" y="133"/>
                    </a:cubicBezTo>
                    <a:close/>
                    <a:moveTo>
                      <a:pt x="226" y="227"/>
                    </a:moveTo>
                    <a:cubicBezTo>
                      <a:pt x="39" y="39"/>
                      <a:pt x="39" y="39"/>
                      <a:pt x="39" y="39"/>
                    </a:cubicBezTo>
                  </a:path>
                </a:pathLst>
              </a:custGeom>
              <a:noFill/>
              <a:ln w="22225" cap="sq">
                <a:solidFill>
                  <a:srgbClr val="D83B0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grpSp>
        <p:nvGrpSpPr>
          <p:cNvPr id="1147" name="Group 1146">
            <a:extLst>
              <a:ext uri="{FF2B5EF4-FFF2-40B4-BE49-F238E27FC236}">
                <a16:creationId xmlns:a16="http://schemas.microsoft.com/office/drawing/2014/main" id="{53EA1C94-7135-4D7D-3AA3-E11435CB315C}"/>
              </a:ext>
            </a:extLst>
          </p:cNvPr>
          <p:cNvGrpSpPr/>
          <p:nvPr/>
        </p:nvGrpSpPr>
        <p:grpSpPr>
          <a:xfrm>
            <a:off x="9704677" y="4580919"/>
            <a:ext cx="574933" cy="574935"/>
            <a:chOff x="9648129" y="5045466"/>
            <a:chExt cx="548640" cy="548640"/>
          </a:xfrm>
        </p:grpSpPr>
        <p:sp>
          <p:nvSpPr>
            <p:cNvPr id="1151" name="Oval 1150">
              <a:extLst>
                <a:ext uri="{FF2B5EF4-FFF2-40B4-BE49-F238E27FC236}">
                  <a16:creationId xmlns:a16="http://schemas.microsoft.com/office/drawing/2014/main" id="{58070BE6-DFE9-F658-FAAF-449E2086E1F2}"/>
                </a:ext>
                <a:ext uri="{C183D7F6-B498-43B3-948B-1728B52AA6E4}">
                  <adec:decorative xmlns:adec="http://schemas.microsoft.com/office/drawing/2017/decorative" val="1"/>
                </a:ext>
              </a:extLst>
            </p:cNvPr>
            <p:cNvSpPr/>
            <p:nvPr/>
          </p:nvSpPr>
          <p:spPr bwMode="auto">
            <a:xfrm>
              <a:off x="9648129" y="5045466"/>
              <a:ext cx="548640" cy="548640"/>
            </a:xfrm>
            <a:prstGeom prst="ellipse">
              <a:avLst/>
            </a:prstGeom>
            <a:solidFill>
              <a:schemeClr val="tx2"/>
            </a:solidFill>
            <a:ln w="254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52" name="clock_10">
              <a:extLst>
                <a:ext uri="{FF2B5EF4-FFF2-40B4-BE49-F238E27FC236}">
                  <a16:creationId xmlns:a16="http://schemas.microsoft.com/office/drawing/2014/main" id="{7A7173F3-F84C-2990-357F-630137F2D456}"/>
                </a:ext>
              </a:extLst>
            </p:cNvPr>
            <p:cNvSpPr>
              <a:spLocks noChangeAspect="1" noEditPoints="1"/>
            </p:cNvSpPr>
            <p:nvPr/>
          </p:nvSpPr>
          <p:spPr bwMode="auto">
            <a:xfrm>
              <a:off x="9791350" y="5188228"/>
              <a:ext cx="262199" cy="263116"/>
            </a:xfrm>
            <a:custGeom>
              <a:avLst/>
              <a:gdLst>
                <a:gd name="T0" fmla="*/ 286 w 323"/>
                <a:gd name="T1" fmla="*/ 324 h 324"/>
                <a:gd name="T2" fmla="*/ 287 w 323"/>
                <a:gd name="T3" fmla="*/ 311 h 324"/>
                <a:gd name="T4" fmla="*/ 217 w 323"/>
                <a:gd name="T5" fmla="*/ 199 h 324"/>
                <a:gd name="T6" fmla="*/ 204 w 323"/>
                <a:gd name="T7" fmla="*/ 193 h 324"/>
                <a:gd name="T8" fmla="*/ 185 w 323"/>
                <a:gd name="T9" fmla="*/ 164 h 324"/>
                <a:gd name="T10" fmla="*/ 207 w 323"/>
                <a:gd name="T11" fmla="*/ 131 h 324"/>
                <a:gd name="T12" fmla="*/ 218 w 323"/>
                <a:gd name="T13" fmla="*/ 126 h 324"/>
                <a:gd name="T14" fmla="*/ 287 w 323"/>
                <a:gd name="T15" fmla="*/ 14 h 324"/>
                <a:gd name="T16" fmla="*/ 286 w 323"/>
                <a:gd name="T17" fmla="*/ 0 h 324"/>
                <a:gd name="T18" fmla="*/ 37 w 323"/>
                <a:gd name="T19" fmla="*/ 324 h 324"/>
                <a:gd name="T20" fmla="*/ 37 w 323"/>
                <a:gd name="T21" fmla="*/ 311 h 324"/>
                <a:gd name="T22" fmla="*/ 105 w 323"/>
                <a:gd name="T23" fmla="*/ 200 h 324"/>
                <a:gd name="T24" fmla="*/ 117 w 323"/>
                <a:gd name="T25" fmla="*/ 194 h 324"/>
                <a:gd name="T26" fmla="*/ 137 w 323"/>
                <a:gd name="T27" fmla="*/ 164 h 324"/>
                <a:gd name="T28" fmla="*/ 117 w 323"/>
                <a:gd name="T29" fmla="*/ 133 h 324"/>
                <a:gd name="T30" fmla="*/ 104 w 323"/>
                <a:gd name="T31" fmla="*/ 126 h 324"/>
                <a:gd name="T32" fmla="*/ 37 w 323"/>
                <a:gd name="T33" fmla="*/ 14 h 324"/>
                <a:gd name="T34" fmla="*/ 37 w 323"/>
                <a:gd name="T35" fmla="*/ 0 h 324"/>
                <a:gd name="T36" fmla="*/ 0 w 323"/>
                <a:gd name="T37" fmla="*/ 0 h 324"/>
                <a:gd name="T38" fmla="*/ 323 w 323"/>
                <a:gd name="T39" fmla="*/ 0 h 324"/>
                <a:gd name="T40" fmla="*/ 0 w 323"/>
                <a:gd name="T41" fmla="*/ 324 h 324"/>
                <a:gd name="T42" fmla="*/ 323 w 323"/>
                <a:gd name="T43"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3" h="324">
                  <a:moveTo>
                    <a:pt x="286" y="324"/>
                  </a:moveTo>
                  <a:cubicBezTo>
                    <a:pt x="287" y="320"/>
                    <a:pt x="287" y="316"/>
                    <a:pt x="287" y="311"/>
                  </a:cubicBezTo>
                  <a:cubicBezTo>
                    <a:pt x="287" y="262"/>
                    <a:pt x="258" y="219"/>
                    <a:pt x="217" y="199"/>
                  </a:cubicBezTo>
                  <a:cubicBezTo>
                    <a:pt x="204" y="193"/>
                    <a:pt x="204" y="193"/>
                    <a:pt x="204" y="193"/>
                  </a:cubicBezTo>
                  <a:cubicBezTo>
                    <a:pt x="193" y="188"/>
                    <a:pt x="185" y="176"/>
                    <a:pt x="185" y="164"/>
                  </a:cubicBezTo>
                  <a:cubicBezTo>
                    <a:pt x="185" y="149"/>
                    <a:pt x="195" y="136"/>
                    <a:pt x="207" y="131"/>
                  </a:cubicBezTo>
                  <a:cubicBezTo>
                    <a:pt x="218" y="126"/>
                    <a:pt x="218" y="126"/>
                    <a:pt x="218" y="126"/>
                  </a:cubicBezTo>
                  <a:cubicBezTo>
                    <a:pt x="259" y="105"/>
                    <a:pt x="287" y="63"/>
                    <a:pt x="287" y="14"/>
                  </a:cubicBezTo>
                  <a:cubicBezTo>
                    <a:pt x="287" y="10"/>
                    <a:pt x="286" y="4"/>
                    <a:pt x="286" y="0"/>
                  </a:cubicBezTo>
                  <a:moveTo>
                    <a:pt x="37" y="324"/>
                  </a:moveTo>
                  <a:cubicBezTo>
                    <a:pt x="37" y="320"/>
                    <a:pt x="37" y="316"/>
                    <a:pt x="37" y="311"/>
                  </a:cubicBezTo>
                  <a:cubicBezTo>
                    <a:pt x="37" y="263"/>
                    <a:pt x="64" y="220"/>
                    <a:pt x="105" y="200"/>
                  </a:cubicBezTo>
                  <a:cubicBezTo>
                    <a:pt x="117" y="194"/>
                    <a:pt x="117" y="194"/>
                    <a:pt x="117" y="194"/>
                  </a:cubicBezTo>
                  <a:cubicBezTo>
                    <a:pt x="129" y="189"/>
                    <a:pt x="137" y="177"/>
                    <a:pt x="137" y="164"/>
                  </a:cubicBezTo>
                  <a:cubicBezTo>
                    <a:pt x="137" y="149"/>
                    <a:pt x="129" y="139"/>
                    <a:pt x="117" y="133"/>
                  </a:cubicBezTo>
                  <a:cubicBezTo>
                    <a:pt x="104" y="126"/>
                    <a:pt x="104" y="126"/>
                    <a:pt x="104" y="126"/>
                  </a:cubicBezTo>
                  <a:cubicBezTo>
                    <a:pt x="63" y="105"/>
                    <a:pt x="37" y="64"/>
                    <a:pt x="37" y="14"/>
                  </a:cubicBezTo>
                  <a:cubicBezTo>
                    <a:pt x="37" y="10"/>
                    <a:pt x="37" y="5"/>
                    <a:pt x="37" y="0"/>
                  </a:cubicBezTo>
                  <a:moveTo>
                    <a:pt x="0" y="0"/>
                  </a:moveTo>
                  <a:cubicBezTo>
                    <a:pt x="323" y="0"/>
                    <a:pt x="323" y="0"/>
                    <a:pt x="323" y="0"/>
                  </a:cubicBezTo>
                  <a:moveTo>
                    <a:pt x="0" y="324"/>
                  </a:moveTo>
                  <a:cubicBezTo>
                    <a:pt x="323" y="324"/>
                    <a:pt x="323" y="324"/>
                    <a:pt x="323" y="3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sp>
        <p:nvSpPr>
          <p:cNvPr id="1162" name="Rectangle: Rounded Corners 1161">
            <a:extLst>
              <a:ext uri="{FF2B5EF4-FFF2-40B4-BE49-F238E27FC236}">
                <a16:creationId xmlns:a16="http://schemas.microsoft.com/office/drawing/2014/main" id="{E9B60FB0-A6CE-4E81-A14D-37C43D09D53D}"/>
              </a:ext>
              <a:ext uri="{C183D7F6-B498-43B3-948B-1728B52AA6E4}">
                <adec:decorative xmlns:adec="http://schemas.microsoft.com/office/drawing/2017/decorative" val="1"/>
              </a:ext>
            </a:extLst>
          </p:cNvPr>
          <p:cNvSpPr/>
          <p:nvPr/>
        </p:nvSpPr>
        <p:spPr bwMode="auto">
          <a:xfrm>
            <a:off x="3627949" y="1765752"/>
            <a:ext cx="8346027" cy="4033769"/>
          </a:xfrm>
          <a:prstGeom prst="roundRect">
            <a:avLst>
              <a:gd name="adj" fmla="val 4439"/>
            </a:avLst>
          </a:prstGeom>
          <a:noFill/>
          <a:ln w="12700">
            <a:solidFill>
              <a:srgbClr val="D83B0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srgbClr val="D83B01"/>
              </a:solidFill>
              <a:effectLst/>
              <a:uLnTx/>
              <a:uFillTx/>
              <a:latin typeface="Segoe UI"/>
              <a:ea typeface="+mn-ea"/>
              <a:cs typeface="Segoe UI" pitchFamily="34" charset="0"/>
            </a:endParaRPr>
          </a:p>
        </p:txBody>
      </p:sp>
      <p:cxnSp>
        <p:nvCxnSpPr>
          <p:cNvPr id="1165" name="Straight Arrow Connector 1164">
            <a:extLst>
              <a:ext uri="{FF2B5EF4-FFF2-40B4-BE49-F238E27FC236}">
                <a16:creationId xmlns:a16="http://schemas.microsoft.com/office/drawing/2014/main" id="{5811E48B-1BEC-DA3B-7688-DAF07A739E60}"/>
              </a:ext>
              <a:ext uri="{C183D7F6-B498-43B3-948B-1728B52AA6E4}">
                <adec:decorative xmlns:adec="http://schemas.microsoft.com/office/drawing/2017/decorative" val="1"/>
              </a:ext>
            </a:extLst>
          </p:cNvPr>
          <p:cNvCxnSpPr>
            <a:cxnSpLocks/>
          </p:cNvCxnSpPr>
          <p:nvPr/>
        </p:nvCxnSpPr>
        <p:spPr>
          <a:xfrm flipV="1">
            <a:off x="8755237" y="3857666"/>
            <a:ext cx="615764" cy="888479"/>
          </a:xfrm>
          <a:prstGeom prst="straightConnector1">
            <a:avLst/>
          </a:prstGeom>
          <a:noFill/>
          <a:ln w="12700" cap="flat" cmpd="sng" algn="ctr">
            <a:solidFill>
              <a:schemeClr val="accent4"/>
            </a:solidFill>
            <a:prstDash val="solid"/>
            <a:headEnd type="none" w="lg" len="med"/>
            <a:tailEnd type="arrow" w="lg" len="sm"/>
          </a:ln>
          <a:effectLst/>
        </p:spPr>
      </p:cxnSp>
      <p:sp>
        <p:nvSpPr>
          <p:cNvPr id="1174" name="TextBox 1173">
            <a:extLst>
              <a:ext uri="{FF2B5EF4-FFF2-40B4-BE49-F238E27FC236}">
                <a16:creationId xmlns:a16="http://schemas.microsoft.com/office/drawing/2014/main" id="{F75FA1DD-7511-0FB9-54E4-3AE78A25B493}"/>
              </a:ext>
            </a:extLst>
          </p:cNvPr>
          <p:cNvSpPr txBox="1"/>
          <p:nvPr/>
        </p:nvSpPr>
        <p:spPr>
          <a:xfrm>
            <a:off x="4419587" y="1398267"/>
            <a:ext cx="6762750" cy="369332"/>
          </a:xfrm>
          <a:prstGeom prst="rect">
            <a:avLst/>
          </a:prstGeom>
          <a:noFill/>
        </p:spPr>
        <p:txBody>
          <a:bodyPr wrap="square">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D83B01"/>
                </a:solidFill>
                <a:effectLst/>
                <a:uLnTx/>
                <a:uFillTx/>
                <a:latin typeface="Segoe UI"/>
                <a:ea typeface="+mn-ea"/>
                <a:cs typeface="Segoe UI" pitchFamily="34" charset="0"/>
              </a:rPr>
              <a:t>All </a:t>
            </a:r>
            <a:r>
              <a:rPr kumimoji="0" lang="en-US" sz="1800" b="1" i="0" u="sng" strike="noStrike" kern="1200" cap="none" spc="0" normalizeH="0" baseline="0" noProof="0" dirty="0">
                <a:ln>
                  <a:noFill/>
                </a:ln>
                <a:solidFill>
                  <a:srgbClr val="D83B01"/>
                </a:solidFill>
                <a:effectLst/>
                <a:uLnTx/>
                <a:uFillTx/>
                <a:latin typeface="Segoe UI"/>
                <a:ea typeface="+mn-ea"/>
                <a:cs typeface="Segoe UI" pitchFamily="34" charset="0"/>
              </a:rPr>
              <a:t>automated</a:t>
            </a:r>
            <a:r>
              <a:rPr kumimoji="0" lang="en-US" sz="1800" b="1" i="0" u="none" strike="noStrike" kern="1200" cap="none" spc="0" normalizeH="0" baseline="0" noProof="0" dirty="0">
                <a:ln>
                  <a:noFill/>
                </a:ln>
                <a:solidFill>
                  <a:srgbClr val="D83B01"/>
                </a:solidFill>
                <a:effectLst/>
                <a:uLnTx/>
                <a:uFillTx/>
                <a:latin typeface="Segoe UI"/>
                <a:ea typeface="+mn-ea"/>
                <a:cs typeface="Segoe UI" pitchFamily="34" charset="0"/>
              </a:rPr>
              <a:t> using Microsoft Entra ID Governance</a:t>
            </a:r>
          </a:p>
        </p:txBody>
      </p:sp>
      <p:cxnSp>
        <p:nvCxnSpPr>
          <p:cNvPr id="1210" name="Straight Arrow Connector 1209">
            <a:extLst>
              <a:ext uri="{FF2B5EF4-FFF2-40B4-BE49-F238E27FC236}">
                <a16:creationId xmlns:a16="http://schemas.microsoft.com/office/drawing/2014/main" id="{1E3F945C-B5EF-EF9B-5041-67B41860CB17}"/>
              </a:ext>
              <a:ext uri="{C183D7F6-B498-43B3-948B-1728B52AA6E4}">
                <adec:decorative xmlns:adec="http://schemas.microsoft.com/office/drawing/2017/decorative" val="1"/>
              </a:ext>
            </a:extLst>
          </p:cNvPr>
          <p:cNvCxnSpPr>
            <a:cxnSpLocks/>
          </p:cNvCxnSpPr>
          <p:nvPr/>
        </p:nvCxnSpPr>
        <p:spPr>
          <a:xfrm>
            <a:off x="8859261" y="3565316"/>
            <a:ext cx="414279" cy="0"/>
          </a:xfrm>
          <a:prstGeom prst="straightConnector1">
            <a:avLst/>
          </a:prstGeom>
          <a:noFill/>
          <a:ln w="12700" cap="flat" cmpd="sng" algn="ctr">
            <a:solidFill>
              <a:schemeClr val="accent4"/>
            </a:solidFill>
            <a:prstDash val="solid"/>
            <a:headEnd type="none" w="lg" len="med"/>
            <a:tailEnd type="arrow" w="lg" len="sm"/>
          </a:ln>
          <a:effectLst/>
        </p:spPr>
      </p:cxnSp>
      <p:grpSp>
        <p:nvGrpSpPr>
          <p:cNvPr id="13" name="Group 12">
            <a:extLst>
              <a:ext uri="{FF2B5EF4-FFF2-40B4-BE49-F238E27FC236}">
                <a16:creationId xmlns:a16="http://schemas.microsoft.com/office/drawing/2014/main" id="{5B591F5A-70D2-AE87-2704-B01245013908}"/>
              </a:ext>
            </a:extLst>
          </p:cNvPr>
          <p:cNvGrpSpPr/>
          <p:nvPr/>
        </p:nvGrpSpPr>
        <p:grpSpPr>
          <a:xfrm>
            <a:off x="9343787" y="3398175"/>
            <a:ext cx="356784" cy="362525"/>
            <a:chOff x="7396031" y="1832267"/>
            <a:chExt cx="457200" cy="457200"/>
          </a:xfrm>
        </p:grpSpPr>
        <p:sp>
          <p:nvSpPr>
            <p:cNvPr id="14" name="Oval 13">
              <a:extLst>
                <a:ext uri="{FF2B5EF4-FFF2-40B4-BE49-F238E27FC236}">
                  <a16:creationId xmlns:a16="http://schemas.microsoft.com/office/drawing/2014/main" id="{6D6398F9-0EBF-7163-839B-89CFD1D39542}"/>
                </a:ext>
                <a:ext uri="{C183D7F6-B498-43B3-948B-1728B52AA6E4}">
                  <adec:decorative xmlns:adec="http://schemas.microsoft.com/office/drawing/2017/decorative" val="1"/>
                </a:ext>
              </a:extLst>
            </p:cNvPr>
            <p:cNvSpPr/>
            <p:nvPr/>
          </p:nvSpPr>
          <p:spPr bwMode="auto">
            <a:xfrm>
              <a:off x="7396031" y="1832267"/>
              <a:ext cx="457200" cy="457200"/>
            </a:xfrm>
            <a:prstGeom prst="ellipse">
              <a:avLst/>
            </a:prstGeom>
            <a:solidFill>
              <a:schemeClr val="accent4"/>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5" name="Group 14">
              <a:extLst>
                <a:ext uri="{FF2B5EF4-FFF2-40B4-BE49-F238E27FC236}">
                  <a16:creationId xmlns:a16="http://schemas.microsoft.com/office/drawing/2014/main" id="{5B0489FA-77CE-12A0-5490-5A43F4C2D8A2}"/>
                </a:ext>
              </a:extLst>
            </p:cNvPr>
            <p:cNvGrpSpPr/>
            <p:nvPr/>
          </p:nvGrpSpPr>
          <p:grpSpPr>
            <a:xfrm>
              <a:off x="7503645" y="1926176"/>
              <a:ext cx="242019" cy="269381"/>
              <a:chOff x="8433512" y="2735141"/>
              <a:chExt cx="395128" cy="455649"/>
            </a:xfrm>
            <a:noFill/>
          </p:grpSpPr>
          <p:sp>
            <p:nvSpPr>
              <p:cNvPr id="16" name="Parallelogram 15">
                <a:extLst>
                  <a:ext uri="{FF2B5EF4-FFF2-40B4-BE49-F238E27FC236}">
                    <a16:creationId xmlns:a16="http://schemas.microsoft.com/office/drawing/2014/main" id="{2562A9F2-F538-E8A0-7593-53E45A915DF9}"/>
                  </a:ext>
                </a:extLst>
              </p:cNvPr>
              <p:cNvSpPr/>
              <p:nvPr/>
            </p:nvSpPr>
            <p:spPr bwMode="auto">
              <a:xfrm rot="5400000" flipV="1">
                <a:off x="8569414" y="2931559"/>
                <a:ext cx="334697" cy="183754"/>
              </a:xfrm>
              <a:prstGeom prst="parallelogram">
                <a:avLst>
                  <a:gd name="adj" fmla="val 54554"/>
                </a:avLst>
              </a:prstGeom>
              <a:grpFill/>
              <a:ln w="15875" cap="flat" cmpd="sng" algn="ctr">
                <a:solidFill>
                  <a:schemeClr val="bg1"/>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sp>
            <p:nvSpPr>
              <p:cNvPr id="17" name="Parallelogram 16">
                <a:extLst>
                  <a:ext uri="{FF2B5EF4-FFF2-40B4-BE49-F238E27FC236}">
                    <a16:creationId xmlns:a16="http://schemas.microsoft.com/office/drawing/2014/main" id="{F150DAC5-7D7B-E967-F074-DCE3D8057BB6}"/>
                  </a:ext>
                </a:extLst>
              </p:cNvPr>
              <p:cNvSpPr/>
              <p:nvPr/>
            </p:nvSpPr>
            <p:spPr bwMode="auto">
              <a:xfrm rot="16200000" flipH="1" flipV="1">
                <a:off x="8357246" y="2932355"/>
                <a:ext cx="334701" cy="182170"/>
              </a:xfrm>
              <a:prstGeom prst="parallelogram">
                <a:avLst>
                  <a:gd name="adj" fmla="val 55464"/>
                </a:avLst>
              </a:prstGeom>
              <a:grpFill/>
              <a:ln w="15875" cap="flat" cmpd="sng" algn="ctr">
                <a:solidFill>
                  <a:schemeClr val="bg1"/>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sp>
            <p:nvSpPr>
              <p:cNvPr id="19" name="Parallelogram 18">
                <a:extLst>
                  <a:ext uri="{FF2B5EF4-FFF2-40B4-BE49-F238E27FC236}">
                    <a16:creationId xmlns:a16="http://schemas.microsoft.com/office/drawing/2014/main" id="{6C9C7201-FEE5-BEB8-F4A7-DC34F972B418}"/>
                  </a:ext>
                </a:extLst>
              </p:cNvPr>
              <p:cNvSpPr/>
              <p:nvPr/>
            </p:nvSpPr>
            <p:spPr bwMode="auto">
              <a:xfrm rot="12475565">
                <a:off x="8464908" y="2735141"/>
                <a:ext cx="334700" cy="182857"/>
              </a:xfrm>
              <a:prstGeom prst="parallelogram">
                <a:avLst>
                  <a:gd name="adj" fmla="val 67500"/>
                </a:avLst>
              </a:prstGeom>
              <a:grpFill/>
              <a:ln w="15875" cap="flat" cmpd="sng" algn="ctr">
                <a:solidFill>
                  <a:schemeClr val="bg1"/>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grpSp>
      </p:grpSp>
      <p:grpSp>
        <p:nvGrpSpPr>
          <p:cNvPr id="26" name="Group 25">
            <a:extLst>
              <a:ext uri="{FF2B5EF4-FFF2-40B4-BE49-F238E27FC236}">
                <a16:creationId xmlns:a16="http://schemas.microsoft.com/office/drawing/2014/main" id="{4579512E-ABB8-1D8C-602A-1CB68F459648}"/>
              </a:ext>
              <a:ext uri="{C183D7F6-B498-43B3-948B-1728B52AA6E4}">
                <adec:decorative xmlns:adec="http://schemas.microsoft.com/office/drawing/2017/decorative" val="1"/>
              </a:ext>
            </a:extLst>
          </p:cNvPr>
          <p:cNvGrpSpPr/>
          <p:nvPr/>
        </p:nvGrpSpPr>
        <p:grpSpPr>
          <a:xfrm>
            <a:off x="1654550" y="2052995"/>
            <a:ext cx="237358" cy="208765"/>
            <a:chOff x="9198739" y="1690998"/>
            <a:chExt cx="212549" cy="186945"/>
          </a:xfrm>
          <a:solidFill>
            <a:schemeClr val="bg1">
              <a:lumMod val="65000"/>
            </a:schemeClr>
          </a:solidFill>
        </p:grpSpPr>
        <p:sp>
          <p:nvSpPr>
            <p:cNvPr id="27" name="Graphic 27">
              <a:extLst>
                <a:ext uri="{FF2B5EF4-FFF2-40B4-BE49-F238E27FC236}">
                  <a16:creationId xmlns:a16="http://schemas.microsoft.com/office/drawing/2014/main" id="{00A1DDFF-FD72-C9E6-0AD0-F8DB67D15C8B}"/>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8" name="Graphic 27">
              <a:extLst>
                <a:ext uri="{FF2B5EF4-FFF2-40B4-BE49-F238E27FC236}">
                  <a16:creationId xmlns:a16="http://schemas.microsoft.com/office/drawing/2014/main" id="{ACA28029-0FEC-C5DA-E924-ADA8D76B580F}"/>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34" name="Rectangle: Single Corner Rounded 33">
            <a:extLst>
              <a:ext uri="{FF2B5EF4-FFF2-40B4-BE49-F238E27FC236}">
                <a16:creationId xmlns:a16="http://schemas.microsoft.com/office/drawing/2014/main" id="{228D69A5-23D2-D68A-AFCF-20B00B46B002}"/>
              </a:ext>
              <a:ext uri="{C183D7F6-B498-43B3-948B-1728B52AA6E4}">
                <adec:decorative xmlns:adec="http://schemas.microsoft.com/office/drawing/2017/decorative" val="1"/>
              </a:ext>
            </a:extLst>
          </p:cNvPr>
          <p:cNvSpPr/>
          <p:nvPr/>
        </p:nvSpPr>
        <p:spPr bwMode="auto">
          <a:xfrm flipH="1">
            <a:off x="9837497" y="5969021"/>
            <a:ext cx="2381521" cy="891646"/>
          </a:xfrm>
          <a:prstGeom prst="round1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TextBox 34">
            <a:extLst>
              <a:ext uri="{FF2B5EF4-FFF2-40B4-BE49-F238E27FC236}">
                <a16:creationId xmlns:a16="http://schemas.microsoft.com/office/drawing/2014/main" id="{F1430C6A-1BEB-1B59-4896-2EE19AF87AAB}"/>
              </a:ext>
              <a:ext uri="{C183D7F6-B498-43B3-948B-1728B52AA6E4}">
                <adec:decorative xmlns:adec="http://schemas.microsoft.com/office/drawing/2017/decorative" val="1"/>
              </a:ext>
            </a:extLst>
          </p:cNvPr>
          <p:cNvSpPr txBox="1"/>
          <p:nvPr/>
        </p:nvSpPr>
        <p:spPr>
          <a:xfrm>
            <a:off x="10614050" y="6168623"/>
            <a:ext cx="1479669" cy="492443"/>
          </a:xfrm>
          <a:prstGeom prst="rect">
            <a:avLst/>
          </a:prstGeom>
          <a:noFill/>
        </p:spPr>
        <p:txBody>
          <a:bodyPr vert="horz"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Segoe UI Semibold"/>
                <a:ea typeface="+mn-ea"/>
                <a:cs typeface="Segoe UI" panose="020B0502040204020203" pitchFamily="34" charset="0"/>
                <a:hlinkClick r:id="rId18" action="ppaction://hlinksldjump">
                  <a:extLst>
                    <a:ext uri="{A12FA001-AC4F-418D-AE19-62706E023703}">
                      <ahyp:hlinkClr xmlns:ahyp="http://schemas.microsoft.com/office/drawing/2018/hyperlinkcolor" val="tx"/>
                    </a:ext>
                  </a:extLst>
                </a:hlinkClick>
              </a:rPr>
              <a:t>Return 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Segoe UI Semibold"/>
                <a:ea typeface="+mn-ea"/>
                <a:cs typeface="Segoe UI" panose="020B0502040204020203" pitchFamily="34" charset="0"/>
                <a:hlinkClick r:id="rId18" action="ppaction://hlinksldjump">
                  <a:extLst>
                    <a:ext uri="{A12FA001-AC4F-418D-AE19-62706E023703}">
                      <ahyp:hlinkClr xmlns:ahyp="http://schemas.microsoft.com/office/drawing/2018/hyperlinkcolor" val="tx"/>
                    </a:ext>
                  </a:extLst>
                </a:hlinkClick>
              </a:rPr>
              <a:t>Secure Access Summary</a:t>
            </a:r>
            <a:endParaRPr kumimoji="0" lang="en-US" sz="1200" b="0" i="0" u="none" strike="noStrike" kern="1200" cap="none" spc="0" normalizeH="0" baseline="0" noProof="0" dirty="0">
              <a:ln>
                <a:noFill/>
              </a:ln>
              <a:solidFill>
                <a:srgbClr val="FFFFFF"/>
              </a:solidFill>
              <a:effectLst/>
              <a:uLnTx/>
              <a:uFillTx/>
              <a:latin typeface="Segoe UI Semibold"/>
              <a:ea typeface="+mn-ea"/>
              <a:cs typeface="+mn-cs"/>
            </a:endParaRPr>
          </a:p>
        </p:txBody>
      </p:sp>
      <p:grpSp>
        <p:nvGrpSpPr>
          <p:cNvPr id="36" name="Group 35">
            <a:extLst>
              <a:ext uri="{FF2B5EF4-FFF2-40B4-BE49-F238E27FC236}">
                <a16:creationId xmlns:a16="http://schemas.microsoft.com/office/drawing/2014/main" id="{CFAFBDE3-3D01-008D-F611-8E3B5BE8F3B6}"/>
              </a:ext>
              <a:ext uri="{C183D7F6-B498-43B3-948B-1728B52AA6E4}">
                <adec:decorative xmlns:adec="http://schemas.microsoft.com/office/drawing/2017/decorative" val="1"/>
              </a:ext>
            </a:extLst>
          </p:cNvPr>
          <p:cNvGrpSpPr/>
          <p:nvPr/>
        </p:nvGrpSpPr>
        <p:grpSpPr>
          <a:xfrm>
            <a:off x="9967828" y="6147662"/>
            <a:ext cx="534364" cy="534364"/>
            <a:chOff x="11211132" y="63007"/>
            <a:chExt cx="590136" cy="590136"/>
          </a:xfrm>
          <a:solidFill>
            <a:schemeClr val="accent1">
              <a:lumMod val="50000"/>
            </a:schemeClr>
          </a:solidFill>
        </p:grpSpPr>
        <p:sp>
          <p:nvSpPr>
            <p:cNvPr id="37" name="Oval 36">
              <a:extLst>
                <a:ext uri="{FF2B5EF4-FFF2-40B4-BE49-F238E27FC236}">
                  <a16:creationId xmlns:a16="http://schemas.microsoft.com/office/drawing/2014/main" id="{34CD30E7-E2B6-FF85-E208-F81693BF7C70}"/>
                </a:ext>
              </a:extLst>
            </p:cNvPr>
            <p:cNvSpPr/>
            <p:nvPr/>
          </p:nvSpPr>
          <p:spPr bwMode="auto">
            <a:xfrm>
              <a:off x="11211132" y="63007"/>
              <a:ext cx="590136" cy="590136"/>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8" name="Touch_E815">
              <a:extLst>
                <a:ext uri="{FF2B5EF4-FFF2-40B4-BE49-F238E27FC236}">
                  <a16:creationId xmlns:a16="http://schemas.microsoft.com/office/drawing/2014/main" id="{511E46EB-324E-94BB-F5CC-5F46A05D0088}"/>
                </a:ext>
                <a:ext uri="{C183D7F6-B498-43B3-948B-1728B52AA6E4}">
                  <adec:decorative xmlns:adec="http://schemas.microsoft.com/office/drawing/2017/decorative" val="1"/>
                </a:ext>
              </a:extLst>
            </p:cNvPr>
            <p:cNvSpPr>
              <a:spLocks noChangeAspect="1" noEditPoints="1"/>
            </p:cNvSpPr>
            <p:nvPr/>
          </p:nvSpPr>
          <p:spPr bwMode="auto">
            <a:xfrm>
              <a:off x="11383527" y="178790"/>
              <a:ext cx="245346" cy="358570"/>
            </a:xfrm>
            <a:custGeom>
              <a:avLst/>
              <a:gdLst>
                <a:gd name="T0" fmla="*/ 1238 w 2563"/>
                <a:gd name="T1" fmla="*/ 1510 h 3746"/>
                <a:gd name="T2" fmla="*/ 1238 w 2563"/>
                <a:gd name="T3" fmla="*/ 1758 h 3746"/>
                <a:gd name="T4" fmla="*/ 1238 w 2563"/>
                <a:gd name="T5" fmla="*/ 654 h 3746"/>
                <a:gd name="T6" fmla="*/ 1017 w 2563"/>
                <a:gd name="T7" fmla="*/ 433 h 3746"/>
                <a:gd name="T8" fmla="*/ 796 w 2563"/>
                <a:gd name="T9" fmla="*/ 654 h 3746"/>
                <a:gd name="T10" fmla="*/ 796 w 2563"/>
                <a:gd name="T11" fmla="*/ 669 h 3746"/>
                <a:gd name="T12" fmla="*/ 796 w 2563"/>
                <a:gd name="T13" fmla="*/ 2453 h 3746"/>
                <a:gd name="T14" fmla="*/ 662 w 2563"/>
                <a:gd name="T15" fmla="*/ 2508 h 3746"/>
                <a:gd name="T16" fmla="*/ 423 w 2563"/>
                <a:gd name="T17" fmla="*/ 2269 h 3746"/>
                <a:gd name="T18" fmla="*/ 92 w 2563"/>
                <a:gd name="T19" fmla="*/ 2269 h 3746"/>
                <a:gd name="T20" fmla="*/ 92 w 2563"/>
                <a:gd name="T21" fmla="*/ 2600 h 3746"/>
                <a:gd name="T22" fmla="*/ 906 w 2563"/>
                <a:gd name="T23" fmla="*/ 3415 h 3746"/>
                <a:gd name="T24" fmla="*/ 1680 w 2563"/>
                <a:gd name="T25" fmla="*/ 3746 h 3746"/>
                <a:gd name="T26" fmla="*/ 2563 w 2563"/>
                <a:gd name="T27" fmla="*/ 2863 h 3746"/>
                <a:gd name="T28" fmla="*/ 2563 w 2563"/>
                <a:gd name="T29" fmla="*/ 2013 h 3746"/>
                <a:gd name="T30" fmla="*/ 2396 w 2563"/>
                <a:gd name="T31" fmla="*/ 1799 h 3746"/>
                <a:gd name="T32" fmla="*/ 1238 w 2563"/>
                <a:gd name="T33" fmla="*/ 1510 h 3746"/>
                <a:gd name="T34" fmla="*/ 1238 w 2563"/>
                <a:gd name="T35" fmla="*/ 654 h 3746"/>
                <a:gd name="T36" fmla="*/ 1238 w 2563"/>
                <a:gd name="T37" fmla="*/ 1268 h 3746"/>
                <a:gd name="T38" fmla="*/ 1669 w 2563"/>
                <a:gd name="T39" fmla="*/ 654 h 3746"/>
                <a:gd name="T40" fmla="*/ 1016 w 2563"/>
                <a:gd name="T41" fmla="*/ 0 h 3746"/>
                <a:gd name="T42" fmla="*/ 363 w 2563"/>
                <a:gd name="T43" fmla="*/ 654 h 3746"/>
                <a:gd name="T44" fmla="*/ 796 w 2563"/>
                <a:gd name="T45" fmla="*/ 1269 h 3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63" h="3746">
                  <a:moveTo>
                    <a:pt x="1238" y="1510"/>
                  </a:moveTo>
                  <a:cubicBezTo>
                    <a:pt x="1238" y="1758"/>
                    <a:pt x="1238" y="1758"/>
                    <a:pt x="1238" y="1758"/>
                  </a:cubicBezTo>
                  <a:moveTo>
                    <a:pt x="1238" y="654"/>
                  </a:moveTo>
                  <a:cubicBezTo>
                    <a:pt x="1238" y="532"/>
                    <a:pt x="1139" y="433"/>
                    <a:pt x="1017" y="433"/>
                  </a:cubicBezTo>
                  <a:cubicBezTo>
                    <a:pt x="895" y="433"/>
                    <a:pt x="796" y="532"/>
                    <a:pt x="796" y="654"/>
                  </a:cubicBezTo>
                  <a:cubicBezTo>
                    <a:pt x="796" y="654"/>
                    <a:pt x="796" y="659"/>
                    <a:pt x="796" y="669"/>
                  </a:cubicBezTo>
                  <a:cubicBezTo>
                    <a:pt x="796" y="818"/>
                    <a:pt x="796" y="2026"/>
                    <a:pt x="796" y="2453"/>
                  </a:cubicBezTo>
                  <a:cubicBezTo>
                    <a:pt x="796" y="2523"/>
                    <a:pt x="712" y="2557"/>
                    <a:pt x="662" y="2508"/>
                  </a:cubicBezTo>
                  <a:cubicBezTo>
                    <a:pt x="423" y="2269"/>
                    <a:pt x="423" y="2269"/>
                    <a:pt x="423" y="2269"/>
                  </a:cubicBezTo>
                  <a:cubicBezTo>
                    <a:pt x="331" y="2177"/>
                    <a:pt x="183" y="2177"/>
                    <a:pt x="92" y="2269"/>
                  </a:cubicBezTo>
                  <a:cubicBezTo>
                    <a:pt x="0" y="2360"/>
                    <a:pt x="0" y="2508"/>
                    <a:pt x="92" y="2600"/>
                  </a:cubicBezTo>
                  <a:cubicBezTo>
                    <a:pt x="906" y="3415"/>
                    <a:pt x="906" y="3415"/>
                    <a:pt x="906" y="3415"/>
                  </a:cubicBezTo>
                  <a:cubicBezTo>
                    <a:pt x="1104" y="3619"/>
                    <a:pt x="1377" y="3746"/>
                    <a:pt x="1680" y="3746"/>
                  </a:cubicBezTo>
                  <a:cubicBezTo>
                    <a:pt x="2168" y="3746"/>
                    <a:pt x="2563" y="3351"/>
                    <a:pt x="2563" y="2863"/>
                  </a:cubicBezTo>
                  <a:cubicBezTo>
                    <a:pt x="2563" y="2013"/>
                    <a:pt x="2563" y="2013"/>
                    <a:pt x="2563" y="2013"/>
                  </a:cubicBezTo>
                  <a:cubicBezTo>
                    <a:pt x="2563" y="1912"/>
                    <a:pt x="2494" y="1824"/>
                    <a:pt x="2396" y="1799"/>
                  </a:cubicBezTo>
                  <a:cubicBezTo>
                    <a:pt x="1238" y="1510"/>
                    <a:pt x="1238" y="1510"/>
                    <a:pt x="1238" y="1510"/>
                  </a:cubicBezTo>
                  <a:lnTo>
                    <a:pt x="1238" y="654"/>
                  </a:lnTo>
                  <a:close/>
                  <a:moveTo>
                    <a:pt x="1238" y="1268"/>
                  </a:moveTo>
                  <a:cubicBezTo>
                    <a:pt x="1489" y="1177"/>
                    <a:pt x="1669" y="936"/>
                    <a:pt x="1669" y="654"/>
                  </a:cubicBezTo>
                  <a:cubicBezTo>
                    <a:pt x="1669" y="293"/>
                    <a:pt x="1377" y="0"/>
                    <a:pt x="1016" y="0"/>
                  </a:cubicBezTo>
                  <a:cubicBezTo>
                    <a:pt x="655" y="0"/>
                    <a:pt x="363" y="293"/>
                    <a:pt x="363" y="654"/>
                  </a:cubicBezTo>
                  <a:cubicBezTo>
                    <a:pt x="363" y="937"/>
                    <a:pt x="544" y="1178"/>
                    <a:pt x="796" y="1269"/>
                  </a:cubicBezTo>
                </a:path>
              </a:pathLst>
            </a:custGeom>
            <a:grpFill/>
            <a:ln w="158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3" name="Title 2">
            <a:extLst>
              <a:ext uri="{FF2B5EF4-FFF2-40B4-BE49-F238E27FC236}">
                <a16:creationId xmlns:a16="http://schemas.microsoft.com/office/drawing/2014/main" id="{212A1CA7-8A20-3FC4-A75C-74EF4A2A6B6C}"/>
              </a:ext>
            </a:extLst>
          </p:cNvPr>
          <p:cNvSpPr>
            <a:spLocks noGrp="1"/>
          </p:cNvSpPr>
          <p:nvPr>
            <p:ph type="title"/>
          </p:nvPr>
        </p:nvSpPr>
        <p:spPr>
          <a:xfrm>
            <a:off x="588263" y="457200"/>
            <a:ext cx="11018520" cy="800219"/>
          </a:xfrm>
        </p:spPr>
        <p:txBody>
          <a:bodyPr/>
          <a:lstStyle/>
          <a:p>
            <a:pPr marL="0" marR="0" lvl="0" indent="0" defTabSz="932742" rtl="0" eaLnBrk="1" fontAlgn="auto" latinLnBrk="0" hangingPunct="1">
              <a:lnSpc>
                <a:spcPct val="100000"/>
              </a:lnSpc>
              <a:spcBef>
                <a:spcPct val="0"/>
              </a:spcBef>
              <a:spcAft>
                <a:spcPts val="0"/>
              </a:spcAft>
              <a:tabLst/>
              <a:defRPr/>
            </a:pPr>
            <a:r>
              <a:rPr lang="fr-FR" sz="3200" dirty="0"/>
              <a:t>Accès sécurisé aux ressources</a:t>
            </a:r>
            <a:br>
              <a:rPr kumimoji="0" lang="en-US" sz="3200" b="0" i="0" u="none" strike="noStrike" kern="1200" cap="none" spc="-50" normalizeH="0" baseline="0" noProof="0" dirty="0">
                <a:ln w="3175">
                  <a:noFill/>
                </a:ln>
                <a:solidFill>
                  <a:srgbClr val="000000"/>
                </a:solidFill>
                <a:effectLst/>
                <a:uLnTx/>
                <a:uFillTx/>
                <a:latin typeface="Segoe UI Semibold"/>
                <a:ea typeface="+mn-ea"/>
                <a:cs typeface="Segoe UI" pitchFamily="34" charset="0"/>
              </a:rPr>
            </a:br>
            <a:r>
              <a:rPr kumimoji="0" lang="en-US" sz="2000" b="0" i="1" u="none" strike="noStrike" kern="1200" cap="none" spc="-50" normalizeH="0" baseline="0" noProof="0" dirty="0">
                <a:ln w="3175">
                  <a:noFill/>
                </a:ln>
                <a:effectLst/>
                <a:uLnTx/>
                <a:uFillTx/>
                <a:latin typeface="Segoe UI Semibold"/>
                <a:ea typeface="+mn-ea"/>
                <a:cs typeface="+mn-cs"/>
              </a:rPr>
              <a:t>with Entitlement Management in ID Governance</a:t>
            </a:r>
            <a:endParaRPr lang="en-US" dirty="0"/>
          </a:p>
        </p:txBody>
      </p:sp>
    </p:spTree>
    <p:extLst>
      <p:ext uri="{BB962C8B-B14F-4D97-AF65-F5344CB8AC3E}">
        <p14:creationId xmlns:p14="http://schemas.microsoft.com/office/powerpoint/2010/main" val="20146427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nodeType="withEffect">
                                  <p:stCondLst>
                                    <p:cond delay="0"/>
                                  </p:stCondLst>
                                  <p:childTnLst>
                                    <p:set>
                                      <p:cBhvr>
                                        <p:cTn id="9" dur="1" fill="hold">
                                          <p:stCondLst>
                                            <p:cond delay="0"/>
                                          </p:stCondLst>
                                        </p:cTn>
                                        <p:tgtEl>
                                          <p:spTgt spid="1179"/>
                                        </p:tgtEl>
                                        <p:attrNameLst>
                                          <p:attrName>style.visibility</p:attrName>
                                        </p:attrNameLst>
                                      </p:cBhvr>
                                      <p:to>
                                        <p:strVal val="visible"/>
                                      </p:to>
                                    </p:set>
                                    <p:animEffect transition="in" filter="fade">
                                      <p:cBhvr>
                                        <p:cTn id="10" dur="500"/>
                                        <p:tgtEl>
                                          <p:spTgt spid="1179"/>
                                        </p:tgtEl>
                                      </p:cBhvr>
                                    </p:animEffect>
                                  </p:childTnLst>
                                </p:cTn>
                              </p:par>
                              <p:par>
                                <p:cTn id="11" presetID="10" presetClass="entr" presetSubtype="0" fill="hold" nodeType="withEffect">
                                  <p:stCondLst>
                                    <p:cond delay="0"/>
                                  </p:stCondLst>
                                  <p:childTnLst>
                                    <p:set>
                                      <p:cBhvr>
                                        <p:cTn id="12" dur="1" fill="hold">
                                          <p:stCondLst>
                                            <p:cond delay="0"/>
                                          </p:stCondLst>
                                        </p:cTn>
                                        <p:tgtEl>
                                          <p:spTgt spid="1031"/>
                                        </p:tgtEl>
                                        <p:attrNameLst>
                                          <p:attrName>style.visibility</p:attrName>
                                        </p:attrNameLst>
                                      </p:cBhvr>
                                      <p:to>
                                        <p:strVal val="visible"/>
                                      </p:to>
                                    </p:set>
                                    <p:animEffect transition="in" filter="fade">
                                      <p:cBhvr>
                                        <p:cTn id="13" dur="500"/>
                                        <p:tgtEl>
                                          <p:spTgt spid="10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82"/>
                                        </p:tgtEl>
                                        <p:attrNameLst>
                                          <p:attrName>style.visibility</p:attrName>
                                        </p:attrNameLst>
                                      </p:cBhvr>
                                      <p:to>
                                        <p:strVal val="visible"/>
                                      </p:to>
                                    </p:set>
                                    <p:animEffect transition="in" filter="fade">
                                      <p:cBhvr>
                                        <p:cTn id="16" dur="500"/>
                                        <p:tgtEl>
                                          <p:spTgt spid="118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56"/>
                                        </p:tgtEl>
                                        <p:attrNameLst>
                                          <p:attrName>style.visibility</p:attrName>
                                        </p:attrNameLst>
                                      </p:cBhvr>
                                      <p:to>
                                        <p:strVal val="visible"/>
                                      </p:to>
                                    </p:set>
                                    <p:animEffect transition="in" filter="fade">
                                      <p:cBhvr>
                                        <p:cTn id="21" dur="500"/>
                                        <p:tgtEl>
                                          <p:spTgt spid="105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86"/>
                                        </p:tgtEl>
                                        <p:attrNameLst>
                                          <p:attrName>style.visibility</p:attrName>
                                        </p:attrNameLst>
                                      </p:cBhvr>
                                      <p:to>
                                        <p:strVal val="visible"/>
                                      </p:to>
                                    </p:set>
                                    <p:animEffect transition="in" filter="fade">
                                      <p:cBhvr>
                                        <p:cTn id="24" dur="500"/>
                                        <p:tgtEl>
                                          <p:spTgt spid="108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53"/>
                                        </p:tgtEl>
                                        <p:attrNameLst>
                                          <p:attrName>style.visibility</p:attrName>
                                        </p:attrNameLst>
                                      </p:cBhvr>
                                      <p:to>
                                        <p:strVal val="visible"/>
                                      </p:to>
                                    </p:set>
                                    <p:animEffect transition="in" filter="fade">
                                      <p:cBhvr>
                                        <p:cTn id="35" dur="500"/>
                                        <p:tgtEl>
                                          <p:spTgt spid="105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57"/>
                                        </p:tgtEl>
                                        <p:attrNameLst>
                                          <p:attrName>style.visibility</p:attrName>
                                        </p:attrNameLst>
                                      </p:cBhvr>
                                      <p:to>
                                        <p:strVal val="visible"/>
                                      </p:to>
                                    </p:set>
                                    <p:animEffect transition="in" filter="fade">
                                      <p:cBhvr>
                                        <p:cTn id="38" dur="500"/>
                                        <p:tgtEl>
                                          <p:spTgt spid="105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92"/>
                                        </p:tgtEl>
                                        <p:attrNameLst>
                                          <p:attrName>style.visibility</p:attrName>
                                        </p:attrNameLst>
                                      </p:cBhvr>
                                      <p:to>
                                        <p:strVal val="visible"/>
                                      </p:to>
                                    </p:set>
                                    <p:animEffect transition="in" filter="fade">
                                      <p:cBhvr>
                                        <p:cTn id="41" dur="500"/>
                                        <p:tgtEl>
                                          <p:spTgt spid="1092"/>
                                        </p:tgtEl>
                                      </p:cBhvr>
                                    </p:animEffect>
                                  </p:childTnLst>
                                </p:cTn>
                              </p:par>
                              <p:par>
                                <p:cTn id="42" presetID="10" presetClass="entr" presetSubtype="0" fill="hold" nodeType="with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fade">
                                      <p:cBhvr>
                                        <p:cTn id="44" dur="500"/>
                                        <p:tgtEl>
                                          <p:spTgt spid="56"/>
                                        </p:tgtEl>
                                      </p:cBhvr>
                                    </p:animEffect>
                                  </p:childTnLst>
                                </p:cTn>
                              </p:par>
                              <p:par>
                                <p:cTn id="45" presetID="10" presetClass="entr" presetSubtype="0" fill="hold" nodeType="withEffect">
                                  <p:stCondLst>
                                    <p:cond delay="0"/>
                                  </p:stCondLst>
                                  <p:childTnLst>
                                    <p:set>
                                      <p:cBhvr>
                                        <p:cTn id="46" dur="1" fill="hold">
                                          <p:stCondLst>
                                            <p:cond delay="0"/>
                                          </p:stCondLst>
                                        </p:cTn>
                                        <p:tgtEl>
                                          <p:spTgt spid="1091"/>
                                        </p:tgtEl>
                                        <p:attrNameLst>
                                          <p:attrName>style.visibility</p:attrName>
                                        </p:attrNameLst>
                                      </p:cBhvr>
                                      <p:to>
                                        <p:strVal val="visible"/>
                                      </p:to>
                                    </p:set>
                                    <p:animEffect transition="in" filter="fade">
                                      <p:cBhvr>
                                        <p:cTn id="47" dur="500"/>
                                        <p:tgtEl>
                                          <p:spTgt spid="1091"/>
                                        </p:tgtEl>
                                      </p:cBhvr>
                                    </p:animEffect>
                                  </p:childTnLst>
                                </p:cTn>
                              </p:par>
                              <p:par>
                                <p:cTn id="48" presetID="10" presetClass="entr" presetSubtype="0" fill="hold" nodeType="with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fade">
                                      <p:cBhvr>
                                        <p:cTn id="50" dur="500"/>
                                        <p:tgtEl>
                                          <p:spTgt spid="59"/>
                                        </p:tgtEl>
                                      </p:cBhvr>
                                    </p:animEffect>
                                  </p:childTnLst>
                                </p:cTn>
                              </p:par>
                              <p:par>
                                <p:cTn id="51" presetID="10" presetClass="entr" presetSubtype="0" fill="hold" nodeType="withEffect">
                                  <p:stCondLst>
                                    <p:cond delay="0"/>
                                  </p:stCondLst>
                                  <p:childTnLst>
                                    <p:set>
                                      <p:cBhvr>
                                        <p:cTn id="52" dur="1" fill="hold">
                                          <p:stCondLst>
                                            <p:cond delay="0"/>
                                          </p:stCondLst>
                                        </p:cTn>
                                        <p:tgtEl>
                                          <p:spTgt spid="1094"/>
                                        </p:tgtEl>
                                        <p:attrNameLst>
                                          <p:attrName>style.visibility</p:attrName>
                                        </p:attrNameLst>
                                      </p:cBhvr>
                                      <p:to>
                                        <p:strVal val="visible"/>
                                      </p:to>
                                    </p:set>
                                    <p:animEffect transition="in" filter="fade">
                                      <p:cBhvr>
                                        <p:cTn id="53" dur="500"/>
                                        <p:tgtEl>
                                          <p:spTgt spid="109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062"/>
                                        </p:tgtEl>
                                        <p:attrNameLst>
                                          <p:attrName>style.visibility</p:attrName>
                                        </p:attrNameLst>
                                      </p:cBhvr>
                                      <p:to>
                                        <p:strVal val="visible"/>
                                      </p:to>
                                    </p:set>
                                    <p:animEffect transition="in" filter="fade">
                                      <p:cBhvr>
                                        <p:cTn id="58" dur="500"/>
                                        <p:tgtEl>
                                          <p:spTgt spid="106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60"/>
                                        </p:tgtEl>
                                        <p:attrNameLst>
                                          <p:attrName>style.visibility</p:attrName>
                                        </p:attrNameLst>
                                      </p:cBhvr>
                                      <p:to>
                                        <p:strVal val="visible"/>
                                      </p:to>
                                    </p:set>
                                    <p:animEffect transition="in" filter="fade">
                                      <p:cBhvr>
                                        <p:cTn id="61" dur="500"/>
                                        <p:tgtEl>
                                          <p:spTgt spid="106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090"/>
                                        </p:tgtEl>
                                        <p:attrNameLst>
                                          <p:attrName>style.visibility</p:attrName>
                                        </p:attrNameLst>
                                      </p:cBhvr>
                                      <p:to>
                                        <p:strVal val="visible"/>
                                      </p:to>
                                    </p:set>
                                    <p:animEffect transition="in" filter="fade">
                                      <p:cBhvr>
                                        <p:cTn id="64" dur="500"/>
                                        <p:tgtEl>
                                          <p:spTgt spid="1090"/>
                                        </p:tgtEl>
                                      </p:cBhvr>
                                    </p:animEffect>
                                  </p:childTnLst>
                                </p:cTn>
                              </p:par>
                              <p:par>
                                <p:cTn id="65" presetID="10" presetClass="entr" presetSubtype="0" fill="hold" nodeType="withEffect">
                                  <p:stCondLst>
                                    <p:cond delay="0"/>
                                  </p:stCondLst>
                                  <p:childTnLst>
                                    <p:set>
                                      <p:cBhvr>
                                        <p:cTn id="66" dur="1" fill="hold">
                                          <p:stCondLst>
                                            <p:cond delay="0"/>
                                          </p:stCondLst>
                                        </p:cTn>
                                        <p:tgtEl>
                                          <p:spTgt spid="1111"/>
                                        </p:tgtEl>
                                        <p:attrNameLst>
                                          <p:attrName>style.visibility</p:attrName>
                                        </p:attrNameLst>
                                      </p:cBhvr>
                                      <p:to>
                                        <p:strVal val="visible"/>
                                      </p:to>
                                    </p:set>
                                    <p:animEffect transition="in" filter="fade">
                                      <p:cBhvr>
                                        <p:cTn id="67" dur="500"/>
                                        <p:tgtEl>
                                          <p:spTgt spid="1111"/>
                                        </p:tgtEl>
                                      </p:cBhvr>
                                    </p:animEffect>
                                  </p:childTnLst>
                                </p:cTn>
                              </p:par>
                              <p:par>
                                <p:cTn id="68" presetID="10" presetClass="entr" presetSubtype="0" fill="hold" nodeType="withEffect">
                                  <p:stCondLst>
                                    <p:cond delay="0"/>
                                  </p:stCondLst>
                                  <p:childTnLst>
                                    <p:set>
                                      <p:cBhvr>
                                        <p:cTn id="69" dur="1" fill="hold">
                                          <p:stCondLst>
                                            <p:cond delay="0"/>
                                          </p:stCondLst>
                                        </p:cTn>
                                        <p:tgtEl>
                                          <p:spTgt spid="1049"/>
                                        </p:tgtEl>
                                        <p:attrNameLst>
                                          <p:attrName>style.visibility</p:attrName>
                                        </p:attrNameLst>
                                      </p:cBhvr>
                                      <p:to>
                                        <p:strVal val="visible"/>
                                      </p:to>
                                    </p:set>
                                    <p:animEffect transition="in" filter="fade">
                                      <p:cBhvr>
                                        <p:cTn id="70" dur="500"/>
                                        <p:tgtEl>
                                          <p:spTgt spid="1049"/>
                                        </p:tgtEl>
                                      </p:cBhvr>
                                    </p:animEffect>
                                  </p:childTnLst>
                                </p:cTn>
                              </p:par>
                              <p:par>
                                <p:cTn id="71" presetID="10" presetClass="entr" presetSubtype="0" fill="hold" nodeType="withEffect">
                                  <p:stCondLst>
                                    <p:cond delay="0"/>
                                  </p:stCondLst>
                                  <p:childTnLst>
                                    <p:set>
                                      <p:cBhvr>
                                        <p:cTn id="72" dur="1" fill="hold">
                                          <p:stCondLst>
                                            <p:cond delay="0"/>
                                          </p:stCondLst>
                                        </p:cTn>
                                        <p:tgtEl>
                                          <p:spTgt spid="1210"/>
                                        </p:tgtEl>
                                        <p:attrNameLst>
                                          <p:attrName>style.visibility</p:attrName>
                                        </p:attrNameLst>
                                      </p:cBhvr>
                                      <p:to>
                                        <p:strVal val="visible"/>
                                      </p:to>
                                    </p:set>
                                    <p:animEffect transition="in" filter="fade">
                                      <p:cBhvr>
                                        <p:cTn id="73" dur="500"/>
                                        <p:tgtEl>
                                          <p:spTgt spid="1210"/>
                                        </p:tgtEl>
                                      </p:cBhvr>
                                    </p:animEffect>
                                  </p:childTnLst>
                                </p:cTn>
                              </p:par>
                              <p:par>
                                <p:cTn id="74" presetID="10" presetClass="entr" presetSubtype="0" fill="hold"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500"/>
                                        <p:tgtEl>
                                          <p:spTgt spid="13"/>
                                        </p:tgtEl>
                                      </p:cBhvr>
                                    </p:animEffect>
                                  </p:childTnLst>
                                </p:cTn>
                              </p:par>
                              <p:par>
                                <p:cTn id="77" presetID="10" presetClass="entr" presetSubtype="0" fill="hold" nodeType="withEffect">
                                  <p:stCondLst>
                                    <p:cond delay="0"/>
                                  </p:stCondLst>
                                  <p:childTnLst>
                                    <p:set>
                                      <p:cBhvr>
                                        <p:cTn id="78" dur="1" fill="hold">
                                          <p:stCondLst>
                                            <p:cond delay="0"/>
                                          </p:stCondLst>
                                        </p:cTn>
                                        <p:tgtEl>
                                          <p:spTgt spid="1112"/>
                                        </p:tgtEl>
                                        <p:attrNameLst>
                                          <p:attrName>style.visibility</p:attrName>
                                        </p:attrNameLst>
                                      </p:cBhvr>
                                      <p:to>
                                        <p:strVal val="visible"/>
                                      </p:to>
                                    </p:set>
                                    <p:animEffect transition="in" filter="fade">
                                      <p:cBhvr>
                                        <p:cTn id="79" dur="500"/>
                                        <p:tgtEl>
                                          <p:spTgt spid="111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145"/>
                                        </p:tgtEl>
                                        <p:attrNameLst>
                                          <p:attrName>style.visibility</p:attrName>
                                        </p:attrNameLst>
                                      </p:cBhvr>
                                      <p:to>
                                        <p:strVal val="visible"/>
                                      </p:to>
                                    </p:set>
                                    <p:animEffect transition="in" filter="fade">
                                      <p:cBhvr>
                                        <p:cTn id="84" dur="500"/>
                                        <p:tgtEl>
                                          <p:spTgt spid="1145"/>
                                        </p:tgtEl>
                                      </p:cBhvr>
                                    </p:animEffect>
                                  </p:childTnLst>
                                </p:cTn>
                              </p:par>
                              <p:par>
                                <p:cTn id="85" presetID="10" presetClass="entr" presetSubtype="0" fill="hold" nodeType="withEffect">
                                  <p:stCondLst>
                                    <p:cond delay="0"/>
                                  </p:stCondLst>
                                  <p:childTnLst>
                                    <p:set>
                                      <p:cBhvr>
                                        <p:cTn id="86" dur="1" fill="hold">
                                          <p:stCondLst>
                                            <p:cond delay="0"/>
                                          </p:stCondLst>
                                        </p:cTn>
                                        <p:tgtEl>
                                          <p:spTgt spid="1165"/>
                                        </p:tgtEl>
                                        <p:attrNameLst>
                                          <p:attrName>style.visibility</p:attrName>
                                        </p:attrNameLst>
                                      </p:cBhvr>
                                      <p:to>
                                        <p:strVal val="visible"/>
                                      </p:to>
                                    </p:set>
                                    <p:animEffect transition="in" filter="fade">
                                      <p:cBhvr>
                                        <p:cTn id="87" dur="500"/>
                                        <p:tgtEl>
                                          <p:spTgt spid="1165"/>
                                        </p:tgtEl>
                                      </p:cBhvr>
                                    </p:animEffect>
                                  </p:childTnLst>
                                </p:cTn>
                              </p:par>
                              <p:par>
                                <p:cTn id="88" presetID="10" presetClass="entr" presetSubtype="0" fill="hold" nodeType="withEffect">
                                  <p:stCondLst>
                                    <p:cond delay="0"/>
                                  </p:stCondLst>
                                  <p:childTnLst>
                                    <p:set>
                                      <p:cBhvr>
                                        <p:cTn id="89" dur="1" fill="hold">
                                          <p:stCondLst>
                                            <p:cond delay="0"/>
                                          </p:stCondLst>
                                        </p:cTn>
                                        <p:tgtEl>
                                          <p:spTgt spid="1147"/>
                                        </p:tgtEl>
                                        <p:attrNameLst>
                                          <p:attrName>style.visibility</p:attrName>
                                        </p:attrNameLst>
                                      </p:cBhvr>
                                      <p:to>
                                        <p:strVal val="visible"/>
                                      </p:to>
                                    </p:set>
                                    <p:animEffect transition="in" filter="fade">
                                      <p:cBhvr>
                                        <p:cTn id="90" dur="500"/>
                                        <p:tgtEl>
                                          <p:spTgt spid="114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142"/>
                                        </p:tgtEl>
                                        <p:attrNameLst>
                                          <p:attrName>style.visibility</p:attrName>
                                        </p:attrNameLst>
                                      </p:cBhvr>
                                      <p:to>
                                        <p:strVal val="visible"/>
                                      </p:to>
                                    </p:set>
                                    <p:animEffect transition="in" filter="fade">
                                      <p:cBhvr>
                                        <p:cTn id="93" dur="500"/>
                                        <p:tgtEl>
                                          <p:spTgt spid="114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174"/>
                                        </p:tgtEl>
                                        <p:attrNameLst>
                                          <p:attrName>style.visibility</p:attrName>
                                        </p:attrNameLst>
                                      </p:cBhvr>
                                      <p:to>
                                        <p:strVal val="visible"/>
                                      </p:to>
                                    </p:set>
                                    <p:animEffect transition="in" filter="fade">
                                      <p:cBhvr>
                                        <p:cTn id="98" dur="500"/>
                                        <p:tgtEl>
                                          <p:spTgt spid="117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162"/>
                                        </p:tgtEl>
                                        <p:attrNameLst>
                                          <p:attrName>style.visibility</p:attrName>
                                        </p:attrNameLst>
                                      </p:cBhvr>
                                      <p:to>
                                        <p:strVal val="visible"/>
                                      </p:to>
                                    </p:set>
                                    <p:animEffect transition="in" filter="fade">
                                      <p:cBhvr>
                                        <p:cTn id="101" dur="500"/>
                                        <p:tgtEl>
                                          <p:spTgt spid="1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2" grpId="0" animBg="1"/>
      <p:bldP spid="1056" grpId="0"/>
      <p:bldP spid="1086" grpId="0"/>
      <p:bldP spid="1057" grpId="0"/>
      <p:bldP spid="1092" grpId="0"/>
      <p:bldP spid="1060" grpId="0"/>
      <p:bldP spid="1090" grpId="0"/>
      <p:bldP spid="1142" grpId="0"/>
      <p:bldP spid="1162" grpId="0" animBg="1"/>
      <p:bldP spid="117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8D641-447A-2F94-DBFA-4048A301A922}"/>
            </a:ext>
          </a:extLst>
        </p:cNvPr>
        <p:cNvGrpSpPr/>
        <p:nvPr/>
      </p:nvGrpSpPr>
      <p:grpSpPr>
        <a:xfrm>
          <a:off x="0" y="0"/>
          <a:ext cx="0" cy="0"/>
          <a:chOff x="0" y="0"/>
          <a:chExt cx="0" cy="0"/>
        </a:xfrm>
      </p:grpSpPr>
      <p:pic>
        <p:nvPicPr>
          <p:cNvPr id="5" name="Picture 11" descr="Une personne tenant une tablette.">
            <a:extLst>
              <a:ext uri="{FF2B5EF4-FFF2-40B4-BE49-F238E27FC236}">
                <a16:creationId xmlns:a16="http://schemas.microsoft.com/office/drawing/2014/main" id="{B3DF257E-0499-2567-5BD3-2885483DB6C3}"/>
              </a:ext>
            </a:extLst>
          </p:cNvPr>
          <p:cNvPicPr>
            <a:picLocks noChangeAspect="1"/>
          </p:cNvPicPr>
          <p:nvPr/>
        </p:nvPicPr>
        <p:blipFill>
          <a:blip r:embed="rId2">
            <a:extLst>
              <a:ext uri="{28A0092B-C50C-407E-A947-70E740481C1C}">
                <a14:useLocalDpi xmlns:a14="http://schemas.microsoft.com/office/drawing/2010/main" val="0"/>
              </a:ext>
            </a:extLst>
          </a:blip>
          <a:srcRect b="19"/>
          <a:stretch/>
        </p:blipFill>
        <p:spPr>
          <a:xfrm>
            <a:off x="-42051" y="1282"/>
            <a:ext cx="12191980" cy="6856718"/>
          </a:xfrm>
          <a:prstGeom prst="rect">
            <a:avLst/>
          </a:prstGeom>
        </p:spPr>
      </p:pic>
      <p:sp>
        <p:nvSpPr>
          <p:cNvPr id="2" name="Titre 1">
            <a:extLst>
              <a:ext uri="{FF2B5EF4-FFF2-40B4-BE49-F238E27FC236}">
                <a16:creationId xmlns:a16="http://schemas.microsoft.com/office/drawing/2014/main" id="{1C86FFDE-1C9D-5C1A-97B9-2EF197E02004}"/>
              </a:ext>
            </a:extLst>
          </p:cNvPr>
          <p:cNvSpPr>
            <a:spLocks noGrp="1"/>
          </p:cNvSpPr>
          <p:nvPr>
            <p:ph type="title"/>
          </p:nvPr>
        </p:nvSpPr>
        <p:spPr>
          <a:xfrm>
            <a:off x="605435" y="1586248"/>
            <a:ext cx="4584632" cy="1477328"/>
          </a:xfrm>
        </p:spPr>
        <p:txBody>
          <a:bodyPr/>
          <a:lstStyle/>
          <a:p>
            <a:r>
              <a:rPr lang="fr-FR" dirty="0"/>
              <a:t>Support technique et récupération de comptes</a:t>
            </a:r>
          </a:p>
        </p:txBody>
      </p:sp>
    </p:spTree>
    <p:extLst>
      <p:ext uri="{BB962C8B-B14F-4D97-AF65-F5344CB8AC3E}">
        <p14:creationId xmlns:p14="http://schemas.microsoft.com/office/powerpoint/2010/main" val="18574768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1549-CDFE-A160-F9FB-C9865AB7A0D3}"/>
              </a:ext>
            </a:extLst>
          </p:cNvPr>
          <p:cNvSpPr>
            <a:spLocks noGrp="1"/>
          </p:cNvSpPr>
          <p:nvPr>
            <p:ph type="title"/>
          </p:nvPr>
        </p:nvSpPr>
        <p:spPr>
          <a:xfrm>
            <a:off x="588263" y="244051"/>
            <a:ext cx="11256604" cy="984885"/>
          </a:xfrm>
        </p:spPr>
        <p:txBody>
          <a:bodyPr/>
          <a:lstStyle/>
          <a:p>
            <a:pPr lvl="0"/>
            <a:r>
              <a:rPr lang="fr-FR" sz="3200" noProof="0" dirty="0"/>
              <a:t>Problèmes courants liés au service de support et à la récupération des comptes</a:t>
            </a:r>
            <a:endParaRPr lang="en-US" sz="3200" noProof="0" dirty="0"/>
          </a:p>
        </p:txBody>
      </p:sp>
      <p:sp>
        <p:nvSpPr>
          <p:cNvPr id="601" name="Rectangle 600">
            <a:extLst>
              <a:ext uri="{FF2B5EF4-FFF2-40B4-BE49-F238E27FC236}">
                <a16:creationId xmlns:a16="http://schemas.microsoft.com/office/drawing/2014/main" id="{62C887DA-4C4E-802E-58D2-30713B562F34}"/>
              </a:ext>
              <a:ext uri="{C183D7F6-B498-43B3-948B-1728B52AA6E4}">
                <adec:decorative xmlns:adec="http://schemas.microsoft.com/office/drawing/2017/decorative" val="1"/>
              </a:ext>
            </a:extLst>
          </p:cNvPr>
          <p:cNvSpPr/>
          <p:nvPr/>
        </p:nvSpPr>
        <p:spPr bwMode="auto">
          <a:xfrm>
            <a:off x="3048" y="2382923"/>
            <a:ext cx="12188952" cy="24688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2" name="Oval 601">
            <a:extLst>
              <a:ext uri="{FF2B5EF4-FFF2-40B4-BE49-F238E27FC236}">
                <a16:creationId xmlns:a16="http://schemas.microsoft.com/office/drawing/2014/main" id="{78D0B0D0-DB1C-FDE1-ED28-A1AA9FB02BE0}"/>
              </a:ext>
              <a:ext uri="{C183D7F6-B498-43B3-948B-1728B52AA6E4}">
                <adec:decorative xmlns:adec="http://schemas.microsoft.com/office/drawing/2017/decorative" val="1"/>
              </a:ext>
            </a:extLst>
          </p:cNvPr>
          <p:cNvSpPr/>
          <p:nvPr/>
        </p:nvSpPr>
        <p:spPr bwMode="auto">
          <a:xfrm>
            <a:off x="771143" y="2107218"/>
            <a:ext cx="3017520" cy="3020291"/>
          </a:xfrm>
          <a:prstGeom prst="ellipse">
            <a:avLst/>
          </a:prstGeom>
          <a:solidFill>
            <a:srgbClr val="107C10"/>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107C10"/>
              </a:solidFill>
              <a:effectLst/>
              <a:uLnTx/>
              <a:uFillTx/>
              <a:latin typeface="Segoe UI"/>
              <a:ea typeface="Segoe UI" pitchFamily="34" charset="0"/>
              <a:cs typeface="Segoe UI" pitchFamily="34" charset="0"/>
            </a:endParaRPr>
          </a:p>
        </p:txBody>
      </p:sp>
      <p:sp>
        <p:nvSpPr>
          <p:cNvPr id="603" name="Oval 602">
            <a:extLst>
              <a:ext uri="{FF2B5EF4-FFF2-40B4-BE49-F238E27FC236}">
                <a16:creationId xmlns:a16="http://schemas.microsoft.com/office/drawing/2014/main" id="{356AA9FE-836A-C043-5943-65EC9789C352}"/>
              </a:ext>
              <a:ext uri="{C183D7F6-B498-43B3-948B-1728B52AA6E4}">
                <adec:decorative xmlns:adec="http://schemas.microsoft.com/office/drawing/2017/decorative" val="1"/>
              </a:ext>
            </a:extLst>
          </p:cNvPr>
          <p:cNvSpPr/>
          <p:nvPr/>
        </p:nvSpPr>
        <p:spPr bwMode="auto">
          <a:xfrm>
            <a:off x="4587240" y="2107218"/>
            <a:ext cx="3017520" cy="3020291"/>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107C10"/>
              </a:solidFill>
              <a:effectLst/>
              <a:uLnTx/>
              <a:uFillTx/>
              <a:latin typeface="Segoe UI"/>
              <a:ea typeface="Segoe UI" pitchFamily="34" charset="0"/>
              <a:cs typeface="Segoe UI" pitchFamily="34" charset="0"/>
            </a:endParaRPr>
          </a:p>
        </p:txBody>
      </p:sp>
      <p:sp>
        <p:nvSpPr>
          <p:cNvPr id="604" name="Oval 603">
            <a:extLst>
              <a:ext uri="{FF2B5EF4-FFF2-40B4-BE49-F238E27FC236}">
                <a16:creationId xmlns:a16="http://schemas.microsoft.com/office/drawing/2014/main" id="{6ABC2C58-290C-88C0-52E7-B89C2118B2AA}"/>
              </a:ext>
              <a:ext uri="{C183D7F6-B498-43B3-948B-1728B52AA6E4}">
                <adec:decorative xmlns:adec="http://schemas.microsoft.com/office/drawing/2017/decorative" val="1"/>
              </a:ext>
            </a:extLst>
          </p:cNvPr>
          <p:cNvSpPr/>
          <p:nvPr/>
        </p:nvSpPr>
        <p:spPr bwMode="auto">
          <a:xfrm>
            <a:off x="8406383" y="2107218"/>
            <a:ext cx="3017520" cy="3020291"/>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11" name="TextBox 610">
            <a:extLst>
              <a:ext uri="{FF2B5EF4-FFF2-40B4-BE49-F238E27FC236}">
                <a16:creationId xmlns:a16="http://schemas.microsoft.com/office/drawing/2014/main" id="{B446B675-6014-629F-3E6D-209EFEE7DABF}"/>
              </a:ext>
            </a:extLst>
          </p:cNvPr>
          <p:cNvSpPr txBox="1"/>
          <p:nvPr/>
        </p:nvSpPr>
        <p:spPr>
          <a:xfrm>
            <a:off x="4859289" y="1418690"/>
            <a:ext cx="2283509" cy="584775"/>
          </a:xfrm>
          <a:prstGeom prst="rect">
            <a:avLst/>
          </a:prstGeom>
          <a:noFill/>
        </p:spPr>
        <p:txBody>
          <a:bodyPr wrap="square">
            <a:spAutoFit/>
          </a:bodyPr>
          <a:lstStyle/>
          <a:p>
            <a:pPr lvl="0" algn="ctr" defTabSz="932472" fontAlgn="base">
              <a:spcBef>
                <a:spcPct val="0"/>
              </a:spcBef>
              <a:spcAft>
                <a:spcPts val="600"/>
              </a:spcAft>
              <a:defRPr/>
            </a:pPr>
            <a:r>
              <a:rPr lang="fr-FR" sz="1600" b="1" noProof="0" dirty="0">
                <a:solidFill>
                  <a:srgbClr val="107C10"/>
                </a:solidFill>
                <a:ea typeface="Segoe UI" pitchFamily="34" charset="0"/>
                <a:cs typeface="Segoe UI" pitchFamily="34" charset="0"/>
              </a:rPr>
              <a:t>Perte de temps pour les personnels</a:t>
            </a:r>
          </a:p>
        </p:txBody>
      </p:sp>
      <p:sp>
        <p:nvSpPr>
          <p:cNvPr id="607" name="TextBox 606">
            <a:extLst>
              <a:ext uri="{FF2B5EF4-FFF2-40B4-BE49-F238E27FC236}">
                <a16:creationId xmlns:a16="http://schemas.microsoft.com/office/drawing/2014/main" id="{249B5356-9F5A-C564-0EFA-869D36448860}"/>
              </a:ext>
            </a:extLst>
          </p:cNvPr>
          <p:cNvSpPr txBox="1"/>
          <p:nvPr/>
        </p:nvSpPr>
        <p:spPr>
          <a:xfrm>
            <a:off x="4859289" y="2912256"/>
            <a:ext cx="2473434"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a:gradFill>
                  <a:gsLst>
                    <a:gs pos="0">
                      <a:srgbClr val="FFFFFF"/>
                    </a:gs>
                    <a:gs pos="100000">
                      <a:srgbClr val="FFFFFF"/>
                    </a:gs>
                  </a:gsLst>
                  <a:lin ang="5400000" scaled="1"/>
                </a:gradFill>
                <a:latin typeface="Segoe UI"/>
              </a:rPr>
              <a:t>Over 3 hours</a:t>
            </a:r>
            <a:endPar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endParaRPr>
          </a:p>
        </p:txBody>
      </p:sp>
      <p:sp>
        <p:nvSpPr>
          <p:cNvPr id="608" name="TextBox 607">
            <a:extLst>
              <a:ext uri="{FF2B5EF4-FFF2-40B4-BE49-F238E27FC236}">
                <a16:creationId xmlns:a16="http://schemas.microsoft.com/office/drawing/2014/main" id="{4F7C8E2D-120D-44AD-BAF2-6B3DC8A8DD34}"/>
              </a:ext>
            </a:extLst>
          </p:cNvPr>
          <p:cNvSpPr txBox="1"/>
          <p:nvPr/>
        </p:nvSpPr>
        <p:spPr>
          <a:xfrm>
            <a:off x="4953000" y="3533627"/>
            <a:ext cx="228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0">
                      <a:srgbClr val="FFFFFF"/>
                    </a:gs>
                    <a:gs pos="100000">
                      <a:srgbClr val="FFFFFF"/>
                    </a:gs>
                  </a:gsLst>
                  <a:lin ang="5400000" scaled="1"/>
                </a:gradFill>
                <a:effectLst/>
                <a:uLnTx/>
                <a:uFillTx/>
                <a:latin typeface="Segoe UI"/>
                <a:ea typeface="+mn-ea"/>
                <a:cs typeface="+mn-cs"/>
              </a:rPr>
              <a:t>Average IT support ticket response time</a:t>
            </a:r>
          </a:p>
        </p:txBody>
      </p:sp>
      <p:sp>
        <p:nvSpPr>
          <p:cNvPr id="8" name="TextBox 7">
            <a:extLst>
              <a:ext uri="{FF2B5EF4-FFF2-40B4-BE49-F238E27FC236}">
                <a16:creationId xmlns:a16="http://schemas.microsoft.com/office/drawing/2014/main" id="{B7CBF4E8-41C2-8369-75EA-3C66CD1D96F2}"/>
              </a:ext>
              <a:ext uri="{C183D7F6-B498-43B3-948B-1728B52AA6E4}">
                <adec:decorative xmlns:adec="http://schemas.microsoft.com/office/drawing/2017/decorative" val="0"/>
              </a:ext>
            </a:extLst>
          </p:cNvPr>
          <p:cNvSpPr txBox="1"/>
          <p:nvPr/>
        </p:nvSpPr>
        <p:spPr>
          <a:xfrm>
            <a:off x="4405883" y="5677827"/>
            <a:ext cx="3383280" cy="215444"/>
          </a:xfrm>
          <a:prstGeom prst="rect">
            <a:avLst/>
          </a:prstGeom>
          <a:noFill/>
        </p:spPr>
        <p:txBody>
          <a:bodyPr wrap="square" lIns="0" rIns="0">
            <a:spAutoFit/>
          </a:bodyPr>
          <a:lstStyle/>
          <a:p>
            <a:pPr lvl="0" algn="ctr" defTabSz="914367">
              <a:defRPr/>
            </a:pPr>
            <a:r>
              <a:rPr lang="en-US" sz="800">
                <a:hlinkClick r:id="rId3"/>
              </a:rPr>
              <a:t>How To Reduce Your Average Support Ticket Response Time | Databox</a:t>
            </a:r>
            <a:endParaRPr kumimoji="0" lang="en-US" sz="800" b="0" i="0" u="none" strike="noStrike" kern="1200" cap="none" spc="0" normalizeH="0" baseline="0" noProof="0">
              <a:ln>
                <a:noFill/>
              </a:ln>
              <a:solidFill>
                <a:srgbClr val="0078D4"/>
              </a:solidFill>
              <a:effectLst/>
              <a:uLnTx/>
              <a:uFillTx/>
              <a:latin typeface="Segoe UI"/>
              <a:ea typeface="MS Gothic" panose="020B0609070205080204" pitchFamily="49" charset="-128"/>
              <a:cs typeface="Segoe UI" panose="020B0502040204020203" pitchFamily="34" charset="0"/>
            </a:endParaRPr>
          </a:p>
        </p:txBody>
      </p:sp>
      <p:sp>
        <p:nvSpPr>
          <p:cNvPr id="612" name="TextBox 611">
            <a:extLst>
              <a:ext uri="{FF2B5EF4-FFF2-40B4-BE49-F238E27FC236}">
                <a16:creationId xmlns:a16="http://schemas.microsoft.com/office/drawing/2014/main" id="{EAAAA9C1-91D3-FB02-AF9F-0E36EBCB9CC6}"/>
              </a:ext>
            </a:extLst>
          </p:cNvPr>
          <p:cNvSpPr txBox="1"/>
          <p:nvPr/>
        </p:nvSpPr>
        <p:spPr>
          <a:xfrm>
            <a:off x="9003234" y="1357864"/>
            <a:ext cx="2283509" cy="584775"/>
          </a:xfrm>
          <a:prstGeom prst="rect">
            <a:avLst/>
          </a:prstGeom>
          <a:noFill/>
        </p:spPr>
        <p:txBody>
          <a:bodyPr wrap="square">
            <a:spAutoFit/>
          </a:bodyPr>
          <a:lstStyle/>
          <a:p>
            <a:pPr lvl="0" algn="ctr" defTabSz="932472" fontAlgn="base">
              <a:spcBef>
                <a:spcPct val="0"/>
              </a:spcBef>
              <a:spcAft>
                <a:spcPts val="600"/>
              </a:spcAft>
              <a:defRPr/>
            </a:pPr>
            <a:r>
              <a:rPr lang="fr-FR" sz="1600" b="1" noProof="0" dirty="0">
                <a:solidFill>
                  <a:srgbClr val="107C10"/>
                </a:solidFill>
                <a:ea typeface="Segoe UI" pitchFamily="34" charset="0"/>
                <a:cs typeface="Segoe UI" pitchFamily="34" charset="0"/>
              </a:rPr>
              <a:t>Vulnérabilités du service de support</a:t>
            </a:r>
          </a:p>
        </p:txBody>
      </p:sp>
      <p:sp>
        <p:nvSpPr>
          <p:cNvPr id="609" name="TextBox 608">
            <a:extLst>
              <a:ext uri="{FF2B5EF4-FFF2-40B4-BE49-F238E27FC236}">
                <a16:creationId xmlns:a16="http://schemas.microsoft.com/office/drawing/2014/main" id="{E32FCF69-958B-F544-2B42-C2255DDDFFA0}"/>
              </a:ext>
            </a:extLst>
          </p:cNvPr>
          <p:cNvSpPr txBox="1"/>
          <p:nvPr/>
        </p:nvSpPr>
        <p:spPr>
          <a:xfrm>
            <a:off x="8837925" y="2896490"/>
            <a:ext cx="2154436" cy="49244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$1.1 billion</a:t>
            </a:r>
          </a:p>
        </p:txBody>
      </p:sp>
      <p:sp>
        <p:nvSpPr>
          <p:cNvPr id="610" name="TextBox 609">
            <a:extLst>
              <a:ext uri="{FF2B5EF4-FFF2-40B4-BE49-F238E27FC236}">
                <a16:creationId xmlns:a16="http://schemas.microsoft.com/office/drawing/2014/main" id="{6231F21C-4201-BCF7-0F77-EFCB471E55C4}"/>
              </a:ext>
            </a:extLst>
          </p:cNvPr>
          <p:cNvSpPr txBox="1"/>
          <p:nvPr/>
        </p:nvSpPr>
        <p:spPr>
          <a:xfrm>
            <a:off x="8667874" y="3517861"/>
            <a:ext cx="2494538"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Loses to impersonation scams in the U.S. in 2023</a:t>
            </a:r>
          </a:p>
        </p:txBody>
      </p:sp>
      <p:sp>
        <p:nvSpPr>
          <p:cNvPr id="5" name="TextBox 4">
            <a:extLst>
              <a:ext uri="{FF2B5EF4-FFF2-40B4-BE49-F238E27FC236}">
                <a16:creationId xmlns:a16="http://schemas.microsoft.com/office/drawing/2014/main" id="{E9DBAE5F-0092-F8BE-896F-269C799798CB}"/>
              </a:ext>
              <a:ext uri="{C183D7F6-B498-43B3-948B-1728B52AA6E4}">
                <adec:decorative xmlns:adec="http://schemas.microsoft.com/office/drawing/2017/decorative" val="0"/>
              </a:ext>
            </a:extLst>
          </p:cNvPr>
          <p:cNvSpPr txBox="1"/>
          <p:nvPr/>
        </p:nvSpPr>
        <p:spPr>
          <a:xfrm>
            <a:off x="8223503" y="5677827"/>
            <a:ext cx="3383280" cy="215444"/>
          </a:xfrm>
          <a:prstGeom prst="rect">
            <a:avLst/>
          </a:prstGeom>
          <a:noFill/>
        </p:spPr>
        <p:txBody>
          <a:bodyPr wrap="square" lIns="0" r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hlinkClick r:id="rId4"/>
              </a:rPr>
              <a:t>FTC Data Spotlight into impersonation scams</a:t>
            </a:r>
            <a:endParaRPr kumimoji="0" lang="en-US" sz="800" b="0" i="0" u="none" strike="noStrike" kern="1200" cap="none" spc="0" normalizeH="0" baseline="0" noProof="0">
              <a:ln>
                <a:noFill/>
              </a:ln>
              <a:solidFill>
                <a:srgbClr val="0078D4"/>
              </a:solidFill>
              <a:effectLst/>
              <a:uLnTx/>
              <a:uFillTx/>
              <a:latin typeface="Segoe UI"/>
              <a:ea typeface="+mn-ea"/>
              <a:cs typeface="+mn-cs"/>
            </a:endParaRPr>
          </a:p>
        </p:txBody>
      </p:sp>
      <p:sp>
        <p:nvSpPr>
          <p:cNvPr id="3" name="TextBox 2">
            <a:extLst>
              <a:ext uri="{FF2B5EF4-FFF2-40B4-BE49-F238E27FC236}">
                <a16:creationId xmlns:a16="http://schemas.microsoft.com/office/drawing/2014/main" id="{C9C29A21-65B3-F9DB-D7F3-DDE1D7797CD3}"/>
              </a:ext>
            </a:extLst>
          </p:cNvPr>
          <p:cNvSpPr txBox="1"/>
          <p:nvPr/>
        </p:nvSpPr>
        <p:spPr>
          <a:xfrm>
            <a:off x="1079256" y="1355064"/>
            <a:ext cx="2373644" cy="584775"/>
          </a:xfrm>
          <a:prstGeom prst="rect">
            <a:avLst/>
          </a:prstGeom>
          <a:noFill/>
        </p:spPr>
        <p:txBody>
          <a:bodyPr wrap="square">
            <a:spAutoFit/>
          </a:bodyPr>
          <a:lstStyle/>
          <a:p>
            <a:pPr lvl="0" algn="ctr" defTabSz="932472" fontAlgn="base">
              <a:spcBef>
                <a:spcPct val="0"/>
              </a:spcBef>
              <a:spcAft>
                <a:spcPts val="600"/>
              </a:spcAft>
              <a:defRPr/>
            </a:pPr>
            <a:r>
              <a:rPr lang="fr-FR" sz="1600" b="1" noProof="0" dirty="0">
                <a:solidFill>
                  <a:srgbClr val="107C10"/>
                </a:solidFill>
                <a:ea typeface="Segoe UI" pitchFamily="34" charset="0"/>
                <a:cs typeface="Segoe UI" pitchFamily="34" charset="0"/>
              </a:rPr>
              <a:t>Risque de dommages importants</a:t>
            </a:r>
          </a:p>
        </p:txBody>
      </p:sp>
      <p:sp>
        <p:nvSpPr>
          <p:cNvPr id="6" name="TextBox 5">
            <a:extLst>
              <a:ext uri="{FF2B5EF4-FFF2-40B4-BE49-F238E27FC236}">
                <a16:creationId xmlns:a16="http://schemas.microsoft.com/office/drawing/2014/main" id="{458ECA94-9011-B798-686E-034FABD00373}"/>
              </a:ext>
            </a:extLst>
          </p:cNvPr>
          <p:cNvSpPr txBox="1"/>
          <p:nvPr/>
        </p:nvSpPr>
        <p:spPr>
          <a:xfrm>
            <a:off x="1079256" y="2979833"/>
            <a:ext cx="2401299" cy="410369"/>
          </a:xfrm>
          <a:prstGeom prst="rect">
            <a:avLst/>
          </a:prstGeom>
          <a:noFill/>
        </p:spPr>
        <p:txBody>
          <a:bodyPr wrap="none" lIns="0" tIns="0" rIns="0" bIns="0" rtlCol="0">
            <a:spAutoFit/>
          </a:bodyPr>
          <a:lstStyle/>
          <a:p>
            <a:pPr marL="0" marR="0" lvl="0" indent="0" algn="ctr" defTabSz="914400" rtl="0" eaLnBrk="1" fontAlgn="auto" latinLnBrk="0" hangingPunct="1">
              <a:lnSpc>
                <a:spcPts val="3200"/>
              </a:lnSpc>
              <a:spcBef>
                <a:spcPts val="0"/>
              </a:spcBef>
              <a:spcAft>
                <a:spcPts val="0"/>
              </a:spcAft>
              <a:buClrTx/>
              <a:buSzTx/>
              <a:buFontTx/>
              <a:buNone/>
              <a:tabLst/>
              <a:defRPr/>
            </a:pPr>
            <a:r>
              <a:rPr kumimoji="0" lang="en-US" sz="3200" b="1" i="0" u="none" strike="noStrike" kern="1200" cap="none" spc="0" normalizeH="0" baseline="0" noProof="0" dirty="0">
                <a:ln>
                  <a:noFill/>
                </a:ln>
                <a:gradFill>
                  <a:gsLst>
                    <a:gs pos="0">
                      <a:srgbClr val="FFFFFF"/>
                    </a:gs>
                    <a:gs pos="100000">
                      <a:srgbClr val="FFFFFF"/>
                    </a:gs>
                  </a:gsLst>
                  <a:lin ang="5400000" scaled="1"/>
                </a:gradFill>
                <a:effectLst/>
                <a:uLnTx/>
                <a:uFillTx/>
                <a:latin typeface="Segoe UI"/>
                <a:ea typeface="+mn-ea"/>
                <a:cs typeface="+mn-cs"/>
              </a:rPr>
              <a:t>$100 million</a:t>
            </a:r>
          </a:p>
        </p:txBody>
      </p:sp>
      <p:sp>
        <p:nvSpPr>
          <p:cNvPr id="7" name="TextBox 6">
            <a:extLst>
              <a:ext uri="{FF2B5EF4-FFF2-40B4-BE49-F238E27FC236}">
                <a16:creationId xmlns:a16="http://schemas.microsoft.com/office/drawing/2014/main" id="{D945B35E-F612-7ADE-8CB3-C84CF0C65262}"/>
              </a:ext>
            </a:extLst>
          </p:cNvPr>
          <p:cNvSpPr txBox="1"/>
          <p:nvPr/>
        </p:nvSpPr>
        <p:spPr>
          <a:xfrm>
            <a:off x="1051842" y="3517861"/>
            <a:ext cx="2456123"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Damages</a:t>
            </a:r>
            <a:r>
              <a:rPr kumimoji="0" lang="en-US" sz="1800" b="0" i="0" u="none" strike="noStrike" kern="1200" cap="none" spc="0" normalizeH="0" noProof="0">
                <a:ln>
                  <a:noFill/>
                </a:ln>
                <a:gradFill>
                  <a:gsLst>
                    <a:gs pos="0">
                      <a:srgbClr val="FFFFFF"/>
                    </a:gs>
                    <a:gs pos="100000">
                      <a:srgbClr val="FFFFFF"/>
                    </a:gs>
                  </a:gsLst>
                  <a:lin ang="5400000" scaled="1"/>
                </a:gradFill>
                <a:effectLst/>
                <a:uLnTx/>
                <a:uFillTx/>
                <a:latin typeface="Segoe UI"/>
                <a:ea typeface="+mn-ea"/>
                <a:cs typeface="+mn-cs"/>
              </a:rPr>
              <a:t> from a </a:t>
            </a:r>
            <a:r>
              <a:rPr kumimoji="0" lang="en-US" sz="1800" b="0" i="0" u="none" strike="noStrike" kern="1200" cap="none" spc="0" normalizeH="0" baseline="0" noProof="0">
                <a:ln>
                  <a:noFill/>
                </a:ln>
                <a:gradFill>
                  <a:gsLst>
                    <a:gs pos="0">
                      <a:srgbClr val="FFFFFF"/>
                    </a:gs>
                    <a:gs pos="100000">
                      <a:srgbClr val="FFFFFF"/>
                    </a:gs>
                  </a:gsLst>
                  <a:lin ang="5400000" scaled="1"/>
                </a:gradFill>
                <a:effectLst/>
                <a:uLnTx/>
                <a:uFillTx/>
                <a:latin typeface="Segoe UI"/>
                <a:ea typeface="+mn-ea"/>
                <a:cs typeface="+mn-cs"/>
              </a:rPr>
              <a:t>single help desk-based attack</a:t>
            </a:r>
          </a:p>
        </p:txBody>
      </p:sp>
      <p:sp>
        <p:nvSpPr>
          <p:cNvPr id="9" name="TextBox 8">
            <a:extLst>
              <a:ext uri="{FF2B5EF4-FFF2-40B4-BE49-F238E27FC236}">
                <a16:creationId xmlns:a16="http://schemas.microsoft.com/office/drawing/2014/main" id="{143F8A1F-D781-3B98-D18A-D50E112ED7DB}"/>
              </a:ext>
              <a:ext uri="{C183D7F6-B498-43B3-948B-1728B52AA6E4}">
                <adec:decorative xmlns:adec="http://schemas.microsoft.com/office/drawing/2017/decorative" val="0"/>
              </a:ext>
            </a:extLst>
          </p:cNvPr>
          <p:cNvSpPr txBox="1"/>
          <p:nvPr/>
        </p:nvSpPr>
        <p:spPr>
          <a:xfrm>
            <a:off x="588263" y="5677827"/>
            <a:ext cx="3383280" cy="461665"/>
          </a:xfrm>
          <a:prstGeom prst="rect">
            <a:avLst/>
          </a:prstGeom>
          <a:noFill/>
        </p:spPr>
        <p:txBody>
          <a:bodyPr wrap="square" lIns="0" tIns="45720" rIns="0" bIns="45720" anchor="t">
            <a:spAutoFit/>
          </a:bodyPr>
          <a:lstStyle/>
          <a:p>
            <a:pPr lvl="0" algn="ctr" defTabSz="914367">
              <a:defRPr/>
            </a:pPr>
            <a:r>
              <a:rPr lang="en-US" sz="800" i="1">
                <a:hlinkClick r:id="rId5"/>
              </a:rPr>
              <a:t>Inside The Ransomware Attack That Shut Down MGM Resorts - Forbes</a:t>
            </a:r>
            <a:endParaRPr lang="en-US" sz="800" i="1">
              <a:hlinkClick r:id="" action="ppaction://noaction"/>
            </a:endParaRPr>
          </a:p>
          <a:p>
            <a:pPr lvl="0" algn="ctr" defTabSz="914367">
              <a:defRPr/>
            </a:pPr>
            <a:r>
              <a:rPr lang="en-US" sz="800" i="1">
                <a:hlinkClick r:id="" action="ppaction://noaction"/>
              </a:rPr>
              <a:t>A phone call to helpdesk was likely all it took to hack MGM - Ars Technica</a:t>
            </a:r>
            <a:endParaRPr lang="en-US" sz="800" i="1"/>
          </a:p>
          <a:p>
            <a:pPr lvl="0" algn="ctr" defTabSz="914367">
              <a:defRPr/>
            </a:pPr>
            <a:endParaRPr kumimoji="0" lang="en-US" sz="800" b="0" i="1" u="none" strike="noStrike" kern="1200" cap="none" spc="0" normalizeH="0" baseline="0" noProof="0">
              <a:ln>
                <a:noFill/>
              </a:ln>
              <a:solidFill>
                <a:srgbClr val="000000"/>
              </a:solidFill>
              <a:effectLst/>
              <a:uLnTx/>
              <a:uFillTx/>
              <a:latin typeface="Segoe UI"/>
            </a:endParaRPr>
          </a:p>
        </p:txBody>
      </p:sp>
    </p:spTree>
    <p:extLst>
      <p:ext uri="{BB962C8B-B14F-4D97-AF65-F5344CB8AC3E}">
        <p14:creationId xmlns:p14="http://schemas.microsoft.com/office/powerpoint/2010/main" val="2522436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7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01"/>
                                        </p:tgtEl>
                                        <p:attrNameLst>
                                          <p:attrName>style.visibility</p:attrName>
                                        </p:attrNameLst>
                                      </p:cBhvr>
                                      <p:to>
                                        <p:strVal val="visible"/>
                                      </p:to>
                                    </p:set>
                                    <p:animEffect transition="in" filter="fade">
                                      <p:cBhvr>
                                        <p:cTn id="13" dur="500"/>
                                        <p:tgtEl>
                                          <p:spTgt spid="601"/>
                                        </p:tgtEl>
                                      </p:cBhvr>
                                    </p:animEffect>
                                  </p:childTnLst>
                                </p:cTn>
                              </p:par>
                              <p:par>
                                <p:cTn id="14" presetID="42" presetClass="path" presetSubtype="0" decel="100000" fill="hold" grpId="1" nodeType="withEffect">
                                  <p:stCondLst>
                                    <p:cond delay="0"/>
                                  </p:stCondLst>
                                  <p:childTnLst>
                                    <p:animMotion origin="layout" path="M -2.08333E-7 -4.81481E-6 L -2.08333E-7 0.04352 " pathEditMode="relative" rAng="0" ptsTypes="AA">
                                      <p:cBhvr>
                                        <p:cTn id="15" dur="600" spd="-100000" fill="hold"/>
                                        <p:tgtEl>
                                          <p:spTgt spid="601"/>
                                        </p:tgtEl>
                                        <p:attrNameLst>
                                          <p:attrName>ppt_x</p:attrName>
                                          <p:attrName>ppt_y</p:attrName>
                                        </p:attrNameLst>
                                      </p:cBhvr>
                                      <p:rCtr x="0" y="2176"/>
                                    </p:animMotion>
                                  </p:childTnLst>
                                </p:cTn>
                              </p:par>
                              <p:par>
                                <p:cTn id="16" presetID="10" presetClass="entr" presetSubtype="0" fill="hold" grpId="0" nodeType="withEffect">
                                  <p:stCondLst>
                                    <p:cond delay="500"/>
                                  </p:stCondLst>
                                  <p:childTnLst>
                                    <p:set>
                                      <p:cBhvr>
                                        <p:cTn id="17" dur="1" fill="hold">
                                          <p:stCondLst>
                                            <p:cond delay="0"/>
                                          </p:stCondLst>
                                        </p:cTn>
                                        <p:tgtEl>
                                          <p:spTgt spid="608"/>
                                        </p:tgtEl>
                                        <p:attrNameLst>
                                          <p:attrName>style.visibility</p:attrName>
                                        </p:attrNameLst>
                                      </p:cBhvr>
                                      <p:to>
                                        <p:strVal val="visible"/>
                                      </p:to>
                                    </p:set>
                                    <p:animEffect transition="in" filter="fade">
                                      <p:cBhvr>
                                        <p:cTn id="18" dur="500"/>
                                        <p:tgtEl>
                                          <p:spTgt spid="608"/>
                                        </p:tgtEl>
                                      </p:cBhvr>
                                    </p:animEffect>
                                  </p:childTnLst>
                                </p:cTn>
                              </p:par>
                              <p:par>
                                <p:cTn id="19" presetID="42" presetClass="path" presetSubtype="0" decel="100000" fill="hold" grpId="1" nodeType="withEffect">
                                  <p:stCondLst>
                                    <p:cond delay="500"/>
                                  </p:stCondLst>
                                  <p:childTnLst>
                                    <p:animMotion origin="layout" path="M 0 -3.7037E-6 L 0 0.04352 " pathEditMode="relative" rAng="0" ptsTypes="AA">
                                      <p:cBhvr>
                                        <p:cTn id="20" dur="600" spd="-100000" fill="hold"/>
                                        <p:tgtEl>
                                          <p:spTgt spid="608"/>
                                        </p:tgtEl>
                                        <p:attrNameLst>
                                          <p:attrName>ppt_x</p:attrName>
                                          <p:attrName>ppt_y</p:attrName>
                                        </p:attrNameLst>
                                      </p:cBhvr>
                                      <p:rCtr x="0" y="2176"/>
                                    </p:animMotion>
                                  </p:childTnLst>
                                </p:cTn>
                              </p:par>
                              <p:par>
                                <p:cTn id="21" presetID="10" presetClass="entr" presetSubtype="0" fill="hold" grpId="0" nodeType="withEffect">
                                  <p:stCondLst>
                                    <p:cond delay="500"/>
                                  </p:stCondLst>
                                  <p:childTnLst>
                                    <p:set>
                                      <p:cBhvr>
                                        <p:cTn id="22" dur="1" fill="hold">
                                          <p:stCondLst>
                                            <p:cond delay="0"/>
                                          </p:stCondLst>
                                        </p:cTn>
                                        <p:tgtEl>
                                          <p:spTgt spid="607"/>
                                        </p:tgtEl>
                                        <p:attrNameLst>
                                          <p:attrName>style.visibility</p:attrName>
                                        </p:attrNameLst>
                                      </p:cBhvr>
                                      <p:to>
                                        <p:strVal val="visible"/>
                                      </p:to>
                                    </p:set>
                                    <p:animEffect transition="in" filter="fade">
                                      <p:cBhvr>
                                        <p:cTn id="23" dur="500"/>
                                        <p:tgtEl>
                                          <p:spTgt spid="607"/>
                                        </p:tgtEl>
                                      </p:cBhvr>
                                    </p:animEffect>
                                  </p:childTnLst>
                                </p:cTn>
                              </p:par>
                              <p:par>
                                <p:cTn id="24" presetID="42" presetClass="path" presetSubtype="0" decel="100000" fill="hold" grpId="1" nodeType="withEffect">
                                  <p:stCondLst>
                                    <p:cond delay="500"/>
                                  </p:stCondLst>
                                  <p:childTnLst>
                                    <p:animMotion origin="layout" path="M 0 2.96296E-6 L 0 0.04352 " pathEditMode="relative" rAng="0" ptsTypes="AA">
                                      <p:cBhvr>
                                        <p:cTn id="25" dur="600" spd="-100000" fill="hold"/>
                                        <p:tgtEl>
                                          <p:spTgt spid="607"/>
                                        </p:tgtEl>
                                        <p:attrNameLst>
                                          <p:attrName>ppt_x</p:attrName>
                                          <p:attrName>ppt_y</p:attrName>
                                        </p:attrNameLst>
                                      </p:cBhvr>
                                      <p:rCtr x="0" y="2176"/>
                                    </p:animMotion>
                                  </p:childTnLst>
                                </p:cTn>
                              </p:par>
                              <p:par>
                                <p:cTn id="26" presetID="10" presetClass="entr" presetSubtype="0" fill="hold" grpId="0" nodeType="withEffect">
                                  <p:stCondLst>
                                    <p:cond delay="500"/>
                                  </p:stCondLst>
                                  <p:childTnLst>
                                    <p:set>
                                      <p:cBhvr>
                                        <p:cTn id="27" dur="1" fill="hold">
                                          <p:stCondLst>
                                            <p:cond delay="0"/>
                                          </p:stCondLst>
                                        </p:cTn>
                                        <p:tgtEl>
                                          <p:spTgt spid="603"/>
                                        </p:tgtEl>
                                        <p:attrNameLst>
                                          <p:attrName>style.visibility</p:attrName>
                                        </p:attrNameLst>
                                      </p:cBhvr>
                                      <p:to>
                                        <p:strVal val="visible"/>
                                      </p:to>
                                    </p:set>
                                    <p:animEffect transition="in" filter="fade">
                                      <p:cBhvr>
                                        <p:cTn id="28" dur="500"/>
                                        <p:tgtEl>
                                          <p:spTgt spid="603"/>
                                        </p:tgtEl>
                                      </p:cBhvr>
                                    </p:animEffect>
                                  </p:childTnLst>
                                </p:cTn>
                              </p:par>
                              <p:par>
                                <p:cTn id="29" presetID="42" presetClass="path" presetSubtype="0" decel="100000" fill="hold" grpId="1" nodeType="withEffect">
                                  <p:stCondLst>
                                    <p:cond delay="500"/>
                                  </p:stCondLst>
                                  <p:childTnLst>
                                    <p:animMotion origin="layout" path="M 0 -4.81481E-6 L 0 0.04352 " pathEditMode="relative" rAng="0" ptsTypes="AA">
                                      <p:cBhvr>
                                        <p:cTn id="30" dur="600" spd="-100000" fill="hold"/>
                                        <p:tgtEl>
                                          <p:spTgt spid="603"/>
                                        </p:tgtEl>
                                        <p:attrNameLst>
                                          <p:attrName>ppt_x</p:attrName>
                                          <p:attrName>ppt_y</p:attrName>
                                        </p:attrNameLst>
                                      </p:cBhvr>
                                      <p:rCtr x="0" y="2176"/>
                                    </p:animMotion>
                                  </p:childTnLst>
                                </p:cTn>
                              </p:par>
                              <p:par>
                                <p:cTn id="31" presetID="10" presetClass="entr" presetSubtype="0" fill="hold" grpId="0" nodeType="withEffect">
                                  <p:stCondLst>
                                    <p:cond delay="250"/>
                                  </p:stCondLst>
                                  <p:childTnLst>
                                    <p:set>
                                      <p:cBhvr>
                                        <p:cTn id="32" dur="1" fill="hold">
                                          <p:stCondLst>
                                            <p:cond delay="0"/>
                                          </p:stCondLst>
                                        </p:cTn>
                                        <p:tgtEl>
                                          <p:spTgt spid="602"/>
                                        </p:tgtEl>
                                        <p:attrNameLst>
                                          <p:attrName>style.visibility</p:attrName>
                                        </p:attrNameLst>
                                      </p:cBhvr>
                                      <p:to>
                                        <p:strVal val="visible"/>
                                      </p:to>
                                    </p:set>
                                    <p:animEffect transition="in" filter="fade">
                                      <p:cBhvr>
                                        <p:cTn id="33" dur="500"/>
                                        <p:tgtEl>
                                          <p:spTgt spid="602"/>
                                        </p:tgtEl>
                                      </p:cBhvr>
                                    </p:animEffect>
                                  </p:childTnLst>
                                </p:cTn>
                              </p:par>
                              <p:par>
                                <p:cTn id="34" presetID="42" presetClass="path" presetSubtype="0" decel="100000" fill="hold" grpId="1" nodeType="withEffect">
                                  <p:stCondLst>
                                    <p:cond delay="250"/>
                                  </p:stCondLst>
                                  <p:childTnLst>
                                    <p:animMotion origin="layout" path="M 8.33333E-7 -4.81481E-6 L 8.33333E-7 0.04352 " pathEditMode="relative" rAng="0" ptsTypes="AA">
                                      <p:cBhvr>
                                        <p:cTn id="35" dur="600" spd="-100000" fill="hold"/>
                                        <p:tgtEl>
                                          <p:spTgt spid="602"/>
                                        </p:tgtEl>
                                        <p:attrNameLst>
                                          <p:attrName>ppt_x</p:attrName>
                                          <p:attrName>ppt_y</p:attrName>
                                        </p:attrNameLst>
                                      </p:cBhvr>
                                      <p:rCtr x="0" y="2176"/>
                                    </p:animMotion>
                                  </p:childTnLst>
                                </p:cTn>
                              </p:par>
                              <p:par>
                                <p:cTn id="36" presetID="10" presetClass="entr" presetSubtype="0" fill="hold" grpId="0" nodeType="withEffect">
                                  <p:stCondLst>
                                    <p:cond delay="750"/>
                                  </p:stCondLst>
                                  <p:childTnLst>
                                    <p:set>
                                      <p:cBhvr>
                                        <p:cTn id="37" dur="1" fill="hold">
                                          <p:stCondLst>
                                            <p:cond delay="0"/>
                                          </p:stCondLst>
                                        </p:cTn>
                                        <p:tgtEl>
                                          <p:spTgt spid="610"/>
                                        </p:tgtEl>
                                        <p:attrNameLst>
                                          <p:attrName>style.visibility</p:attrName>
                                        </p:attrNameLst>
                                      </p:cBhvr>
                                      <p:to>
                                        <p:strVal val="visible"/>
                                      </p:to>
                                    </p:set>
                                    <p:animEffect transition="in" filter="fade">
                                      <p:cBhvr>
                                        <p:cTn id="38" dur="500"/>
                                        <p:tgtEl>
                                          <p:spTgt spid="610"/>
                                        </p:tgtEl>
                                      </p:cBhvr>
                                    </p:animEffect>
                                  </p:childTnLst>
                                </p:cTn>
                              </p:par>
                              <p:par>
                                <p:cTn id="39" presetID="42" presetClass="path" presetSubtype="0" decel="100000" fill="hold" grpId="1" nodeType="withEffect">
                                  <p:stCondLst>
                                    <p:cond delay="750"/>
                                  </p:stCondLst>
                                  <p:childTnLst>
                                    <p:animMotion origin="layout" path="M -1.04167E-6 -4.07407E-6 L -1.04167E-6 0.04352 " pathEditMode="relative" rAng="0" ptsTypes="AA">
                                      <p:cBhvr>
                                        <p:cTn id="40" dur="600" spd="-100000" fill="hold"/>
                                        <p:tgtEl>
                                          <p:spTgt spid="610"/>
                                        </p:tgtEl>
                                        <p:attrNameLst>
                                          <p:attrName>ppt_x</p:attrName>
                                          <p:attrName>ppt_y</p:attrName>
                                        </p:attrNameLst>
                                      </p:cBhvr>
                                      <p:rCtr x="0" y="2176"/>
                                    </p:animMotion>
                                  </p:childTnLst>
                                </p:cTn>
                              </p:par>
                              <p:par>
                                <p:cTn id="41" presetID="10" presetClass="entr" presetSubtype="0" fill="hold" grpId="0" nodeType="withEffect">
                                  <p:stCondLst>
                                    <p:cond delay="750"/>
                                  </p:stCondLst>
                                  <p:childTnLst>
                                    <p:set>
                                      <p:cBhvr>
                                        <p:cTn id="42" dur="1" fill="hold">
                                          <p:stCondLst>
                                            <p:cond delay="0"/>
                                          </p:stCondLst>
                                        </p:cTn>
                                        <p:tgtEl>
                                          <p:spTgt spid="609"/>
                                        </p:tgtEl>
                                        <p:attrNameLst>
                                          <p:attrName>style.visibility</p:attrName>
                                        </p:attrNameLst>
                                      </p:cBhvr>
                                      <p:to>
                                        <p:strVal val="visible"/>
                                      </p:to>
                                    </p:set>
                                    <p:animEffect transition="in" filter="fade">
                                      <p:cBhvr>
                                        <p:cTn id="43" dur="500"/>
                                        <p:tgtEl>
                                          <p:spTgt spid="609"/>
                                        </p:tgtEl>
                                      </p:cBhvr>
                                    </p:animEffect>
                                  </p:childTnLst>
                                </p:cTn>
                              </p:par>
                              <p:par>
                                <p:cTn id="44" presetID="42" presetClass="path" presetSubtype="0" decel="100000" fill="hold" grpId="1" nodeType="withEffect">
                                  <p:stCondLst>
                                    <p:cond delay="750"/>
                                  </p:stCondLst>
                                  <p:childTnLst>
                                    <p:animMotion origin="layout" path="M -1.04167E-6 2.96296E-6 L -1.04167E-6 0.04352 " pathEditMode="relative" rAng="0" ptsTypes="AA">
                                      <p:cBhvr>
                                        <p:cTn id="45" dur="600" spd="-100000" fill="hold"/>
                                        <p:tgtEl>
                                          <p:spTgt spid="609"/>
                                        </p:tgtEl>
                                        <p:attrNameLst>
                                          <p:attrName>ppt_x</p:attrName>
                                          <p:attrName>ppt_y</p:attrName>
                                        </p:attrNameLst>
                                      </p:cBhvr>
                                      <p:rCtr x="0" y="2176"/>
                                    </p:animMotion>
                                  </p:childTnLst>
                                </p:cTn>
                              </p:par>
                              <p:par>
                                <p:cTn id="46" presetID="10" presetClass="entr" presetSubtype="0" fill="hold" grpId="0" nodeType="withEffect">
                                  <p:stCondLst>
                                    <p:cond delay="750"/>
                                  </p:stCondLst>
                                  <p:childTnLst>
                                    <p:set>
                                      <p:cBhvr>
                                        <p:cTn id="47" dur="1" fill="hold">
                                          <p:stCondLst>
                                            <p:cond delay="0"/>
                                          </p:stCondLst>
                                        </p:cTn>
                                        <p:tgtEl>
                                          <p:spTgt spid="604"/>
                                        </p:tgtEl>
                                        <p:attrNameLst>
                                          <p:attrName>style.visibility</p:attrName>
                                        </p:attrNameLst>
                                      </p:cBhvr>
                                      <p:to>
                                        <p:strVal val="visible"/>
                                      </p:to>
                                    </p:set>
                                    <p:animEffect transition="in" filter="fade">
                                      <p:cBhvr>
                                        <p:cTn id="48" dur="500"/>
                                        <p:tgtEl>
                                          <p:spTgt spid="604"/>
                                        </p:tgtEl>
                                      </p:cBhvr>
                                    </p:animEffect>
                                  </p:childTnLst>
                                </p:cTn>
                              </p:par>
                              <p:par>
                                <p:cTn id="49" presetID="42" presetClass="path" presetSubtype="0" decel="100000" fill="hold" grpId="1" nodeType="withEffect">
                                  <p:stCondLst>
                                    <p:cond delay="750"/>
                                  </p:stCondLst>
                                  <p:childTnLst>
                                    <p:animMotion origin="layout" path="M -1.04167E-6 -4.81481E-6 L -1.04167E-6 0.04352 " pathEditMode="relative" rAng="0" ptsTypes="AA">
                                      <p:cBhvr>
                                        <p:cTn id="50" dur="600" spd="-100000" fill="hold"/>
                                        <p:tgtEl>
                                          <p:spTgt spid="604"/>
                                        </p:tgtEl>
                                        <p:attrNameLst>
                                          <p:attrName>ppt_x</p:attrName>
                                          <p:attrName>ppt_y</p:attrName>
                                        </p:attrNameLst>
                                      </p:cBhvr>
                                      <p:rCtr x="0" y="2176"/>
                                    </p:animMotion>
                                  </p:childTnLst>
                                </p:cTn>
                              </p:par>
                              <p:par>
                                <p:cTn id="51" presetID="10" presetClass="entr" presetSubtype="0" fill="hold" grpId="0" nodeType="withEffect">
                                  <p:stCondLst>
                                    <p:cond delay="500"/>
                                  </p:stCondLst>
                                  <p:childTnLst>
                                    <p:set>
                                      <p:cBhvr>
                                        <p:cTn id="52" dur="1" fill="hold">
                                          <p:stCondLst>
                                            <p:cond delay="0"/>
                                          </p:stCondLst>
                                        </p:cTn>
                                        <p:tgtEl>
                                          <p:spTgt spid="611"/>
                                        </p:tgtEl>
                                        <p:attrNameLst>
                                          <p:attrName>style.visibility</p:attrName>
                                        </p:attrNameLst>
                                      </p:cBhvr>
                                      <p:to>
                                        <p:strVal val="visible"/>
                                      </p:to>
                                    </p:set>
                                    <p:animEffect transition="in" filter="fade">
                                      <p:cBhvr>
                                        <p:cTn id="53" dur="500"/>
                                        <p:tgtEl>
                                          <p:spTgt spid="611"/>
                                        </p:tgtEl>
                                      </p:cBhvr>
                                    </p:animEffect>
                                  </p:childTnLst>
                                </p:cTn>
                              </p:par>
                              <p:par>
                                <p:cTn id="54" presetID="10" presetClass="entr" presetSubtype="0" fill="hold" grpId="0" nodeType="withEffect">
                                  <p:stCondLst>
                                    <p:cond delay="750"/>
                                  </p:stCondLst>
                                  <p:childTnLst>
                                    <p:set>
                                      <p:cBhvr>
                                        <p:cTn id="55" dur="1" fill="hold">
                                          <p:stCondLst>
                                            <p:cond delay="0"/>
                                          </p:stCondLst>
                                        </p:cTn>
                                        <p:tgtEl>
                                          <p:spTgt spid="612"/>
                                        </p:tgtEl>
                                        <p:attrNameLst>
                                          <p:attrName>style.visibility</p:attrName>
                                        </p:attrNameLst>
                                      </p:cBhvr>
                                      <p:to>
                                        <p:strVal val="visible"/>
                                      </p:to>
                                    </p:set>
                                    <p:animEffect transition="in" filter="fade">
                                      <p:cBhvr>
                                        <p:cTn id="56" dur="500"/>
                                        <p:tgtEl>
                                          <p:spTgt spid="612"/>
                                        </p:tgtEl>
                                      </p:cBhvr>
                                    </p:animEffect>
                                  </p:childTnLst>
                                </p:cTn>
                              </p:par>
                              <p:par>
                                <p:cTn id="57" presetID="10" presetClass="entr" presetSubtype="0" fill="hold" grpId="0" nodeType="withEffect">
                                  <p:stCondLst>
                                    <p:cond delay="25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500"/>
                                        <p:tgtEl>
                                          <p:spTgt spid="9"/>
                                        </p:tgtEl>
                                      </p:cBhvr>
                                    </p:animEffect>
                                  </p:childTnLst>
                                </p:cTn>
                              </p:par>
                              <p:par>
                                <p:cTn id="60" presetID="10" presetClass="entr" presetSubtype="0" fill="hold" grpId="0" nodeType="withEffect">
                                  <p:stCondLst>
                                    <p:cond delay="25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par>
                                <p:cTn id="63" presetID="10" presetClass="entr" presetSubtype="0" fill="hold" grpId="0" nodeType="withEffect">
                                  <p:stCondLst>
                                    <p:cond delay="250"/>
                                  </p:stCondLst>
                                  <p:childTnLst>
                                    <p:set>
                                      <p:cBhvr>
                                        <p:cTn id="64" dur="1" fill="hold">
                                          <p:stCondLst>
                                            <p:cond delay="0"/>
                                          </p:stCondLst>
                                        </p:cTn>
                                        <p:tgtEl>
                                          <p:spTgt spid="6"/>
                                        </p:tgtEl>
                                        <p:attrNameLst>
                                          <p:attrName>style.visibility</p:attrName>
                                        </p:attrNameLst>
                                      </p:cBhvr>
                                      <p:to>
                                        <p:strVal val="visible"/>
                                      </p:to>
                                    </p:set>
                                    <p:animEffect transition="in" filter="fade">
                                      <p:cBhvr>
                                        <p:cTn id="65" dur="500"/>
                                        <p:tgtEl>
                                          <p:spTgt spid="6"/>
                                        </p:tgtEl>
                                      </p:cBhvr>
                                    </p:animEffect>
                                  </p:childTnLst>
                                </p:cTn>
                              </p:par>
                              <p:par>
                                <p:cTn id="66" presetID="42" presetClass="path" presetSubtype="0" decel="100000" fill="hold" grpId="1" nodeType="withEffect">
                                  <p:stCondLst>
                                    <p:cond delay="250"/>
                                  </p:stCondLst>
                                  <p:childTnLst>
                                    <p:animMotion origin="layout" path="M 8.33333E-7 2.96296E-6 L 8.33333E-7 0.04352 " pathEditMode="relative" rAng="0" ptsTypes="AA">
                                      <p:cBhvr>
                                        <p:cTn id="67" dur="600" spd="-100000" fill="hold"/>
                                        <p:tgtEl>
                                          <p:spTgt spid="6"/>
                                        </p:tgtEl>
                                        <p:attrNameLst>
                                          <p:attrName>ppt_x</p:attrName>
                                          <p:attrName>ppt_y</p:attrName>
                                        </p:attrNameLst>
                                      </p:cBhvr>
                                      <p:rCtr x="0" y="2176"/>
                                    </p:animMotion>
                                  </p:childTnLst>
                                </p:cTn>
                              </p:par>
                              <p:par>
                                <p:cTn id="68" presetID="10" presetClass="entr" presetSubtype="0" fill="hold" grpId="0" nodeType="withEffect">
                                  <p:stCondLst>
                                    <p:cond delay="250"/>
                                  </p:stCondLst>
                                  <p:childTnLst>
                                    <p:set>
                                      <p:cBhvr>
                                        <p:cTn id="69" dur="1" fill="hold">
                                          <p:stCondLst>
                                            <p:cond delay="0"/>
                                          </p:stCondLst>
                                        </p:cTn>
                                        <p:tgtEl>
                                          <p:spTgt spid="7"/>
                                        </p:tgtEl>
                                        <p:attrNameLst>
                                          <p:attrName>style.visibility</p:attrName>
                                        </p:attrNameLst>
                                      </p:cBhvr>
                                      <p:to>
                                        <p:strVal val="visible"/>
                                      </p:to>
                                    </p:set>
                                    <p:animEffect transition="in" filter="fade">
                                      <p:cBhvr>
                                        <p:cTn id="70" dur="500"/>
                                        <p:tgtEl>
                                          <p:spTgt spid="7"/>
                                        </p:tgtEl>
                                      </p:cBhvr>
                                    </p:animEffect>
                                  </p:childTnLst>
                                </p:cTn>
                              </p:par>
                              <p:par>
                                <p:cTn id="71" presetID="42" presetClass="path" presetSubtype="0" decel="100000" fill="hold" grpId="1" nodeType="withEffect">
                                  <p:stCondLst>
                                    <p:cond delay="250"/>
                                  </p:stCondLst>
                                  <p:childTnLst>
                                    <p:animMotion origin="layout" path="M 8.33333E-7 -2.96296E-6 L 8.33333E-7 0.04352 " pathEditMode="relative" rAng="0" ptsTypes="AA">
                                      <p:cBhvr>
                                        <p:cTn id="72" dur="600" spd="-100000" fill="hold"/>
                                        <p:tgtEl>
                                          <p:spTgt spid="7"/>
                                        </p:tgtEl>
                                        <p:attrNameLst>
                                          <p:attrName>ppt_x</p:attrName>
                                          <p:attrName>ppt_y</p:attrName>
                                        </p:attrNameLst>
                                      </p:cBhvr>
                                      <p:rCtr x="0" y="21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0" animBg="1"/>
      <p:bldP spid="601" grpId="1" animBg="1"/>
      <p:bldP spid="602" grpId="0" animBg="1"/>
      <p:bldP spid="602" grpId="1" animBg="1"/>
      <p:bldP spid="603" grpId="0" animBg="1"/>
      <p:bldP spid="603" grpId="1" animBg="1"/>
      <p:bldP spid="604" grpId="0" animBg="1"/>
      <p:bldP spid="604" grpId="1" animBg="1"/>
      <p:bldP spid="611" grpId="0"/>
      <p:bldP spid="607" grpId="0"/>
      <p:bldP spid="607" grpId="1"/>
      <p:bldP spid="608" grpId="0"/>
      <p:bldP spid="608" grpId="1"/>
      <p:bldP spid="8" grpId="0"/>
      <p:bldP spid="612" grpId="0"/>
      <p:bldP spid="609" grpId="0"/>
      <p:bldP spid="609" grpId="1"/>
      <p:bldP spid="610" grpId="0"/>
      <p:bldP spid="610" grpId="1"/>
      <p:bldP spid="5" grpId="0"/>
      <p:bldP spid="3" grpId="0"/>
      <p:bldP spid="6" grpId="0"/>
      <p:bldP spid="6" grpId="1"/>
      <p:bldP spid="7" grpId="0"/>
      <p:bldP spid="7" grpId="1"/>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2384C2-C513-ABFD-BA69-C52C80BC0066}"/>
              </a:ext>
            </a:extLst>
          </p:cNvPr>
          <p:cNvSpPr>
            <a:spLocks noGrp="1"/>
          </p:cNvSpPr>
          <p:nvPr>
            <p:ph type="title"/>
          </p:nvPr>
        </p:nvSpPr>
        <p:spPr/>
        <p:txBody>
          <a:bodyPr vert="horz" wrap="square" lIns="0" tIns="0" rIns="0" bIns="0" rtlCol="0" anchor="b">
            <a:spAutoFit/>
          </a:bodyPr>
          <a:lstStyle/>
          <a:p>
            <a:r>
              <a:rPr lang="en-US"/>
              <a:t>Help desk demo 1</a:t>
            </a:r>
          </a:p>
        </p:txBody>
      </p:sp>
      <p:sp>
        <p:nvSpPr>
          <p:cNvPr id="4" name="Rectangle: Rounded Corners 3">
            <a:extLst>
              <a:ext uri="{FF2B5EF4-FFF2-40B4-BE49-F238E27FC236}">
                <a16:creationId xmlns:a16="http://schemas.microsoft.com/office/drawing/2014/main" id="{FCFB0A27-0040-2E40-ACCB-4E9D671888C3}"/>
              </a:ext>
              <a:ext uri="{C183D7F6-B498-43B3-948B-1728B52AA6E4}">
                <adec:decorative xmlns:adec="http://schemas.microsoft.com/office/drawing/2017/decorative" val="1"/>
              </a:ext>
            </a:extLst>
          </p:cNvPr>
          <p:cNvSpPr/>
          <p:nvPr/>
        </p:nvSpPr>
        <p:spPr bwMode="auto">
          <a:xfrm>
            <a:off x="112144" y="161387"/>
            <a:ext cx="11947584" cy="6601721"/>
          </a:xfrm>
          <a:prstGeom prst="roundRect">
            <a:avLst>
              <a:gd name="adj" fmla="val 4263"/>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856E48A6-88D7-916C-F4C1-629A57791CBB}"/>
              </a:ext>
            </a:extLst>
          </p:cNvPr>
          <p:cNvSpPr txBox="1">
            <a:spLocks/>
          </p:cNvSpPr>
          <p:nvPr/>
        </p:nvSpPr>
        <p:spPr>
          <a:xfrm>
            <a:off x="586740" y="2777706"/>
            <a:ext cx="11018520" cy="1302589"/>
          </a:xfrm>
          <a:prstGeom prst="rect">
            <a:avLst/>
          </a:prstGeom>
        </p:spPr>
        <p:txBody>
          <a:bodyPr anchor="ct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a:r>
              <a:rPr lang="fr-FR" sz="2800" dirty="0">
                <a:solidFill>
                  <a:schemeClr val="bg1"/>
                </a:solidFill>
              </a:rPr>
              <a:t>Lorsque quelqu'un contacte votre service d'assistance, comment pouvez-vous être certain que l'utilisateur est légitime et qu'il ne se fait pas passer pour un personnel de confiance ?</a:t>
            </a:r>
          </a:p>
        </p:txBody>
      </p:sp>
    </p:spTree>
    <p:extLst>
      <p:ext uri="{BB962C8B-B14F-4D97-AF65-F5344CB8AC3E}">
        <p14:creationId xmlns:p14="http://schemas.microsoft.com/office/powerpoint/2010/main" val="214120955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1638A-8B90-6C94-B410-78909C850CCC}"/>
            </a:ext>
          </a:extLst>
        </p:cNvPr>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C51EE23F-BCFB-BE17-3E1A-113D34528D96}"/>
              </a:ext>
              <a:ext uri="{C183D7F6-B498-43B3-948B-1728B52AA6E4}">
                <adec:decorative xmlns:adec="http://schemas.microsoft.com/office/drawing/2017/decorative" val="1"/>
              </a:ext>
            </a:extLst>
          </p:cNvPr>
          <p:cNvSpPr/>
          <p:nvPr/>
        </p:nvSpPr>
        <p:spPr bwMode="auto">
          <a:xfrm flipV="1">
            <a:off x="-1" y="0"/>
            <a:ext cx="8961120" cy="6858000"/>
          </a:xfrm>
          <a:prstGeom prst="round1Rect">
            <a:avLst>
              <a:gd name="adj" fmla="val 12393"/>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B6AACE0F-B92B-1F27-8E76-40DAC7E7B19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091795" y="1542748"/>
            <a:ext cx="2085013" cy="4261473"/>
          </a:xfrm>
          <a:prstGeom prst="rect">
            <a:avLst/>
          </a:prstGeom>
        </p:spPr>
      </p:pic>
      <p:pic>
        <p:nvPicPr>
          <p:cNvPr id="6" name="Picture 5">
            <a:extLst>
              <a:ext uri="{FF2B5EF4-FFF2-40B4-BE49-F238E27FC236}">
                <a16:creationId xmlns:a16="http://schemas.microsoft.com/office/drawing/2014/main" id="{291135E2-641C-00F0-C05B-2056C63F9D3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92016" y="1542748"/>
            <a:ext cx="2085013" cy="4261473"/>
          </a:xfrm>
          <a:prstGeom prst="rect">
            <a:avLst/>
          </a:prstGeom>
        </p:spPr>
      </p:pic>
      <p:sp>
        <p:nvSpPr>
          <p:cNvPr id="2" name="Title 1">
            <a:extLst>
              <a:ext uri="{FF2B5EF4-FFF2-40B4-BE49-F238E27FC236}">
                <a16:creationId xmlns:a16="http://schemas.microsoft.com/office/drawing/2014/main" id="{B2777B16-FCA3-E6FB-7E55-DFF08399FFF9}"/>
              </a:ext>
            </a:extLst>
          </p:cNvPr>
          <p:cNvSpPr>
            <a:spLocks noGrp="1"/>
          </p:cNvSpPr>
          <p:nvPr>
            <p:ph type="title"/>
          </p:nvPr>
        </p:nvSpPr>
        <p:spPr>
          <a:xfrm>
            <a:off x="588963" y="457200"/>
            <a:ext cx="4502832" cy="492443"/>
          </a:xfrm>
        </p:spPr>
        <p:txBody>
          <a:bodyPr/>
          <a:lstStyle/>
          <a:p>
            <a:r>
              <a:rPr lang="fr-FR" sz="3200" noProof="0" dirty="0">
                <a:solidFill>
                  <a:schemeClr val="bg1"/>
                </a:solidFill>
              </a:rPr>
              <a:t>Support technique et récupération de comptes</a:t>
            </a:r>
            <a:endParaRPr lang="en-US" sz="3200" dirty="0">
              <a:solidFill>
                <a:schemeClr val="bg1"/>
              </a:solidFill>
            </a:endParaRPr>
          </a:p>
        </p:txBody>
      </p:sp>
      <p:grpSp>
        <p:nvGrpSpPr>
          <p:cNvPr id="30" name="Group 29">
            <a:extLst>
              <a:ext uri="{FF2B5EF4-FFF2-40B4-BE49-F238E27FC236}">
                <a16:creationId xmlns:a16="http://schemas.microsoft.com/office/drawing/2014/main" id="{6B63A403-DC36-6071-BDDD-BC3B8A43E3DE}"/>
              </a:ext>
              <a:ext uri="{C183D7F6-B498-43B3-948B-1728B52AA6E4}">
                <adec:decorative xmlns:adec="http://schemas.microsoft.com/office/drawing/2017/decorative" val="1"/>
              </a:ext>
            </a:extLst>
          </p:cNvPr>
          <p:cNvGrpSpPr/>
          <p:nvPr/>
        </p:nvGrpSpPr>
        <p:grpSpPr>
          <a:xfrm>
            <a:off x="10732437" y="455422"/>
            <a:ext cx="1463040" cy="868680"/>
            <a:chOff x="10732437" y="455422"/>
            <a:chExt cx="1463040" cy="868680"/>
          </a:xfrm>
        </p:grpSpPr>
        <p:sp>
          <p:nvSpPr>
            <p:cNvPr id="20" name="Rectangle: Top Corners Rounded 19">
              <a:extLst>
                <a:ext uri="{FF2B5EF4-FFF2-40B4-BE49-F238E27FC236}">
                  <a16:creationId xmlns:a16="http://schemas.microsoft.com/office/drawing/2014/main" id="{C9952EC0-8AA4-BF9F-CFAA-36656C62D54B}"/>
                </a:ext>
              </a:extLst>
            </p:cNvPr>
            <p:cNvSpPr/>
            <p:nvPr/>
          </p:nvSpPr>
          <p:spPr bwMode="auto">
            <a:xfrm rot="16200000" flipH="1">
              <a:off x="11029617" y="158242"/>
              <a:ext cx="868680" cy="1463040"/>
            </a:xfrm>
            <a:prstGeom prst="round2SameRect">
              <a:avLst>
                <a:gd name="adj1" fmla="val 50000"/>
                <a:gd name="adj2" fmla="val 0"/>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nvGrpSpPr>
            <p:cNvPr id="29" name="Group 28">
              <a:extLst>
                <a:ext uri="{FF2B5EF4-FFF2-40B4-BE49-F238E27FC236}">
                  <a16:creationId xmlns:a16="http://schemas.microsoft.com/office/drawing/2014/main" id="{39C9A40F-4BC5-0673-8283-B96632F33D62}"/>
                </a:ext>
              </a:extLst>
            </p:cNvPr>
            <p:cNvGrpSpPr/>
            <p:nvPr/>
          </p:nvGrpSpPr>
          <p:grpSpPr>
            <a:xfrm>
              <a:off x="10829968" y="559613"/>
              <a:ext cx="660299" cy="660299"/>
              <a:chOff x="10829968" y="559613"/>
              <a:chExt cx="660299" cy="660299"/>
            </a:xfrm>
          </p:grpSpPr>
          <p:sp>
            <p:nvSpPr>
              <p:cNvPr id="22" name="Oval 21">
                <a:extLst>
                  <a:ext uri="{FF2B5EF4-FFF2-40B4-BE49-F238E27FC236}">
                    <a16:creationId xmlns:a16="http://schemas.microsoft.com/office/drawing/2014/main" id="{67F924EC-E046-5515-99F8-DBC15BCBBE97}"/>
                  </a:ext>
                </a:extLst>
              </p:cNvPr>
              <p:cNvSpPr/>
              <p:nvPr/>
            </p:nvSpPr>
            <p:spPr bwMode="auto">
              <a:xfrm flipH="1">
                <a:off x="10829968" y="559613"/>
                <a:ext cx="660299" cy="66029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5" name="Telemarketer_E7B9">
                <a:extLst>
                  <a:ext uri="{FF2B5EF4-FFF2-40B4-BE49-F238E27FC236}">
                    <a16:creationId xmlns:a16="http://schemas.microsoft.com/office/drawing/2014/main" id="{124FC2ED-22CC-6AED-4B0D-A5EDF40DDD8A}"/>
                  </a:ext>
                </a:extLst>
              </p:cNvPr>
              <p:cNvSpPr>
                <a:spLocks noChangeAspect="1" noEditPoints="1"/>
              </p:cNvSpPr>
              <p:nvPr/>
            </p:nvSpPr>
            <p:spPr bwMode="auto">
              <a:xfrm>
                <a:off x="11002760" y="702094"/>
                <a:ext cx="314714" cy="375337"/>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sp>
        <p:nvSpPr>
          <p:cNvPr id="37" name="TextBox 36">
            <a:extLst>
              <a:ext uri="{FF2B5EF4-FFF2-40B4-BE49-F238E27FC236}">
                <a16:creationId xmlns:a16="http://schemas.microsoft.com/office/drawing/2014/main" id="{F6E4D2B0-8C3E-2F2C-540C-6004A569EC37}"/>
              </a:ext>
            </a:extLst>
          </p:cNvPr>
          <p:cNvSpPr txBox="1"/>
          <p:nvPr/>
        </p:nvSpPr>
        <p:spPr>
          <a:xfrm>
            <a:off x="1825946" y="2085036"/>
            <a:ext cx="2926080"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Enable self-service </a:t>
            </a:r>
            <a:br>
              <a:rPr kumimoji="0" lang="en-US" sz="2000" b="0" i="0" u="none" strike="noStrike" kern="1200" cap="none" spc="0" normalizeH="0" baseline="0" noProof="0">
                <a:ln>
                  <a:noFill/>
                </a:ln>
                <a:solidFill>
                  <a:srgbClr val="FFFFFF"/>
                </a:solidFill>
                <a:effectLst/>
                <a:uLnTx/>
                <a:uFillTx/>
                <a:latin typeface="Segoe UI"/>
                <a:ea typeface="+mn-ea"/>
                <a:cs typeface="+mn-cs"/>
              </a:rPr>
            </a:br>
            <a:r>
              <a:rPr kumimoji="0" lang="en-US" sz="2000" b="0" i="0" u="none" strike="noStrike" kern="1200" cap="none" spc="0" normalizeH="0" baseline="0" noProof="0">
                <a:ln>
                  <a:noFill/>
                </a:ln>
                <a:solidFill>
                  <a:srgbClr val="FFFFFF"/>
                </a:solidFill>
                <a:effectLst/>
                <a:uLnTx/>
                <a:uFillTx/>
                <a:latin typeface="Segoe UI"/>
                <a:ea typeface="+mn-ea"/>
                <a:cs typeface="+mn-cs"/>
              </a:rPr>
              <a:t>help desk access</a:t>
            </a:r>
          </a:p>
        </p:txBody>
      </p:sp>
      <p:sp>
        <p:nvSpPr>
          <p:cNvPr id="35" name="TextBox 34">
            <a:extLst>
              <a:ext uri="{FF2B5EF4-FFF2-40B4-BE49-F238E27FC236}">
                <a16:creationId xmlns:a16="http://schemas.microsoft.com/office/drawing/2014/main" id="{BD8E9C30-4D6B-BDE7-34B3-30B718E53881}"/>
              </a:ext>
            </a:extLst>
          </p:cNvPr>
          <p:cNvSpPr txBox="1"/>
          <p:nvPr/>
        </p:nvSpPr>
        <p:spPr>
          <a:xfrm>
            <a:off x="1825946" y="3454530"/>
            <a:ext cx="2926080"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Increase trust in help desk operations </a:t>
            </a:r>
          </a:p>
        </p:txBody>
      </p:sp>
      <p:sp>
        <p:nvSpPr>
          <p:cNvPr id="36" name="TextBox 35">
            <a:extLst>
              <a:ext uri="{FF2B5EF4-FFF2-40B4-BE49-F238E27FC236}">
                <a16:creationId xmlns:a16="http://schemas.microsoft.com/office/drawing/2014/main" id="{67E1032F-5D95-784E-3749-A3DABB050DB4}"/>
              </a:ext>
            </a:extLst>
          </p:cNvPr>
          <p:cNvSpPr txBox="1"/>
          <p:nvPr/>
        </p:nvSpPr>
        <p:spPr>
          <a:xfrm>
            <a:off x="1825946" y="4675047"/>
            <a:ext cx="2926080" cy="10058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Easily and securely recover account if locked out</a:t>
            </a:r>
          </a:p>
        </p:txBody>
      </p:sp>
      <p:grpSp>
        <p:nvGrpSpPr>
          <p:cNvPr id="48" name="Group 47">
            <a:extLst>
              <a:ext uri="{FF2B5EF4-FFF2-40B4-BE49-F238E27FC236}">
                <a16:creationId xmlns:a16="http://schemas.microsoft.com/office/drawing/2014/main" id="{04A6083E-8B4A-95F6-8B74-19150606778F}"/>
              </a:ext>
              <a:ext uri="{C183D7F6-B498-43B3-948B-1728B52AA6E4}">
                <adec:decorative xmlns:adec="http://schemas.microsoft.com/office/drawing/2017/decorative" val="1"/>
              </a:ext>
            </a:extLst>
          </p:cNvPr>
          <p:cNvGrpSpPr/>
          <p:nvPr/>
        </p:nvGrpSpPr>
        <p:grpSpPr>
          <a:xfrm>
            <a:off x="588963" y="3282548"/>
            <a:ext cx="1051851" cy="1051851"/>
            <a:chOff x="588963" y="3282548"/>
            <a:chExt cx="1051851" cy="1051851"/>
          </a:xfrm>
        </p:grpSpPr>
        <p:sp>
          <p:nvSpPr>
            <p:cNvPr id="39" name="Oval 38">
              <a:extLst>
                <a:ext uri="{FF2B5EF4-FFF2-40B4-BE49-F238E27FC236}">
                  <a16:creationId xmlns:a16="http://schemas.microsoft.com/office/drawing/2014/main" id="{A1354CBF-340E-6588-B11F-2D3CA6CDA326}"/>
                </a:ext>
                <a:ext uri="{C183D7F6-B498-43B3-948B-1728B52AA6E4}">
                  <adec:decorative xmlns:adec="http://schemas.microsoft.com/office/drawing/2017/decorative" val="1"/>
                </a:ext>
              </a:extLst>
            </p:cNvPr>
            <p:cNvSpPr/>
            <p:nvPr/>
          </p:nvSpPr>
          <p:spPr bwMode="auto">
            <a:xfrm>
              <a:off x="588963" y="3282548"/>
              <a:ext cx="1051851" cy="1051851"/>
            </a:xfrm>
            <a:prstGeom prst="ellipse">
              <a:avLst/>
            </a:prstGeom>
            <a:solidFill>
              <a:schemeClr val="accent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8" name="Graphic 7">
              <a:extLst>
                <a:ext uri="{FF2B5EF4-FFF2-40B4-BE49-F238E27FC236}">
                  <a16:creationId xmlns:a16="http://schemas.microsoft.com/office/drawing/2014/main" id="{03ED9D38-35EA-3BA3-6C92-6965ACB6F162}"/>
                </a:ext>
              </a:extLst>
            </p:cNvPr>
            <p:cNvSpPr/>
            <p:nvPr/>
          </p:nvSpPr>
          <p:spPr>
            <a:xfrm>
              <a:off x="859022" y="3548417"/>
              <a:ext cx="511733" cy="511526"/>
            </a:xfrm>
            <a:custGeom>
              <a:avLst/>
              <a:gdLst>
                <a:gd name="connsiteX0" fmla="*/ 99128 w 363126"/>
                <a:gd name="connsiteY0" fmla="*/ 45152 h 362979"/>
                <a:gd name="connsiteX1" fmla="*/ 99128 w 363126"/>
                <a:gd name="connsiteY1" fmla="*/ 0 h 362979"/>
                <a:gd name="connsiteX2" fmla="*/ 363126 w 363126"/>
                <a:gd name="connsiteY2" fmla="*/ 0 h 362979"/>
                <a:gd name="connsiteX3" fmla="*/ 363126 w 363126"/>
                <a:gd name="connsiteY3" fmla="*/ 166194 h 362979"/>
                <a:gd name="connsiteX4" fmla="*/ 326211 w 363126"/>
                <a:gd name="connsiteY4" fmla="*/ 166194 h 362979"/>
                <a:gd name="connsiteX5" fmla="*/ 268116 w 363126"/>
                <a:gd name="connsiteY5" fmla="*/ 226053 h 362979"/>
                <a:gd name="connsiteX6" fmla="*/ 268116 w 363126"/>
                <a:gd name="connsiteY6" fmla="*/ 168841 h 362979"/>
                <a:gd name="connsiteX7" fmla="*/ 239143 w 363126"/>
                <a:gd name="connsiteY7" fmla="*/ 168841 h 362979"/>
                <a:gd name="connsiteX8" fmla="*/ 121483 w 363126"/>
                <a:gd name="connsiteY8" fmla="*/ 94275 h 362979"/>
                <a:gd name="connsiteX9" fmla="*/ 50152 w 363126"/>
                <a:gd name="connsiteY9" fmla="*/ 167370 h 362979"/>
                <a:gd name="connsiteX10" fmla="*/ 121483 w 363126"/>
                <a:gd name="connsiteY10" fmla="*/ 240466 h 362979"/>
                <a:gd name="connsiteX11" fmla="*/ 194138 w 363126"/>
                <a:gd name="connsiteY11" fmla="*/ 167370 h 362979"/>
                <a:gd name="connsiteX12" fmla="*/ 121483 w 363126"/>
                <a:gd name="connsiteY12" fmla="*/ 94275 h 362979"/>
                <a:gd name="connsiteX13" fmla="*/ 121483 w 363126"/>
                <a:gd name="connsiteY13" fmla="*/ 94275 h 362979"/>
                <a:gd name="connsiteX14" fmla="*/ 244290 w 363126"/>
                <a:gd name="connsiteY14" fmla="*/ 362979 h 362979"/>
                <a:gd name="connsiteX15" fmla="*/ 121483 w 363126"/>
                <a:gd name="connsiteY15" fmla="*/ 240613 h 362979"/>
                <a:gd name="connsiteX16" fmla="*/ 0 w 363126"/>
                <a:gd name="connsiteY16" fmla="*/ 362979 h 362979"/>
                <a:gd name="connsiteX0" fmla="*/ 99128 w 363126"/>
                <a:gd name="connsiteY0" fmla="*/ 45152 h 362979"/>
                <a:gd name="connsiteX1" fmla="*/ 99128 w 363126"/>
                <a:gd name="connsiteY1" fmla="*/ 0 h 362979"/>
                <a:gd name="connsiteX2" fmla="*/ 363126 w 363126"/>
                <a:gd name="connsiteY2" fmla="*/ 0 h 362979"/>
                <a:gd name="connsiteX3" fmla="*/ 363126 w 363126"/>
                <a:gd name="connsiteY3" fmla="*/ 166194 h 362979"/>
                <a:gd name="connsiteX4" fmla="*/ 326211 w 363126"/>
                <a:gd name="connsiteY4" fmla="*/ 166194 h 362979"/>
                <a:gd name="connsiteX5" fmla="*/ 268116 w 363126"/>
                <a:gd name="connsiteY5" fmla="*/ 226053 h 362979"/>
                <a:gd name="connsiteX6" fmla="*/ 268116 w 363126"/>
                <a:gd name="connsiteY6" fmla="*/ 168841 h 362979"/>
                <a:gd name="connsiteX7" fmla="*/ 239143 w 363126"/>
                <a:gd name="connsiteY7" fmla="*/ 168841 h 362979"/>
                <a:gd name="connsiteX8" fmla="*/ 121483 w 363126"/>
                <a:gd name="connsiteY8" fmla="*/ 94275 h 362979"/>
                <a:gd name="connsiteX9" fmla="*/ 50152 w 363126"/>
                <a:gd name="connsiteY9" fmla="*/ 167370 h 362979"/>
                <a:gd name="connsiteX10" fmla="*/ 121483 w 363126"/>
                <a:gd name="connsiteY10" fmla="*/ 240466 h 362979"/>
                <a:gd name="connsiteX11" fmla="*/ 194138 w 363126"/>
                <a:gd name="connsiteY11" fmla="*/ 167370 h 362979"/>
                <a:gd name="connsiteX12" fmla="*/ 121483 w 363126"/>
                <a:gd name="connsiteY12" fmla="*/ 94275 h 362979"/>
                <a:gd name="connsiteX13" fmla="*/ 121483 w 363126"/>
                <a:gd name="connsiteY13" fmla="*/ 94275 h 362979"/>
                <a:gd name="connsiteX14" fmla="*/ 244290 w 363126"/>
                <a:gd name="connsiteY14" fmla="*/ 362979 h 362979"/>
                <a:gd name="connsiteX15" fmla="*/ 121483 w 363126"/>
                <a:gd name="connsiteY15" fmla="*/ 240613 h 362979"/>
                <a:gd name="connsiteX16" fmla="*/ 0 w 363126"/>
                <a:gd name="connsiteY16" fmla="*/ 362979 h 36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3126" h="362979">
                  <a:moveTo>
                    <a:pt x="99128" y="45152"/>
                  </a:moveTo>
                  <a:lnTo>
                    <a:pt x="99128" y="0"/>
                  </a:lnTo>
                  <a:lnTo>
                    <a:pt x="363126" y="0"/>
                  </a:lnTo>
                  <a:lnTo>
                    <a:pt x="363126" y="166194"/>
                  </a:lnTo>
                  <a:lnTo>
                    <a:pt x="326211" y="166194"/>
                  </a:lnTo>
                  <a:lnTo>
                    <a:pt x="268116" y="226053"/>
                  </a:lnTo>
                  <a:lnTo>
                    <a:pt x="268116" y="168841"/>
                  </a:lnTo>
                  <a:lnTo>
                    <a:pt x="239143" y="168841"/>
                  </a:lnTo>
                  <a:moveTo>
                    <a:pt x="121483" y="94275"/>
                  </a:moveTo>
                  <a:cubicBezTo>
                    <a:pt x="81920" y="94275"/>
                    <a:pt x="50152" y="127513"/>
                    <a:pt x="50152" y="167370"/>
                  </a:cubicBezTo>
                  <a:cubicBezTo>
                    <a:pt x="50152" y="207228"/>
                    <a:pt x="81773" y="240466"/>
                    <a:pt x="121483" y="240466"/>
                  </a:cubicBezTo>
                  <a:cubicBezTo>
                    <a:pt x="162370" y="240466"/>
                    <a:pt x="194138" y="207228"/>
                    <a:pt x="194138" y="167370"/>
                  </a:cubicBezTo>
                  <a:cubicBezTo>
                    <a:pt x="194138" y="127513"/>
                    <a:pt x="162517" y="94275"/>
                    <a:pt x="121483" y="94275"/>
                  </a:cubicBezTo>
                  <a:lnTo>
                    <a:pt x="121483" y="94275"/>
                  </a:lnTo>
                  <a:close/>
                  <a:moveTo>
                    <a:pt x="244290" y="362979"/>
                  </a:moveTo>
                  <a:cubicBezTo>
                    <a:pt x="244290" y="295178"/>
                    <a:pt x="190167" y="240613"/>
                    <a:pt x="121483" y="240613"/>
                  </a:cubicBezTo>
                  <a:cubicBezTo>
                    <a:pt x="54123" y="240613"/>
                    <a:pt x="0" y="295178"/>
                    <a:pt x="0" y="362979"/>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47" name="Group 46">
            <a:extLst>
              <a:ext uri="{FF2B5EF4-FFF2-40B4-BE49-F238E27FC236}">
                <a16:creationId xmlns:a16="http://schemas.microsoft.com/office/drawing/2014/main" id="{33E3E45A-1DAD-F0CB-98E7-0B465B108EA6}"/>
              </a:ext>
              <a:ext uri="{C183D7F6-B498-43B3-948B-1728B52AA6E4}">
                <adec:decorative xmlns:adec="http://schemas.microsoft.com/office/drawing/2017/decorative" val="1"/>
              </a:ext>
            </a:extLst>
          </p:cNvPr>
          <p:cNvGrpSpPr/>
          <p:nvPr/>
        </p:nvGrpSpPr>
        <p:grpSpPr>
          <a:xfrm>
            <a:off x="588963" y="1913054"/>
            <a:ext cx="1051851" cy="1051851"/>
            <a:chOff x="588963" y="1913054"/>
            <a:chExt cx="1051851" cy="1051851"/>
          </a:xfrm>
        </p:grpSpPr>
        <p:sp>
          <p:nvSpPr>
            <p:cNvPr id="45" name="Oval 44">
              <a:extLst>
                <a:ext uri="{FF2B5EF4-FFF2-40B4-BE49-F238E27FC236}">
                  <a16:creationId xmlns:a16="http://schemas.microsoft.com/office/drawing/2014/main" id="{D42C3059-3E8E-2773-9C2E-3E2DB1B94DD2}"/>
                </a:ext>
                <a:ext uri="{C183D7F6-B498-43B3-948B-1728B52AA6E4}">
                  <adec:decorative xmlns:adec="http://schemas.microsoft.com/office/drawing/2017/decorative" val="1"/>
                </a:ext>
              </a:extLst>
            </p:cNvPr>
            <p:cNvSpPr/>
            <p:nvPr/>
          </p:nvSpPr>
          <p:spPr bwMode="auto">
            <a:xfrm>
              <a:off x="588963" y="1913054"/>
              <a:ext cx="1051851" cy="1051851"/>
            </a:xfrm>
            <a:prstGeom prst="ellipse">
              <a:avLst/>
            </a:prstGeom>
            <a:solidFill>
              <a:schemeClr val="tx2"/>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 name="PageRight_E761" title="Icon of a chevron bracket in a circle pointed right">
              <a:extLst>
                <a:ext uri="{FF2B5EF4-FFF2-40B4-BE49-F238E27FC236}">
                  <a16:creationId xmlns:a16="http://schemas.microsoft.com/office/drawing/2014/main" id="{91A254E4-0190-9064-9B09-213911AC3D54}"/>
                </a:ext>
              </a:extLst>
            </p:cNvPr>
            <p:cNvSpPr>
              <a:spLocks noChangeAspect="1" noEditPoints="1"/>
            </p:cNvSpPr>
            <p:nvPr/>
          </p:nvSpPr>
          <p:spPr bwMode="auto">
            <a:xfrm>
              <a:off x="852191" y="2176089"/>
              <a:ext cx="525395" cy="52578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D0C66818-84F5-3EEC-A593-C0385A658F78}"/>
              </a:ext>
              <a:ext uri="{C183D7F6-B498-43B3-948B-1728B52AA6E4}">
                <adec:decorative xmlns:adec="http://schemas.microsoft.com/office/drawing/2017/decorative" val="1"/>
              </a:ext>
            </a:extLst>
          </p:cNvPr>
          <p:cNvGrpSpPr/>
          <p:nvPr/>
        </p:nvGrpSpPr>
        <p:grpSpPr>
          <a:xfrm>
            <a:off x="588963" y="4652042"/>
            <a:ext cx="1051851" cy="1051851"/>
            <a:chOff x="588963" y="4652042"/>
            <a:chExt cx="1051851" cy="1051851"/>
          </a:xfrm>
        </p:grpSpPr>
        <p:sp>
          <p:nvSpPr>
            <p:cNvPr id="42" name="Oval 41">
              <a:extLst>
                <a:ext uri="{FF2B5EF4-FFF2-40B4-BE49-F238E27FC236}">
                  <a16:creationId xmlns:a16="http://schemas.microsoft.com/office/drawing/2014/main" id="{AEF4AC2F-D2DC-736C-757D-F901037A16FB}"/>
                </a:ext>
                <a:ext uri="{C183D7F6-B498-43B3-948B-1728B52AA6E4}">
                  <adec:decorative xmlns:adec="http://schemas.microsoft.com/office/drawing/2017/decorative" val="1"/>
                </a:ext>
              </a:extLst>
            </p:cNvPr>
            <p:cNvSpPr/>
            <p:nvPr/>
          </p:nvSpPr>
          <p:spPr bwMode="auto">
            <a:xfrm>
              <a:off x="588963" y="4652042"/>
              <a:ext cx="1051851" cy="1051851"/>
            </a:xfrm>
            <a:prstGeom prst="ellipse">
              <a:avLst/>
            </a:prstGeom>
            <a:solidFill>
              <a:schemeClr val="accent1"/>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4" name="arrow_18" title="Icon of a tightly curved arrow pointing to the left">
              <a:extLst>
                <a:ext uri="{FF2B5EF4-FFF2-40B4-BE49-F238E27FC236}">
                  <a16:creationId xmlns:a16="http://schemas.microsoft.com/office/drawing/2014/main" id="{1472EAA2-D7F8-D473-A127-C71263F48457}"/>
                </a:ext>
              </a:extLst>
            </p:cNvPr>
            <p:cNvSpPr>
              <a:spLocks noChangeAspect="1" noEditPoints="1"/>
            </p:cNvSpPr>
            <p:nvPr/>
          </p:nvSpPr>
          <p:spPr bwMode="auto">
            <a:xfrm>
              <a:off x="927070" y="4904776"/>
              <a:ext cx="375637" cy="546382"/>
            </a:xfrm>
            <a:custGeom>
              <a:avLst/>
              <a:gdLst>
                <a:gd name="T0" fmla="*/ 102 w 242"/>
                <a:gd name="T1" fmla="*/ 102 h 355"/>
                <a:gd name="T2" fmla="*/ 0 w 242"/>
                <a:gd name="T3" fmla="*/ 102 h 355"/>
                <a:gd name="T4" fmla="*/ 0 w 242"/>
                <a:gd name="T5" fmla="*/ 0 h 355"/>
                <a:gd name="T6" fmla="*/ 64 w 242"/>
                <a:gd name="T7" fmla="*/ 355 h 355"/>
                <a:gd name="T8" fmla="*/ 225 w 242"/>
                <a:gd name="T9" fmla="*/ 190 h 355"/>
                <a:gd name="T10" fmla="*/ 242 w 242"/>
                <a:gd name="T11" fmla="*/ 129 h 355"/>
                <a:gd name="T12" fmla="*/ 128 w 242"/>
                <a:gd name="T13" fmla="*/ 14 h 355"/>
                <a:gd name="T14" fmla="*/ 0 w 242"/>
                <a:gd name="T15" fmla="*/ 102 h 3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355">
                  <a:moveTo>
                    <a:pt x="102" y="102"/>
                  </a:moveTo>
                  <a:cubicBezTo>
                    <a:pt x="0" y="102"/>
                    <a:pt x="0" y="102"/>
                    <a:pt x="0" y="102"/>
                  </a:cubicBezTo>
                  <a:cubicBezTo>
                    <a:pt x="0" y="0"/>
                    <a:pt x="0" y="0"/>
                    <a:pt x="0" y="0"/>
                  </a:cubicBezTo>
                  <a:moveTo>
                    <a:pt x="64" y="355"/>
                  </a:moveTo>
                  <a:cubicBezTo>
                    <a:pt x="64" y="355"/>
                    <a:pt x="194" y="227"/>
                    <a:pt x="225" y="190"/>
                  </a:cubicBezTo>
                  <a:cubicBezTo>
                    <a:pt x="242" y="169"/>
                    <a:pt x="242" y="151"/>
                    <a:pt x="242" y="129"/>
                  </a:cubicBezTo>
                  <a:cubicBezTo>
                    <a:pt x="242" y="66"/>
                    <a:pt x="191" y="14"/>
                    <a:pt x="128" y="14"/>
                  </a:cubicBezTo>
                  <a:cubicBezTo>
                    <a:pt x="64" y="14"/>
                    <a:pt x="38" y="57"/>
                    <a:pt x="0" y="102"/>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pic>
        <p:nvPicPr>
          <p:cNvPr id="9" name="Picture 8">
            <a:extLst>
              <a:ext uri="{FF2B5EF4-FFF2-40B4-BE49-F238E27FC236}">
                <a16:creationId xmlns:a16="http://schemas.microsoft.com/office/drawing/2014/main" id="{248F0B20-5627-5B78-06F7-2A8E83901CAE}"/>
              </a:ext>
              <a:ext uri="{C183D7F6-B498-43B3-948B-1728B52AA6E4}">
                <adec:decorative xmlns:adec="http://schemas.microsoft.com/office/drawing/2017/decorative" val="1"/>
              </a:ext>
            </a:extLst>
          </p:cNvPr>
          <p:cNvPicPr>
            <a:picLocks/>
          </p:cNvPicPr>
          <p:nvPr/>
        </p:nvPicPr>
        <p:blipFill>
          <a:blip r:embed="rId5"/>
          <a:stretch>
            <a:fillRect/>
          </a:stretch>
        </p:blipFill>
        <p:spPr>
          <a:xfrm>
            <a:off x="7291996" y="1542748"/>
            <a:ext cx="2084832" cy="4261473"/>
          </a:xfrm>
          <a:prstGeom prst="rect">
            <a:avLst/>
          </a:prstGeom>
        </p:spPr>
      </p:pic>
      <p:sp>
        <p:nvSpPr>
          <p:cNvPr id="15" name="Rectangle: Rounded Corners 14">
            <a:extLst>
              <a:ext uri="{FF2B5EF4-FFF2-40B4-BE49-F238E27FC236}">
                <a16:creationId xmlns:a16="http://schemas.microsoft.com/office/drawing/2014/main" id="{2BD016E2-2B64-4CDB-49F7-3A20D8FC2D6E}"/>
              </a:ext>
            </a:extLst>
          </p:cNvPr>
          <p:cNvSpPr/>
          <p:nvPr/>
        </p:nvSpPr>
        <p:spPr bwMode="auto">
          <a:xfrm>
            <a:off x="4945581" y="1342578"/>
            <a:ext cx="2377440" cy="640080"/>
          </a:xfrm>
          <a:prstGeom prst="roundRect">
            <a:avLst>
              <a:gd name="adj" fmla="val 50000"/>
            </a:avLst>
          </a:prstGeom>
          <a:solidFill>
            <a:srgbClr val="054B16"/>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Present Verified ID, start Face Check</a:t>
            </a:r>
          </a:p>
        </p:txBody>
      </p:sp>
      <p:sp>
        <p:nvSpPr>
          <p:cNvPr id="16" name="Rectangle: Rounded Corners 15">
            <a:extLst>
              <a:ext uri="{FF2B5EF4-FFF2-40B4-BE49-F238E27FC236}">
                <a16:creationId xmlns:a16="http://schemas.microsoft.com/office/drawing/2014/main" id="{DF1B024B-5141-54E1-98C0-9121F5B2FA6B}"/>
              </a:ext>
            </a:extLst>
          </p:cNvPr>
          <p:cNvSpPr/>
          <p:nvPr/>
        </p:nvSpPr>
        <p:spPr bwMode="auto">
          <a:xfrm>
            <a:off x="6920500" y="4059943"/>
            <a:ext cx="1859576" cy="640080"/>
          </a:xfrm>
          <a:prstGeom prst="roundRect">
            <a:avLst>
              <a:gd name="adj" fmla="val 50000"/>
            </a:avLst>
          </a:prstGeom>
          <a:solidFill>
            <a:srgbClr val="054B16"/>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Take selfie for Face Check</a:t>
            </a:r>
          </a:p>
        </p:txBody>
      </p:sp>
      <p:sp>
        <p:nvSpPr>
          <p:cNvPr id="17" name="Rectangle: Rounded Corners 16">
            <a:extLst>
              <a:ext uri="{FF2B5EF4-FFF2-40B4-BE49-F238E27FC236}">
                <a16:creationId xmlns:a16="http://schemas.microsoft.com/office/drawing/2014/main" id="{6FE1EA19-C3FF-3F47-6002-4D8C481328A0}"/>
              </a:ext>
            </a:extLst>
          </p:cNvPr>
          <p:cNvSpPr/>
          <p:nvPr/>
        </p:nvSpPr>
        <p:spPr bwMode="auto">
          <a:xfrm>
            <a:off x="9083206" y="5451158"/>
            <a:ext cx="2865319" cy="640080"/>
          </a:xfrm>
          <a:prstGeom prst="roundRect">
            <a:avLst>
              <a:gd name="adj" fmla="val 50000"/>
            </a:avLst>
          </a:prstGeom>
          <a:solidFill>
            <a:srgbClr val="054B16"/>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User is verified to access help desk or recover account</a:t>
            </a:r>
          </a:p>
        </p:txBody>
      </p:sp>
    </p:spTree>
    <p:extLst>
      <p:ext uri="{BB962C8B-B14F-4D97-AF65-F5344CB8AC3E}">
        <p14:creationId xmlns:p14="http://schemas.microsoft.com/office/powerpoint/2010/main" val="8808391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1+#ppt_w/2"/>
                                          </p:val>
                                        </p:tav>
                                        <p:tav tm="100000">
                                          <p:val>
                                            <p:strVal val="#ppt_x"/>
                                          </p:val>
                                        </p:tav>
                                      </p:tavLst>
                                    </p:anim>
                                    <p:anim calcmode="lin" valueType="num">
                                      <p:cBhvr additive="base">
                                        <p:cTn id="8" dur="500" fill="hold"/>
                                        <p:tgtEl>
                                          <p:spTgt spid="3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0-#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25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nodeType="withEffect">
                                  <p:stCondLst>
                                    <p:cond delay="25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500"/>
                                        <p:tgtEl>
                                          <p:spTgt spid="48"/>
                                        </p:tgtEl>
                                      </p:cBhvr>
                                    </p:animEffect>
                                  </p:childTnLst>
                                </p:cTn>
                              </p:par>
                              <p:par>
                                <p:cTn id="25" presetID="10" presetClass="entr" presetSubtype="0" fill="hold" nodeType="withEffect">
                                  <p:stCondLst>
                                    <p:cond delay="25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10" presetClass="entr" presetSubtype="0" fill="hold" nodeType="withEffect">
                                  <p:stCondLst>
                                    <p:cond delay="25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par>
                                <p:cTn id="36" presetID="42" presetClass="path" presetSubtype="0" decel="100000" fill="hold" nodeType="withEffect">
                                  <p:stCondLst>
                                    <p:cond delay="0"/>
                                  </p:stCondLst>
                                  <p:childTnLst>
                                    <p:animMotion origin="layout" path="M 5E-6 -2.59259E-6 L 5E-6 0.04352 " pathEditMode="relative" rAng="0" ptsTypes="AA">
                                      <p:cBhvr>
                                        <p:cTn id="37" dur="500" spd="-100000" fill="hold"/>
                                        <p:tgtEl>
                                          <p:spTgt spid="4"/>
                                        </p:tgtEl>
                                        <p:attrNameLst>
                                          <p:attrName>ppt_x</p:attrName>
                                          <p:attrName>ppt_y</p:attrName>
                                        </p:attrNameLst>
                                      </p:cBhvr>
                                      <p:rCtr x="0" y="2176"/>
                                    </p:animMotion>
                                  </p:childTnLst>
                                </p:cTn>
                              </p:par>
                              <p:par>
                                <p:cTn id="38" presetID="10" presetClass="entr" presetSubtype="0" fill="hold" grpId="0" nodeType="withEffect">
                                  <p:stCondLst>
                                    <p:cond delay="25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par>
                                <p:cTn id="46" presetID="42" presetClass="path" presetSubtype="0" decel="100000" fill="hold" nodeType="withEffect">
                                  <p:stCondLst>
                                    <p:cond delay="0"/>
                                  </p:stCondLst>
                                  <p:childTnLst>
                                    <p:animMotion origin="layout" path="M 1.04167E-6 -3.33333E-6 L 1.04167E-6 0.04352 " pathEditMode="relative" rAng="0" ptsTypes="AA">
                                      <p:cBhvr>
                                        <p:cTn id="47" dur="500" spd="-100000" fill="hold"/>
                                        <p:tgtEl>
                                          <p:spTgt spid="9"/>
                                        </p:tgtEl>
                                        <p:attrNameLst>
                                          <p:attrName>ppt_x</p:attrName>
                                          <p:attrName>ppt_y</p:attrName>
                                        </p:attrNameLst>
                                      </p:cBhvr>
                                      <p:rCtr x="0" y="2176"/>
                                    </p:animMotion>
                                  </p:childTnLst>
                                </p:cTn>
                              </p:par>
                              <p:par>
                                <p:cTn id="48" presetID="10" presetClass="entr" presetSubtype="0" fill="hold" grpId="0" nodeType="withEffect">
                                  <p:stCondLst>
                                    <p:cond delay="25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par>
                                <p:cTn id="56" presetID="42" presetClass="path" presetSubtype="0" decel="100000" fill="hold" nodeType="withEffect">
                                  <p:stCondLst>
                                    <p:cond delay="0"/>
                                  </p:stCondLst>
                                  <p:childTnLst>
                                    <p:animMotion origin="layout" path="M -2.5E-6 -2.59259E-6 L -2.5E-6 0.04352 " pathEditMode="relative" rAng="0" ptsTypes="AA">
                                      <p:cBhvr>
                                        <p:cTn id="57" dur="500" spd="-100000" fill="hold"/>
                                        <p:tgtEl>
                                          <p:spTgt spid="6"/>
                                        </p:tgtEl>
                                        <p:attrNameLst>
                                          <p:attrName>ppt_x</p:attrName>
                                          <p:attrName>ppt_y</p:attrName>
                                        </p:attrNameLst>
                                      </p:cBhvr>
                                      <p:rCtr x="0" y="2176"/>
                                    </p:animMotion>
                                  </p:childTnLst>
                                </p:cTn>
                              </p:par>
                              <p:par>
                                <p:cTn id="58" presetID="10" presetClass="entr" presetSubtype="0" fill="hold" grpId="0" nodeType="withEffect">
                                  <p:stCondLst>
                                    <p:cond delay="25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p:bldP spid="35" grpId="0"/>
      <p:bldP spid="36" grpId="0"/>
      <p:bldP spid="15" grpId="0" animBg="1"/>
      <p:bldP spid="16" grpId="0" animBg="1"/>
      <p:bldP spid="1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50CB-03F8-1831-ED00-EC243900EC4A}"/>
              </a:ext>
            </a:extLst>
          </p:cNvPr>
          <p:cNvSpPr>
            <a:spLocks noGrp="1"/>
          </p:cNvSpPr>
          <p:nvPr>
            <p:ph type="title"/>
          </p:nvPr>
        </p:nvSpPr>
        <p:spPr>
          <a:xfrm>
            <a:off x="588263" y="457200"/>
            <a:ext cx="11018520" cy="492443"/>
          </a:xfrm>
        </p:spPr>
        <p:txBody>
          <a:bodyPr/>
          <a:lstStyle/>
          <a:p>
            <a:r>
              <a:rPr lang="fr-FR" sz="3200" noProof="0" dirty="0"/>
              <a:t>Support technique vérifié</a:t>
            </a:r>
            <a:endParaRPr lang="fr-FR" sz="3200" noProof="0" dirty="0">
              <a:solidFill>
                <a:schemeClr val="bg1"/>
              </a:solidFill>
            </a:endParaRPr>
          </a:p>
        </p:txBody>
      </p:sp>
      <p:sp>
        <p:nvSpPr>
          <p:cNvPr id="11" name="Rectangle: Top Corners Rounded 10">
            <a:extLst>
              <a:ext uri="{FF2B5EF4-FFF2-40B4-BE49-F238E27FC236}">
                <a16:creationId xmlns:a16="http://schemas.microsoft.com/office/drawing/2014/main" id="{D11070C1-7FEB-7FFB-4A8B-6E4BA63A4D24}"/>
              </a:ext>
              <a:ext uri="{C183D7F6-B498-43B3-948B-1728B52AA6E4}">
                <adec:decorative xmlns:adec="http://schemas.microsoft.com/office/drawing/2017/decorative" val="1"/>
              </a:ext>
            </a:extLst>
          </p:cNvPr>
          <p:cNvSpPr/>
          <p:nvPr/>
        </p:nvSpPr>
        <p:spPr bwMode="auto">
          <a:xfrm rot="16200000" flipH="1">
            <a:off x="5136560" y="-2774265"/>
            <a:ext cx="502756" cy="9599349"/>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Top Corners Rounded 15">
            <a:extLst>
              <a:ext uri="{FF2B5EF4-FFF2-40B4-BE49-F238E27FC236}">
                <a16:creationId xmlns:a16="http://schemas.microsoft.com/office/drawing/2014/main" id="{1E615070-8B56-2C50-9487-355DAF40A648}"/>
              </a:ext>
              <a:ext uri="{C183D7F6-B498-43B3-948B-1728B52AA6E4}">
                <adec:decorative xmlns:adec="http://schemas.microsoft.com/office/drawing/2017/decorative" val="1"/>
              </a:ext>
            </a:extLst>
          </p:cNvPr>
          <p:cNvSpPr/>
          <p:nvPr/>
        </p:nvSpPr>
        <p:spPr bwMode="auto">
          <a:xfrm rot="16200000" flipH="1">
            <a:off x="6073316" y="878719"/>
            <a:ext cx="502756" cy="7725838"/>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Arc 16">
            <a:extLst>
              <a:ext uri="{FF2B5EF4-FFF2-40B4-BE49-F238E27FC236}">
                <a16:creationId xmlns:a16="http://schemas.microsoft.com/office/drawing/2014/main" id="{A29D2AE0-05B1-39D1-C125-4D0CBB1D28C7}"/>
              </a:ext>
              <a:ext uri="{C183D7F6-B498-43B3-948B-1728B52AA6E4}">
                <adec:decorative xmlns:adec="http://schemas.microsoft.com/office/drawing/2017/decorative" val="1"/>
              </a:ext>
            </a:extLst>
          </p:cNvPr>
          <p:cNvSpPr/>
          <p:nvPr/>
        </p:nvSpPr>
        <p:spPr>
          <a:xfrm>
            <a:off x="8735624" y="2026051"/>
            <a:ext cx="2871159" cy="2714880"/>
          </a:xfrm>
          <a:prstGeom prst="arc">
            <a:avLst>
              <a:gd name="adj1" fmla="val 16200000"/>
              <a:gd name="adj2" fmla="val 5373361"/>
            </a:avLst>
          </a:prstGeom>
          <a:ln w="4953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Text Placeholder 8">
            <a:extLst>
              <a:ext uri="{FF2B5EF4-FFF2-40B4-BE49-F238E27FC236}">
                <a16:creationId xmlns:a16="http://schemas.microsoft.com/office/drawing/2014/main" id="{17F419DA-54C6-8595-D3C7-659AABAA90B6}"/>
              </a:ext>
            </a:extLst>
          </p:cNvPr>
          <p:cNvSpPr txBox="1">
            <a:spLocks/>
          </p:cNvSpPr>
          <p:nvPr/>
        </p:nvSpPr>
        <p:spPr>
          <a:xfrm>
            <a:off x="93665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1</a:t>
            </a:r>
          </a:p>
        </p:txBody>
      </p:sp>
      <p:sp>
        <p:nvSpPr>
          <p:cNvPr id="19" name="Text Placeholder 3">
            <a:extLst>
              <a:ext uri="{FF2B5EF4-FFF2-40B4-BE49-F238E27FC236}">
                <a16:creationId xmlns:a16="http://schemas.microsoft.com/office/drawing/2014/main" id="{93675D1D-606E-5A77-E866-2C5EB53DB4C6}"/>
              </a:ext>
            </a:extLst>
          </p:cNvPr>
          <p:cNvSpPr txBox="1">
            <a:spLocks/>
          </p:cNvSpPr>
          <p:nvPr/>
        </p:nvSpPr>
        <p:spPr>
          <a:xfrm>
            <a:off x="1282255" y="2652306"/>
            <a:ext cx="1920240" cy="868680"/>
          </a:xfrm>
          <a:prstGeom prst="rect">
            <a:avLst/>
          </a:prstGeom>
        </p:spPr>
        <p:txBody>
          <a:bodyPr vert="horz" wrap="square" lIns="0" tIns="0" rIns="0" bIns="0" rtlCol="0">
            <a:no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wants to change their password, edit their account settings, or access the helpdesk for another reason</a:t>
            </a:r>
          </a:p>
        </p:txBody>
      </p:sp>
      <p:sp>
        <p:nvSpPr>
          <p:cNvPr id="20" name="Text Placeholder 8">
            <a:extLst>
              <a:ext uri="{FF2B5EF4-FFF2-40B4-BE49-F238E27FC236}">
                <a16:creationId xmlns:a16="http://schemas.microsoft.com/office/drawing/2014/main" id="{E06D57A5-A332-26F8-2B0C-AF04B81C8A8B}"/>
              </a:ext>
            </a:extLst>
          </p:cNvPr>
          <p:cNvSpPr txBox="1">
            <a:spLocks/>
          </p:cNvSpPr>
          <p:nvPr/>
        </p:nvSpPr>
        <p:spPr>
          <a:xfrm>
            <a:off x="4719589"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2</a:t>
            </a:r>
          </a:p>
        </p:txBody>
      </p:sp>
      <p:sp>
        <p:nvSpPr>
          <p:cNvPr id="21" name="Text Placeholder 3">
            <a:extLst>
              <a:ext uri="{FF2B5EF4-FFF2-40B4-BE49-F238E27FC236}">
                <a16:creationId xmlns:a16="http://schemas.microsoft.com/office/drawing/2014/main" id="{3492839C-61E6-8260-3A0E-3AD18CAD17F7}"/>
              </a:ext>
            </a:extLst>
          </p:cNvPr>
          <p:cNvSpPr txBox="1">
            <a:spLocks/>
          </p:cNvSpPr>
          <p:nvPr/>
        </p:nvSpPr>
        <p:spPr>
          <a:xfrm>
            <a:off x="5044128" y="2638846"/>
            <a:ext cx="2216007"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Employee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navigates to verified help desk </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which requires identity verification before allowing access</a:t>
            </a:r>
          </a:p>
        </p:txBody>
      </p:sp>
      <p:sp>
        <p:nvSpPr>
          <p:cNvPr id="22" name="Text Placeholder 8">
            <a:extLst>
              <a:ext uri="{FF2B5EF4-FFF2-40B4-BE49-F238E27FC236}">
                <a16:creationId xmlns:a16="http://schemas.microsoft.com/office/drawing/2014/main" id="{859C63EE-083F-0D41-5306-E7468C691F05}"/>
              </a:ext>
            </a:extLst>
          </p:cNvPr>
          <p:cNvSpPr txBox="1">
            <a:spLocks/>
          </p:cNvSpPr>
          <p:nvPr/>
        </p:nvSpPr>
        <p:spPr>
          <a:xfrm>
            <a:off x="850252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3</a:t>
            </a:r>
          </a:p>
        </p:txBody>
      </p:sp>
      <p:sp>
        <p:nvSpPr>
          <p:cNvPr id="23" name="Text Placeholder 5">
            <a:extLst>
              <a:ext uri="{FF2B5EF4-FFF2-40B4-BE49-F238E27FC236}">
                <a16:creationId xmlns:a16="http://schemas.microsoft.com/office/drawing/2014/main" id="{5EE794EA-B229-B5EE-AFA4-C04815C261A3}"/>
              </a:ext>
            </a:extLst>
          </p:cNvPr>
          <p:cNvSpPr txBox="1">
            <a:spLocks/>
          </p:cNvSpPr>
          <p:nvPr/>
        </p:nvSpPr>
        <p:spPr>
          <a:xfrm>
            <a:off x="8591191" y="2638846"/>
            <a:ext cx="2664156" cy="82296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Help desk requests employee to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present their employee Verified ID and complete Face Check</a:t>
            </a:r>
          </a:p>
        </p:txBody>
      </p:sp>
      <p:sp>
        <p:nvSpPr>
          <p:cNvPr id="24" name="Text Placeholder 8">
            <a:extLst>
              <a:ext uri="{FF2B5EF4-FFF2-40B4-BE49-F238E27FC236}">
                <a16:creationId xmlns:a16="http://schemas.microsoft.com/office/drawing/2014/main" id="{369EF3FE-1DF4-8038-640F-3EB0CA722984}"/>
              </a:ext>
            </a:extLst>
          </p:cNvPr>
          <p:cNvSpPr txBox="1">
            <a:spLocks/>
          </p:cNvSpPr>
          <p:nvPr/>
        </p:nvSpPr>
        <p:spPr>
          <a:xfrm>
            <a:off x="2828121"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5</a:t>
            </a:r>
          </a:p>
        </p:txBody>
      </p:sp>
      <p:sp>
        <p:nvSpPr>
          <p:cNvPr id="25" name="Text Placeholder 7">
            <a:extLst>
              <a:ext uri="{FF2B5EF4-FFF2-40B4-BE49-F238E27FC236}">
                <a16:creationId xmlns:a16="http://schemas.microsoft.com/office/drawing/2014/main" id="{BB769A04-8D2D-ABC4-9191-BC793EB44ECA}"/>
              </a:ext>
            </a:extLst>
          </p:cNvPr>
          <p:cNvSpPr txBox="1">
            <a:spLocks/>
          </p:cNvSpPr>
          <p:nvPr/>
        </p:nvSpPr>
        <p:spPr>
          <a:xfrm>
            <a:off x="3123888" y="5381692"/>
            <a:ext cx="1920240"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Help desk accepts valid Verified ID and Face Check result, employee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now has access help desk</a:t>
            </a:r>
          </a:p>
        </p:txBody>
      </p:sp>
      <p:sp>
        <p:nvSpPr>
          <p:cNvPr id="26" name="Text Placeholder 8">
            <a:extLst>
              <a:ext uri="{FF2B5EF4-FFF2-40B4-BE49-F238E27FC236}">
                <a16:creationId xmlns:a16="http://schemas.microsoft.com/office/drawing/2014/main" id="{9CC91509-E789-675A-018F-4C81DADD8C1F}"/>
              </a:ext>
            </a:extLst>
          </p:cNvPr>
          <p:cNvSpPr txBox="1">
            <a:spLocks/>
          </p:cNvSpPr>
          <p:nvPr/>
        </p:nvSpPr>
        <p:spPr>
          <a:xfrm>
            <a:off x="6611057"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4</a:t>
            </a:r>
          </a:p>
        </p:txBody>
      </p:sp>
      <p:sp>
        <p:nvSpPr>
          <p:cNvPr id="27" name="Text Placeholder 9">
            <a:extLst>
              <a:ext uri="{FF2B5EF4-FFF2-40B4-BE49-F238E27FC236}">
                <a16:creationId xmlns:a16="http://schemas.microsoft.com/office/drawing/2014/main" id="{A0BF14A7-9F04-CBEF-3584-3A8EE155EEBA}"/>
              </a:ext>
            </a:extLst>
          </p:cNvPr>
          <p:cNvSpPr txBox="1">
            <a:spLocks/>
          </p:cNvSpPr>
          <p:nvPr/>
        </p:nvSpPr>
        <p:spPr>
          <a:xfrm>
            <a:off x="6611057" y="5381692"/>
            <a:ext cx="2795738" cy="73152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Employee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presents valid Verified ID </a:t>
            </a:r>
            <a:b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b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and completes Face Check</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to ensure liveness</a:t>
            </a:r>
          </a:p>
        </p:txBody>
      </p:sp>
      <p:grpSp>
        <p:nvGrpSpPr>
          <p:cNvPr id="28" name="Group 27">
            <a:extLst>
              <a:ext uri="{FF2B5EF4-FFF2-40B4-BE49-F238E27FC236}">
                <a16:creationId xmlns:a16="http://schemas.microsoft.com/office/drawing/2014/main" id="{2FE3B76C-F510-C077-7672-B95E7D766F6F}"/>
              </a:ext>
              <a:ext uri="{C183D7F6-B498-43B3-948B-1728B52AA6E4}">
                <adec:decorative xmlns:adec="http://schemas.microsoft.com/office/drawing/2017/decorative" val="1"/>
              </a:ext>
            </a:extLst>
          </p:cNvPr>
          <p:cNvGrpSpPr/>
          <p:nvPr/>
        </p:nvGrpSpPr>
        <p:grpSpPr>
          <a:xfrm>
            <a:off x="3592364" y="1893340"/>
            <a:ext cx="300315" cy="264138"/>
            <a:chOff x="9198739" y="1690998"/>
            <a:chExt cx="212549" cy="186945"/>
          </a:xfrm>
          <a:solidFill>
            <a:schemeClr val="bg1">
              <a:lumMod val="65000"/>
            </a:schemeClr>
          </a:solidFill>
        </p:grpSpPr>
        <p:sp>
          <p:nvSpPr>
            <p:cNvPr id="29" name="Graphic 27">
              <a:extLst>
                <a:ext uri="{FF2B5EF4-FFF2-40B4-BE49-F238E27FC236}">
                  <a16:creationId xmlns:a16="http://schemas.microsoft.com/office/drawing/2014/main" id="{F24AEFC4-FEE3-2D57-D89F-F69428683083}"/>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Graphic 27">
              <a:extLst>
                <a:ext uri="{FF2B5EF4-FFF2-40B4-BE49-F238E27FC236}">
                  <a16:creationId xmlns:a16="http://schemas.microsoft.com/office/drawing/2014/main" id="{523EA52A-0231-D59A-7BA0-FAC4F6414BBF}"/>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E48399F4-18C7-E499-485C-887A2C740768}"/>
              </a:ext>
              <a:ext uri="{C183D7F6-B498-43B3-948B-1728B52AA6E4}">
                <adec:decorative xmlns:adec="http://schemas.microsoft.com/office/drawing/2017/decorative" val="1"/>
              </a:ext>
            </a:extLst>
          </p:cNvPr>
          <p:cNvGrpSpPr/>
          <p:nvPr/>
        </p:nvGrpSpPr>
        <p:grpSpPr>
          <a:xfrm>
            <a:off x="7375299" y="1893340"/>
            <a:ext cx="300315" cy="264138"/>
            <a:chOff x="9198739" y="1690998"/>
            <a:chExt cx="212549" cy="186945"/>
          </a:xfrm>
          <a:solidFill>
            <a:schemeClr val="bg1">
              <a:lumMod val="65000"/>
            </a:schemeClr>
          </a:solidFill>
        </p:grpSpPr>
        <p:sp>
          <p:nvSpPr>
            <p:cNvPr id="32" name="Graphic 27">
              <a:extLst>
                <a:ext uri="{FF2B5EF4-FFF2-40B4-BE49-F238E27FC236}">
                  <a16:creationId xmlns:a16="http://schemas.microsoft.com/office/drawing/2014/main" id="{541A8683-26AE-8554-F0D2-47407FF0BCEF}"/>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Graphic 27">
              <a:extLst>
                <a:ext uri="{FF2B5EF4-FFF2-40B4-BE49-F238E27FC236}">
                  <a16:creationId xmlns:a16="http://schemas.microsoft.com/office/drawing/2014/main" id="{095EB130-258C-B684-2E64-12DE4DA76784}"/>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5B141688-9564-D7ED-BEAE-2390394C770B}"/>
              </a:ext>
              <a:ext uri="{C183D7F6-B498-43B3-948B-1728B52AA6E4}">
                <adec:decorative xmlns:adec="http://schemas.microsoft.com/office/drawing/2017/decorative" val="1"/>
              </a:ext>
            </a:extLst>
          </p:cNvPr>
          <p:cNvGrpSpPr/>
          <p:nvPr/>
        </p:nvGrpSpPr>
        <p:grpSpPr>
          <a:xfrm flipH="1">
            <a:off x="5483831" y="4609568"/>
            <a:ext cx="300315" cy="264138"/>
            <a:chOff x="9198739" y="1690998"/>
            <a:chExt cx="212549" cy="186945"/>
          </a:xfrm>
          <a:solidFill>
            <a:schemeClr val="bg1">
              <a:lumMod val="65000"/>
            </a:schemeClr>
          </a:solidFill>
        </p:grpSpPr>
        <p:sp>
          <p:nvSpPr>
            <p:cNvPr id="35" name="Graphic 27">
              <a:extLst>
                <a:ext uri="{FF2B5EF4-FFF2-40B4-BE49-F238E27FC236}">
                  <a16:creationId xmlns:a16="http://schemas.microsoft.com/office/drawing/2014/main" id="{904282EC-AB0E-2262-44B2-B0476FE1C0D5}"/>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Graphic 27">
              <a:extLst>
                <a:ext uri="{FF2B5EF4-FFF2-40B4-BE49-F238E27FC236}">
                  <a16:creationId xmlns:a16="http://schemas.microsoft.com/office/drawing/2014/main" id="{AA661642-E13A-096A-D06A-8C33DA645F72}"/>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09D677D5-45B7-9799-3E54-44EF89FDDF41}"/>
              </a:ext>
              <a:ext uri="{C183D7F6-B498-43B3-948B-1728B52AA6E4}">
                <adec:decorative xmlns:adec="http://schemas.microsoft.com/office/drawing/2017/decorative" val="1"/>
              </a:ext>
            </a:extLst>
          </p:cNvPr>
          <p:cNvGrpSpPr/>
          <p:nvPr/>
        </p:nvGrpSpPr>
        <p:grpSpPr>
          <a:xfrm flipH="1">
            <a:off x="9266766" y="4609568"/>
            <a:ext cx="300315" cy="264138"/>
            <a:chOff x="9198739" y="1690998"/>
            <a:chExt cx="212549" cy="186945"/>
          </a:xfrm>
          <a:solidFill>
            <a:schemeClr val="bg1">
              <a:lumMod val="65000"/>
            </a:schemeClr>
          </a:solidFill>
        </p:grpSpPr>
        <p:sp>
          <p:nvSpPr>
            <p:cNvPr id="38" name="Graphic 27">
              <a:extLst>
                <a:ext uri="{FF2B5EF4-FFF2-40B4-BE49-F238E27FC236}">
                  <a16:creationId xmlns:a16="http://schemas.microsoft.com/office/drawing/2014/main" id="{83DD6395-F794-4EE8-4465-8DE6E899521A}"/>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Graphic 27">
              <a:extLst>
                <a:ext uri="{FF2B5EF4-FFF2-40B4-BE49-F238E27FC236}">
                  <a16:creationId xmlns:a16="http://schemas.microsoft.com/office/drawing/2014/main" id="{A3494681-4DDB-F010-210C-B861AAABD780}"/>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95B1B1BB-3067-6D70-7F87-D9C8609E1551}"/>
              </a:ext>
              <a:ext uri="{C183D7F6-B498-43B3-948B-1728B52AA6E4}">
                <adec:decorative xmlns:adec="http://schemas.microsoft.com/office/drawing/2017/decorative" val="1"/>
              </a:ext>
            </a:extLst>
          </p:cNvPr>
          <p:cNvGrpSpPr/>
          <p:nvPr/>
        </p:nvGrpSpPr>
        <p:grpSpPr>
          <a:xfrm rot="16200000" flipH="1">
            <a:off x="11453764" y="3251422"/>
            <a:ext cx="300315" cy="264138"/>
            <a:chOff x="9198739" y="1690998"/>
            <a:chExt cx="212549" cy="186945"/>
          </a:xfrm>
          <a:solidFill>
            <a:schemeClr val="bg1">
              <a:lumMod val="65000"/>
            </a:schemeClr>
          </a:solidFill>
        </p:grpSpPr>
        <p:sp>
          <p:nvSpPr>
            <p:cNvPr id="41" name="Graphic 27">
              <a:extLst>
                <a:ext uri="{FF2B5EF4-FFF2-40B4-BE49-F238E27FC236}">
                  <a16:creationId xmlns:a16="http://schemas.microsoft.com/office/drawing/2014/main" id="{8E64989F-FB5D-DA4E-ED71-8AB48B65FF66}"/>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Graphic 27">
              <a:extLst>
                <a:ext uri="{FF2B5EF4-FFF2-40B4-BE49-F238E27FC236}">
                  <a16:creationId xmlns:a16="http://schemas.microsoft.com/office/drawing/2014/main" id="{A8358A81-F2D0-7351-8C34-4124013FF9E4}"/>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A7C8393B-0ABD-2587-B4AC-F8A9580ABBCD}"/>
              </a:ext>
              <a:ext uri="{C183D7F6-B498-43B3-948B-1728B52AA6E4}">
                <adec:decorative xmlns:adec="http://schemas.microsoft.com/office/drawing/2017/decorative" val="1"/>
              </a:ext>
            </a:extLst>
          </p:cNvPr>
          <p:cNvGrpSpPr/>
          <p:nvPr/>
        </p:nvGrpSpPr>
        <p:grpSpPr>
          <a:xfrm>
            <a:off x="1719297" y="1512271"/>
            <a:ext cx="1046156" cy="1046156"/>
            <a:chOff x="1719297" y="1512271"/>
            <a:chExt cx="1046156" cy="1046156"/>
          </a:xfrm>
        </p:grpSpPr>
        <p:sp>
          <p:nvSpPr>
            <p:cNvPr id="44" name="Oval 43">
              <a:extLst>
                <a:ext uri="{FF2B5EF4-FFF2-40B4-BE49-F238E27FC236}">
                  <a16:creationId xmlns:a16="http://schemas.microsoft.com/office/drawing/2014/main" id="{D0AE1883-1DC8-BB56-554E-C0FF37E44EB4}"/>
                </a:ext>
                <a:ext uri="{C183D7F6-B498-43B3-948B-1728B52AA6E4}">
                  <adec:decorative xmlns:adec="http://schemas.microsoft.com/office/drawing/2017/decorative" val="1"/>
                </a:ext>
              </a:extLst>
            </p:cNvPr>
            <p:cNvSpPr/>
            <p:nvPr/>
          </p:nvSpPr>
          <p:spPr bwMode="auto">
            <a:xfrm>
              <a:off x="1719297" y="1512271"/>
              <a:ext cx="1046156" cy="104615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GenericApp_EB3B">
              <a:extLst>
                <a:ext uri="{FF2B5EF4-FFF2-40B4-BE49-F238E27FC236}">
                  <a16:creationId xmlns:a16="http://schemas.microsoft.com/office/drawing/2014/main" id="{431F8782-98FC-DACE-1D7D-4AD72623035A}"/>
                </a:ext>
              </a:extLst>
            </p:cNvPr>
            <p:cNvSpPr>
              <a:spLocks noChangeAspect="1" noEditPoints="1"/>
            </p:cNvSpPr>
            <p:nvPr/>
          </p:nvSpPr>
          <p:spPr bwMode="auto">
            <a:xfrm>
              <a:off x="1990051" y="1833410"/>
              <a:ext cx="504649" cy="403878"/>
            </a:xfrm>
            <a:custGeom>
              <a:avLst/>
              <a:gdLst>
                <a:gd name="T0" fmla="*/ 5088 w 5088"/>
                <a:gd name="T1" fmla="*/ 4072 h 4072"/>
                <a:gd name="T2" fmla="*/ 0 w 5088"/>
                <a:gd name="T3" fmla="*/ 4072 h 4072"/>
                <a:gd name="T4" fmla="*/ 0 w 5088"/>
                <a:gd name="T5" fmla="*/ 0 h 4072"/>
                <a:gd name="T6" fmla="*/ 5088 w 5088"/>
                <a:gd name="T7" fmla="*/ 0 h 4072"/>
                <a:gd name="T8" fmla="*/ 5088 w 5088"/>
                <a:gd name="T9" fmla="*/ 4072 h 4072"/>
                <a:gd name="T10" fmla="*/ 0 w 5088"/>
                <a:gd name="T11" fmla="*/ 1018 h 4072"/>
                <a:gd name="T12" fmla="*/ 5004 w 5088"/>
                <a:gd name="T13" fmla="*/ 1018 h 4072"/>
                <a:gd name="T14" fmla="*/ 2035 w 5088"/>
                <a:gd name="T15" fmla="*/ 1697 h 4072"/>
                <a:gd name="T16" fmla="*/ 678 w 5088"/>
                <a:gd name="T17" fmla="*/ 1697 h 4072"/>
                <a:gd name="T18" fmla="*/ 678 w 5088"/>
                <a:gd name="T19" fmla="*/ 3393 h 4072"/>
                <a:gd name="T20" fmla="*/ 2035 w 5088"/>
                <a:gd name="T21" fmla="*/ 3393 h 4072"/>
                <a:gd name="T22" fmla="*/ 2035 w 5088"/>
                <a:gd name="T23" fmla="*/ 1697 h 4072"/>
                <a:gd name="T24" fmla="*/ 2544 w 5088"/>
                <a:gd name="T25" fmla="*/ 1697 h 4072"/>
                <a:gd name="T26" fmla="*/ 3561 w 5088"/>
                <a:gd name="T27" fmla="*/ 1697 h 4072"/>
                <a:gd name="T28" fmla="*/ 2544 w 5088"/>
                <a:gd name="T29" fmla="*/ 2375 h 4072"/>
                <a:gd name="T30" fmla="*/ 3561 w 5088"/>
                <a:gd name="T31" fmla="*/ 2375 h 4072"/>
                <a:gd name="T32" fmla="*/ 2544 w 5088"/>
                <a:gd name="T33" fmla="*/ 3054 h 4072"/>
                <a:gd name="T34" fmla="*/ 3222 w 5088"/>
                <a:gd name="T35" fmla="*/ 3054 h 40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88" h="4072">
                  <a:moveTo>
                    <a:pt x="5088" y="4072"/>
                  </a:moveTo>
                  <a:lnTo>
                    <a:pt x="0" y="4072"/>
                  </a:lnTo>
                  <a:lnTo>
                    <a:pt x="0" y="0"/>
                  </a:lnTo>
                  <a:lnTo>
                    <a:pt x="5088" y="0"/>
                  </a:lnTo>
                  <a:lnTo>
                    <a:pt x="5088" y="4072"/>
                  </a:lnTo>
                  <a:moveTo>
                    <a:pt x="0" y="1018"/>
                  </a:moveTo>
                  <a:lnTo>
                    <a:pt x="5004" y="1018"/>
                  </a:lnTo>
                  <a:moveTo>
                    <a:pt x="2035" y="1697"/>
                  </a:moveTo>
                  <a:lnTo>
                    <a:pt x="678" y="1697"/>
                  </a:lnTo>
                  <a:lnTo>
                    <a:pt x="678" y="3393"/>
                  </a:lnTo>
                  <a:lnTo>
                    <a:pt x="2035" y="3393"/>
                  </a:lnTo>
                  <a:lnTo>
                    <a:pt x="2035" y="1697"/>
                  </a:lnTo>
                  <a:moveTo>
                    <a:pt x="2544" y="1697"/>
                  </a:moveTo>
                  <a:lnTo>
                    <a:pt x="3561" y="1697"/>
                  </a:lnTo>
                  <a:moveTo>
                    <a:pt x="2544" y="2375"/>
                  </a:moveTo>
                  <a:lnTo>
                    <a:pt x="3561" y="2375"/>
                  </a:lnTo>
                  <a:moveTo>
                    <a:pt x="2544" y="3054"/>
                  </a:moveTo>
                  <a:lnTo>
                    <a:pt x="3222" y="3054"/>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AFA1B46C-C1C1-6034-C820-AE24C817F2E0}"/>
              </a:ext>
              <a:ext uri="{C183D7F6-B498-43B3-948B-1728B52AA6E4}">
                <adec:decorative xmlns:adec="http://schemas.microsoft.com/office/drawing/2017/decorative" val="1"/>
              </a:ext>
            </a:extLst>
          </p:cNvPr>
          <p:cNvGrpSpPr/>
          <p:nvPr/>
        </p:nvGrpSpPr>
        <p:grpSpPr>
          <a:xfrm>
            <a:off x="5502233" y="1512271"/>
            <a:ext cx="1046156" cy="1046156"/>
            <a:chOff x="5502233" y="1512271"/>
            <a:chExt cx="1046156" cy="1046156"/>
          </a:xfrm>
        </p:grpSpPr>
        <p:sp>
          <p:nvSpPr>
            <p:cNvPr id="47" name="Oval 46">
              <a:extLst>
                <a:ext uri="{FF2B5EF4-FFF2-40B4-BE49-F238E27FC236}">
                  <a16:creationId xmlns:a16="http://schemas.microsoft.com/office/drawing/2014/main" id="{7F4A2241-1989-6D7D-17C8-8A1453CA0AD5}"/>
                </a:ext>
                <a:ext uri="{C183D7F6-B498-43B3-948B-1728B52AA6E4}">
                  <adec:decorative xmlns:adec="http://schemas.microsoft.com/office/drawing/2017/decorative" val="1"/>
                </a:ext>
              </a:extLst>
            </p:cNvPr>
            <p:cNvSpPr/>
            <p:nvPr/>
          </p:nvSpPr>
          <p:spPr bwMode="auto">
            <a:xfrm>
              <a:off x="5502233" y="1512271"/>
              <a:ext cx="1046156" cy="1046156"/>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Telemarketer_E7B9">
              <a:extLst>
                <a:ext uri="{FF2B5EF4-FFF2-40B4-BE49-F238E27FC236}">
                  <a16:creationId xmlns:a16="http://schemas.microsoft.com/office/drawing/2014/main" id="{F732E029-736C-57B7-C717-CC0ED24EB362}"/>
                </a:ext>
              </a:extLst>
            </p:cNvPr>
            <p:cNvSpPr>
              <a:spLocks noChangeAspect="1" noEditPoints="1"/>
            </p:cNvSpPr>
            <p:nvPr/>
          </p:nvSpPr>
          <p:spPr bwMode="auto">
            <a:xfrm>
              <a:off x="5825595" y="1797162"/>
              <a:ext cx="399432" cy="476374"/>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26E85DCE-03ED-47DB-ECB9-B6C0AE0D1AFC}"/>
              </a:ext>
              <a:ext uri="{C183D7F6-B498-43B3-948B-1728B52AA6E4}">
                <adec:decorative xmlns:adec="http://schemas.microsoft.com/office/drawing/2017/decorative" val="1"/>
              </a:ext>
            </a:extLst>
          </p:cNvPr>
          <p:cNvGrpSpPr/>
          <p:nvPr/>
        </p:nvGrpSpPr>
        <p:grpSpPr>
          <a:xfrm>
            <a:off x="7393701" y="4218558"/>
            <a:ext cx="1046156" cy="1046156"/>
            <a:chOff x="7393701" y="4218558"/>
            <a:chExt cx="1046156" cy="1046156"/>
          </a:xfrm>
        </p:grpSpPr>
        <p:sp>
          <p:nvSpPr>
            <p:cNvPr id="50" name="Oval 49">
              <a:extLst>
                <a:ext uri="{FF2B5EF4-FFF2-40B4-BE49-F238E27FC236}">
                  <a16:creationId xmlns:a16="http://schemas.microsoft.com/office/drawing/2014/main" id="{866E068F-181F-E9A1-0255-7EB457EBE6FC}"/>
                </a:ext>
                <a:ext uri="{C183D7F6-B498-43B3-948B-1728B52AA6E4}">
                  <adec:decorative xmlns:adec="http://schemas.microsoft.com/office/drawing/2017/decorative" val="1"/>
                </a:ext>
              </a:extLst>
            </p:cNvPr>
            <p:cNvSpPr/>
            <p:nvPr/>
          </p:nvSpPr>
          <p:spPr bwMode="auto">
            <a:xfrm>
              <a:off x="7393701" y="4218558"/>
              <a:ext cx="1046156" cy="1046156"/>
            </a:xfrm>
            <a:prstGeom prst="ellipse">
              <a:avLst/>
            </a:prstGeom>
            <a:solidFill>
              <a:schemeClr val="tx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Script_F03A">
              <a:extLst>
                <a:ext uri="{FF2B5EF4-FFF2-40B4-BE49-F238E27FC236}">
                  <a16:creationId xmlns:a16="http://schemas.microsoft.com/office/drawing/2014/main" id="{1D7B98E0-1A2D-DE33-F658-9BB4B67BC354}"/>
                </a:ext>
              </a:extLst>
            </p:cNvPr>
            <p:cNvSpPr>
              <a:spLocks noChangeAspect="1" noEditPoints="1"/>
            </p:cNvSpPr>
            <p:nvPr/>
          </p:nvSpPr>
          <p:spPr bwMode="auto">
            <a:xfrm>
              <a:off x="7682708" y="4507451"/>
              <a:ext cx="468143" cy="468370"/>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52" name="Group 51">
            <a:extLst>
              <a:ext uri="{FF2B5EF4-FFF2-40B4-BE49-F238E27FC236}">
                <a16:creationId xmlns:a16="http://schemas.microsoft.com/office/drawing/2014/main" id="{904435C2-940C-F9FF-2A0C-EBD90FE8990E}"/>
              </a:ext>
              <a:ext uri="{C183D7F6-B498-43B3-948B-1728B52AA6E4}">
                <adec:decorative xmlns:adec="http://schemas.microsoft.com/office/drawing/2017/decorative" val="1"/>
              </a:ext>
            </a:extLst>
          </p:cNvPr>
          <p:cNvGrpSpPr/>
          <p:nvPr/>
        </p:nvGrpSpPr>
        <p:grpSpPr>
          <a:xfrm>
            <a:off x="9285167" y="1512271"/>
            <a:ext cx="1046156" cy="1046156"/>
            <a:chOff x="9285167" y="1512271"/>
            <a:chExt cx="1046156" cy="1046156"/>
          </a:xfrm>
        </p:grpSpPr>
        <p:sp>
          <p:nvSpPr>
            <p:cNvPr id="53" name="Oval 52">
              <a:extLst>
                <a:ext uri="{FF2B5EF4-FFF2-40B4-BE49-F238E27FC236}">
                  <a16:creationId xmlns:a16="http://schemas.microsoft.com/office/drawing/2014/main" id="{794A94B0-5C7D-CB95-1A35-617840B85167}"/>
                </a:ext>
                <a:ext uri="{C183D7F6-B498-43B3-948B-1728B52AA6E4}">
                  <adec:decorative xmlns:adec="http://schemas.microsoft.com/office/drawing/2017/decorative" val="1"/>
                </a:ext>
              </a:extLst>
            </p:cNvPr>
            <p:cNvSpPr/>
            <p:nvPr/>
          </p:nvSpPr>
          <p:spPr bwMode="auto">
            <a:xfrm>
              <a:off x="9285167" y="1512271"/>
              <a:ext cx="1046156" cy="1046156"/>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Graphic 7">
              <a:extLst>
                <a:ext uri="{FF2B5EF4-FFF2-40B4-BE49-F238E27FC236}">
                  <a16:creationId xmlns:a16="http://schemas.microsoft.com/office/drawing/2014/main" id="{A484C183-911B-3328-612E-63E481FBB42F}"/>
                </a:ext>
              </a:extLst>
            </p:cNvPr>
            <p:cNvSpPr/>
            <p:nvPr/>
          </p:nvSpPr>
          <p:spPr>
            <a:xfrm>
              <a:off x="9563398" y="1790601"/>
              <a:ext cx="489694" cy="489496"/>
            </a:xfrm>
            <a:custGeom>
              <a:avLst/>
              <a:gdLst>
                <a:gd name="connsiteX0" fmla="*/ 99128 w 363126"/>
                <a:gd name="connsiteY0" fmla="*/ 45152 h 362979"/>
                <a:gd name="connsiteX1" fmla="*/ 99128 w 363126"/>
                <a:gd name="connsiteY1" fmla="*/ 0 h 362979"/>
                <a:gd name="connsiteX2" fmla="*/ 363126 w 363126"/>
                <a:gd name="connsiteY2" fmla="*/ 0 h 362979"/>
                <a:gd name="connsiteX3" fmla="*/ 363126 w 363126"/>
                <a:gd name="connsiteY3" fmla="*/ 166194 h 362979"/>
                <a:gd name="connsiteX4" fmla="*/ 326211 w 363126"/>
                <a:gd name="connsiteY4" fmla="*/ 166194 h 362979"/>
                <a:gd name="connsiteX5" fmla="*/ 268116 w 363126"/>
                <a:gd name="connsiteY5" fmla="*/ 226053 h 362979"/>
                <a:gd name="connsiteX6" fmla="*/ 268116 w 363126"/>
                <a:gd name="connsiteY6" fmla="*/ 168841 h 362979"/>
                <a:gd name="connsiteX7" fmla="*/ 239143 w 363126"/>
                <a:gd name="connsiteY7" fmla="*/ 168841 h 362979"/>
                <a:gd name="connsiteX8" fmla="*/ 121483 w 363126"/>
                <a:gd name="connsiteY8" fmla="*/ 94275 h 362979"/>
                <a:gd name="connsiteX9" fmla="*/ 50152 w 363126"/>
                <a:gd name="connsiteY9" fmla="*/ 167370 h 362979"/>
                <a:gd name="connsiteX10" fmla="*/ 121483 w 363126"/>
                <a:gd name="connsiteY10" fmla="*/ 240466 h 362979"/>
                <a:gd name="connsiteX11" fmla="*/ 194138 w 363126"/>
                <a:gd name="connsiteY11" fmla="*/ 167370 h 362979"/>
                <a:gd name="connsiteX12" fmla="*/ 121483 w 363126"/>
                <a:gd name="connsiteY12" fmla="*/ 94275 h 362979"/>
                <a:gd name="connsiteX13" fmla="*/ 121483 w 363126"/>
                <a:gd name="connsiteY13" fmla="*/ 94275 h 362979"/>
                <a:gd name="connsiteX14" fmla="*/ 244290 w 363126"/>
                <a:gd name="connsiteY14" fmla="*/ 362979 h 362979"/>
                <a:gd name="connsiteX15" fmla="*/ 121483 w 363126"/>
                <a:gd name="connsiteY15" fmla="*/ 240613 h 362979"/>
                <a:gd name="connsiteX16" fmla="*/ 0 w 363126"/>
                <a:gd name="connsiteY16" fmla="*/ 362979 h 362979"/>
                <a:gd name="connsiteX0" fmla="*/ 99128 w 363126"/>
                <a:gd name="connsiteY0" fmla="*/ 45152 h 362979"/>
                <a:gd name="connsiteX1" fmla="*/ 99128 w 363126"/>
                <a:gd name="connsiteY1" fmla="*/ 0 h 362979"/>
                <a:gd name="connsiteX2" fmla="*/ 363126 w 363126"/>
                <a:gd name="connsiteY2" fmla="*/ 0 h 362979"/>
                <a:gd name="connsiteX3" fmla="*/ 363126 w 363126"/>
                <a:gd name="connsiteY3" fmla="*/ 166194 h 362979"/>
                <a:gd name="connsiteX4" fmla="*/ 326211 w 363126"/>
                <a:gd name="connsiteY4" fmla="*/ 166194 h 362979"/>
                <a:gd name="connsiteX5" fmla="*/ 268116 w 363126"/>
                <a:gd name="connsiteY5" fmla="*/ 226053 h 362979"/>
                <a:gd name="connsiteX6" fmla="*/ 268116 w 363126"/>
                <a:gd name="connsiteY6" fmla="*/ 168841 h 362979"/>
                <a:gd name="connsiteX7" fmla="*/ 239143 w 363126"/>
                <a:gd name="connsiteY7" fmla="*/ 168841 h 362979"/>
                <a:gd name="connsiteX8" fmla="*/ 121483 w 363126"/>
                <a:gd name="connsiteY8" fmla="*/ 94275 h 362979"/>
                <a:gd name="connsiteX9" fmla="*/ 50152 w 363126"/>
                <a:gd name="connsiteY9" fmla="*/ 167370 h 362979"/>
                <a:gd name="connsiteX10" fmla="*/ 121483 w 363126"/>
                <a:gd name="connsiteY10" fmla="*/ 240466 h 362979"/>
                <a:gd name="connsiteX11" fmla="*/ 194138 w 363126"/>
                <a:gd name="connsiteY11" fmla="*/ 167370 h 362979"/>
                <a:gd name="connsiteX12" fmla="*/ 121483 w 363126"/>
                <a:gd name="connsiteY12" fmla="*/ 94275 h 362979"/>
                <a:gd name="connsiteX13" fmla="*/ 121483 w 363126"/>
                <a:gd name="connsiteY13" fmla="*/ 94275 h 362979"/>
                <a:gd name="connsiteX14" fmla="*/ 244290 w 363126"/>
                <a:gd name="connsiteY14" fmla="*/ 362979 h 362979"/>
                <a:gd name="connsiteX15" fmla="*/ 121483 w 363126"/>
                <a:gd name="connsiteY15" fmla="*/ 240613 h 362979"/>
                <a:gd name="connsiteX16" fmla="*/ 0 w 363126"/>
                <a:gd name="connsiteY16" fmla="*/ 362979 h 36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3126" h="362979">
                  <a:moveTo>
                    <a:pt x="99128" y="45152"/>
                  </a:moveTo>
                  <a:lnTo>
                    <a:pt x="99128" y="0"/>
                  </a:lnTo>
                  <a:lnTo>
                    <a:pt x="363126" y="0"/>
                  </a:lnTo>
                  <a:lnTo>
                    <a:pt x="363126" y="166194"/>
                  </a:lnTo>
                  <a:lnTo>
                    <a:pt x="326211" y="166194"/>
                  </a:lnTo>
                  <a:lnTo>
                    <a:pt x="268116" y="226053"/>
                  </a:lnTo>
                  <a:lnTo>
                    <a:pt x="268116" y="168841"/>
                  </a:lnTo>
                  <a:lnTo>
                    <a:pt x="239143" y="168841"/>
                  </a:lnTo>
                  <a:moveTo>
                    <a:pt x="121483" y="94275"/>
                  </a:moveTo>
                  <a:cubicBezTo>
                    <a:pt x="81920" y="94275"/>
                    <a:pt x="50152" y="127513"/>
                    <a:pt x="50152" y="167370"/>
                  </a:cubicBezTo>
                  <a:cubicBezTo>
                    <a:pt x="50152" y="207228"/>
                    <a:pt x="81773" y="240466"/>
                    <a:pt x="121483" y="240466"/>
                  </a:cubicBezTo>
                  <a:cubicBezTo>
                    <a:pt x="162370" y="240466"/>
                    <a:pt x="194138" y="207228"/>
                    <a:pt x="194138" y="167370"/>
                  </a:cubicBezTo>
                  <a:cubicBezTo>
                    <a:pt x="194138" y="127513"/>
                    <a:pt x="162517" y="94275"/>
                    <a:pt x="121483" y="94275"/>
                  </a:cubicBezTo>
                  <a:lnTo>
                    <a:pt x="121483" y="94275"/>
                  </a:lnTo>
                  <a:close/>
                  <a:moveTo>
                    <a:pt x="244290" y="362979"/>
                  </a:moveTo>
                  <a:cubicBezTo>
                    <a:pt x="244290" y="295178"/>
                    <a:pt x="190167" y="240613"/>
                    <a:pt x="121483" y="240613"/>
                  </a:cubicBezTo>
                  <a:cubicBezTo>
                    <a:pt x="54123" y="240613"/>
                    <a:pt x="0" y="295178"/>
                    <a:pt x="0" y="362979"/>
                  </a:cubicBezTo>
                </a:path>
              </a:pathLst>
            </a:custGeom>
            <a:noFill/>
            <a:ln w="158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3" name="Group 2">
            <a:extLst>
              <a:ext uri="{FF2B5EF4-FFF2-40B4-BE49-F238E27FC236}">
                <a16:creationId xmlns:a16="http://schemas.microsoft.com/office/drawing/2014/main" id="{C3F00A2E-E3A9-D712-84C0-B8DE2AF69D93}"/>
              </a:ext>
              <a:ext uri="{C183D7F6-B498-43B3-948B-1728B52AA6E4}">
                <adec:decorative xmlns:adec="http://schemas.microsoft.com/office/drawing/2017/decorative" val="1"/>
              </a:ext>
            </a:extLst>
          </p:cNvPr>
          <p:cNvGrpSpPr/>
          <p:nvPr/>
        </p:nvGrpSpPr>
        <p:grpSpPr>
          <a:xfrm>
            <a:off x="3610765" y="4218558"/>
            <a:ext cx="1046156" cy="1046156"/>
            <a:chOff x="3610765" y="4218558"/>
            <a:chExt cx="1046156" cy="1046156"/>
          </a:xfrm>
        </p:grpSpPr>
        <p:sp>
          <p:nvSpPr>
            <p:cNvPr id="4" name="Oval 3">
              <a:extLst>
                <a:ext uri="{FF2B5EF4-FFF2-40B4-BE49-F238E27FC236}">
                  <a16:creationId xmlns:a16="http://schemas.microsoft.com/office/drawing/2014/main" id="{EDB3AEDA-5626-4DD2-4A32-509B19ACD659}"/>
                </a:ext>
                <a:ext uri="{C183D7F6-B498-43B3-948B-1728B52AA6E4}">
                  <adec:decorative xmlns:adec="http://schemas.microsoft.com/office/drawing/2017/decorative" val="1"/>
                </a:ext>
              </a:extLst>
            </p:cNvPr>
            <p:cNvSpPr/>
            <p:nvPr/>
          </p:nvSpPr>
          <p:spPr bwMode="auto">
            <a:xfrm>
              <a:off x="3610765" y="4218558"/>
              <a:ext cx="1046156" cy="1046156"/>
            </a:xfrm>
            <a:prstGeom prst="ellipse">
              <a:avLst/>
            </a:prstGeom>
            <a:solidFill>
              <a:schemeClr val="accent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check 3">
              <a:extLst>
                <a:ext uri="{FF2B5EF4-FFF2-40B4-BE49-F238E27FC236}">
                  <a16:creationId xmlns:a16="http://schemas.microsoft.com/office/drawing/2014/main" id="{C1719EF7-1EA2-7899-9649-80EA01ABA700}"/>
                </a:ext>
              </a:extLst>
            </p:cNvPr>
            <p:cNvSpPr>
              <a:spLocks noChangeAspect="1" noEditPoints="1"/>
            </p:cNvSpPr>
            <p:nvPr/>
          </p:nvSpPr>
          <p:spPr bwMode="auto">
            <a:xfrm>
              <a:off x="3898489" y="4507356"/>
              <a:ext cx="470678" cy="467949"/>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342633733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A948-5619-C87F-92A6-B7CAE31D6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AC580-8F01-C7E5-3891-272DB5E4BD54}"/>
              </a:ext>
            </a:extLst>
          </p:cNvPr>
          <p:cNvSpPr>
            <a:spLocks noGrp="1"/>
          </p:cNvSpPr>
          <p:nvPr>
            <p:ph type="title"/>
          </p:nvPr>
        </p:nvSpPr>
        <p:spPr>
          <a:xfrm>
            <a:off x="588263" y="457200"/>
            <a:ext cx="11018520" cy="492443"/>
          </a:xfrm>
        </p:spPr>
        <p:txBody>
          <a:bodyPr/>
          <a:lstStyle/>
          <a:p>
            <a:r>
              <a:rPr lang="fr-FR" sz="3200" noProof="0" dirty="0"/>
              <a:t>Récupération de comptes</a:t>
            </a:r>
            <a:endParaRPr lang="fr-FR" sz="3200" noProof="0" dirty="0">
              <a:solidFill>
                <a:schemeClr val="bg1"/>
              </a:solidFill>
            </a:endParaRPr>
          </a:p>
        </p:txBody>
      </p:sp>
      <p:sp>
        <p:nvSpPr>
          <p:cNvPr id="11" name="Rectangle: Top Corners Rounded 10">
            <a:extLst>
              <a:ext uri="{FF2B5EF4-FFF2-40B4-BE49-F238E27FC236}">
                <a16:creationId xmlns:a16="http://schemas.microsoft.com/office/drawing/2014/main" id="{A311F266-2F2A-3F84-1215-0020D89FF2A1}"/>
              </a:ext>
              <a:ext uri="{C183D7F6-B498-43B3-948B-1728B52AA6E4}">
                <adec:decorative xmlns:adec="http://schemas.microsoft.com/office/drawing/2017/decorative" val="1"/>
              </a:ext>
            </a:extLst>
          </p:cNvPr>
          <p:cNvSpPr/>
          <p:nvPr/>
        </p:nvSpPr>
        <p:spPr bwMode="auto">
          <a:xfrm rot="16200000" flipH="1">
            <a:off x="5136560" y="-2774265"/>
            <a:ext cx="502756" cy="9599349"/>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Top Corners Rounded 15">
            <a:extLst>
              <a:ext uri="{FF2B5EF4-FFF2-40B4-BE49-F238E27FC236}">
                <a16:creationId xmlns:a16="http://schemas.microsoft.com/office/drawing/2014/main" id="{5723A598-732E-92DD-CD19-FEB8EEC7D109}"/>
              </a:ext>
              <a:ext uri="{C183D7F6-B498-43B3-948B-1728B52AA6E4}">
                <adec:decorative xmlns:adec="http://schemas.microsoft.com/office/drawing/2017/decorative" val="1"/>
              </a:ext>
            </a:extLst>
          </p:cNvPr>
          <p:cNvSpPr/>
          <p:nvPr/>
        </p:nvSpPr>
        <p:spPr bwMode="auto">
          <a:xfrm rot="16200000" flipH="1">
            <a:off x="6073316" y="878719"/>
            <a:ext cx="502756" cy="7725838"/>
          </a:xfrm>
          <a:prstGeom prst="round2SameRect">
            <a:avLst>
              <a:gd name="adj1" fmla="val 5000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Arc 16">
            <a:extLst>
              <a:ext uri="{FF2B5EF4-FFF2-40B4-BE49-F238E27FC236}">
                <a16:creationId xmlns:a16="http://schemas.microsoft.com/office/drawing/2014/main" id="{04A6993D-6E7F-650C-B84B-71E8C2FBC212}"/>
              </a:ext>
              <a:ext uri="{C183D7F6-B498-43B3-948B-1728B52AA6E4}">
                <adec:decorative xmlns:adec="http://schemas.microsoft.com/office/drawing/2017/decorative" val="1"/>
              </a:ext>
            </a:extLst>
          </p:cNvPr>
          <p:cNvSpPr/>
          <p:nvPr/>
        </p:nvSpPr>
        <p:spPr>
          <a:xfrm>
            <a:off x="8735624" y="2026051"/>
            <a:ext cx="2871159" cy="2714880"/>
          </a:xfrm>
          <a:prstGeom prst="arc">
            <a:avLst>
              <a:gd name="adj1" fmla="val 16200000"/>
              <a:gd name="adj2" fmla="val 5373361"/>
            </a:avLst>
          </a:prstGeom>
          <a:ln w="495300">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Text Placeholder 8">
            <a:extLst>
              <a:ext uri="{FF2B5EF4-FFF2-40B4-BE49-F238E27FC236}">
                <a16:creationId xmlns:a16="http://schemas.microsoft.com/office/drawing/2014/main" id="{E8A73C1B-030C-A511-1909-6C22D0C51F3B}"/>
              </a:ext>
            </a:extLst>
          </p:cNvPr>
          <p:cNvSpPr txBox="1">
            <a:spLocks/>
          </p:cNvSpPr>
          <p:nvPr/>
        </p:nvSpPr>
        <p:spPr>
          <a:xfrm>
            <a:off x="93665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1</a:t>
            </a:r>
          </a:p>
        </p:txBody>
      </p:sp>
      <p:sp>
        <p:nvSpPr>
          <p:cNvPr id="19" name="Text Placeholder 3">
            <a:extLst>
              <a:ext uri="{FF2B5EF4-FFF2-40B4-BE49-F238E27FC236}">
                <a16:creationId xmlns:a16="http://schemas.microsoft.com/office/drawing/2014/main" id="{A0F167F4-FDCE-9446-867D-D0CDBD58D12D}"/>
              </a:ext>
            </a:extLst>
          </p:cNvPr>
          <p:cNvSpPr txBox="1">
            <a:spLocks/>
          </p:cNvSpPr>
          <p:nvPr/>
        </p:nvSpPr>
        <p:spPr>
          <a:xfrm>
            <a:off x="1122218" y="2652306"/>
            <a:ext cx="2080277" cy="868680"/>
          </a:xfrm>
          <a:prstGeom prst="rect">
            <a:avLst/>
          </a:prstGeom>
        </p:spPr>
        <p:txBody>
          <a:bodyPr vert="horz" wrap="square" lIns="0" tIns="0" rIns="0" bIns="0" rtlCol="0">
            <a:no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Employee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has lost their work device and personal phone with their Verified IDs</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and needs to regain access to their account on a new device</a:t>
            </a:r>
          </a:p>
        </p:txBody>
      </p:sp>
      <p:sp>
        <p:nvSpPr>
          <p:cNvPr id="20" name="Text Placeholder 8">
            <a:extLst>
              <a:ext uri="{FF2B5EF4-FFF2-40B4-BE49-F238E27FC236}">
                <a16:creationId xmlns:a16="http://schemas.microsoft.com/office/drawing/2014/main" id="{9BD06AE1-773E-EC3C-1D65-B84C0B26E55B}"/>
              </a:ext>
            </a:extLst>
          </p:cNvPr>
          <p:cNvSpPr txBox="1">
            <a:spLocks/>
          </p:cNvSpPr>
          <p:nvPr/>
        </p:nvSpPr>
        <p:spPr>
          <a:xfrm>
            <a:off x="4719589"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2</a:t>
            </a:r>
          </a:p>
        </p:txBody>
      </p:sp>
      <p:sp>
        <p:nvSpPr>
          <p:cNvPr id="21" name="Text Placeholder 3">
            <a:extLst>
              <a:ext uri="{FF2B5EF4-FFF2-40B4-BE49-F238E27FC236}">
                <a16:creationId xmlns:a16="http://schemas.microsoft.com/office/drawing/2014/main" id="{C59668EE-8271-2BCD-284B-4E139C1F56A5}"/>
              </a:ext>
            </a:extLst>
          </p:cNvPr>
          <p:cNvSpPr txBox="1">
            <a:spLocks/>
          </p:cNvSpPr>
          <p:nvPr/>
        </p:nvSpPr>
        <p:spPr>
          <a:xfrm>
            <a:off x="5044128" y="2638846"/>
            <a:ext cx="2216007"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On a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new device</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employee navigates to the organization’s sign-in page</a:t>
            </a:r>
          </a:p>
        </p:txBody>
      </p:sp>
      <p:sp>
        <p:nvSpPr>
          <p:cNvPr id="22" name="Text Placeholder 8">
            <a:extLst>
              <a:ext uri="{FF2B5EF4-FFF2-40B4-BE49-F238E27FC236}">
                <a16:creationId xmlns:a16="http://schemas.microsoft.com/office/drawing/2014/main" id="{A7E0D6D2-F1AB-7CF4-0782-8EA3AC7E5470}"/>
              </a:ext>
            </a:extLst>
          </p:cNvPr>
          <p:cNvSpPr txBox="1">
            <a:spLocks/>
          </p:cNvSpPr>
          <p:nvPr/>
        </p:nvSpPr>
        <p:spPr>
          <a:xfrm>
            <a:off x="8502523" y="1917687"/>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3</a:t>
            </a:r>
          </a:p>
        </p:txBody>
      </p:sp>
      <p:sp>
        <p:nvSpPr>
          <p:cNvPr id="23" name="Text Placeholder 5">
            <a:extLst>
              <a:ext uri="{FF2B5EF4-FFF2-40B4-BE49-F238E27FC236}">
                <a16:creationId xmlns:a16="http://schemas.microsoft.com/office/drawing/2014/main" id="{3C3B900E-64E6-7DFC-75B0-F0FE7E0BEF2A}"/>
              </a:ext>
            </a:extLst>
          </p:cNvPr>
          <p:cNvSpPr txBox="1">
            <a:spLocks/>
          </p:cNvSpPr>
          <p:nvPr/>
        </p:nvSpPr>
        <p:spPr>
          <a:xfrm>
            <a:off x="8591192" y="2638846"/>
            <a:ext cx="2330238" cy="82296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Employee </a:t>
            </a:r>
            <a:r>
              <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completes </a:t>
            </a:r>
            <a:r>
              <a:rPr lang="en-US" sz="1200" b="1" dirty="0">
                <a:solidFill>
                  <a:srgbClr val="000000"/>
                </a:solidFill>
                <a:latin typeface="Segoe UI"/>
              </a:rPr>
              <a:t>identity verification with IDV </a:t>
            </a: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and receives a Verified ID affirming their identity</a:t>
            </a:r>
            <a:endParaRPr kumimoji="0" lang="en-US" sz="1200" b="1"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4" name="Text Placeholder 8">
            <a:extLst>
              <a:ext uri="{FF2B5EF4-FFF2-40B4-BE49-F238E27FC236}">
                <a16:creationId xmlns:a16="http://schemas.microsoft.com/office/drawing/2014/main" id="{2151FFC5-6120-3004-B0D7-495EACA43DE9}"/>
              </a:ext>
            </a:extLst>
          </p:cNvPr>
          <p:cNvSpPr txBox="1">
            <a:spLocks/>
          </p:cNvSpPr>
          <p:nvPr/>
        </p:nvSpPr>
        <p:spPr>
          <a:xfrm>
            <a:off x="2828121"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5</a:t>
            </a:r>
          </a:p>
        </p:txBody>
      </p:sp>
      <p:sp>
        <p:nvSpPr>
          <p:cNvPr id="25" name="Text Placeholder 7">
            <a:extLst>
              <a:ext uri="{FF2B5EF4-FFF2-40B4-BE49-F238E27FC236}">
                <a16:creationId xmlns:a16="http://schemas.microsoft.com/office/drawing/2014/main" id="{8BF52AC2-8350-165A-4489-6A7ACEBFC947}"/>
              </a:ext>
            </a:extLst>
          </p:cNvPr>
          <p:cNvSpPr txBox="1">
            <a:spLocks/>
          </p:cNvSpPr>
          <p:nvPr/>
        </p:nvSpPr>
        <p:spPr>
          <a:xfrm>
            <a:off x="3123888" y="5381692"/>
            <a:ext cx="1920240" cy="54864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Organization accepts the employee's valid Verified and Face Check and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now has access to regain their account</a:t>
            </a:r>
          </a:p>
        </p:txBody>
      </p:sp>
      <p:sp>
        <p:nvSpPr>
          <p:cNvPr id="26" name="Text Placeholder 8">
            <a:extLst>
              <a:ext uri="{FF2B5EF4-FFF2-40B4-BE49-F238E27FC236}">
                <a16:creationId xmlns:a16="http://schemas.microsoft.com/office/drawing/2014/main" id="{C95C047E-1FBF-B920-2BF9-A36A53913A84}"/>
              </a:ext>
            </a:extLst>
          </p:cNvPr>
          <p:cNvSpPr txBox="1">
            <a:spLocks/>
          </p:cNvSpPr>
          <p:nvPr/>
        </p:nvSpPr>
        <p:spPr>
          <a:xfrm>
            <a:off x="6611057" y="4633914"/>
            <a:ext cx="1828800"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Step 4</a:t>
            </a:r>
          </a:p>
        </p:txBody>
      </p:sp>
      <p:sp>
        <p:nvSpPr>
          <p:cNvPr id="27" name="Text Placeholder 9">
            <a:extLst>
              <a:ext uri="{FF2B5EF4-FFF2-40B4-BE49-F238E27FC236}">
                <a16:creationId xmlns:a16="http://schemas.microsoft.com/office/drawing/2014/main" id="{773CDAAC-3219-EF9B-6208-958DAB2295D5}"/>
              </a:ext>
            </a:extLst>
          </p:cNvPr>
          <p:cNvSpPr txBox="1">
            <a:spLocks/>
          </p:cNvSpPr>
          <p:nvPr/>
        </p:nvSpPr>
        <p:spPr>
          <a:xfrm>
            <a:off x="6611057" y="5381692"/>
            <a:ext cx="2795738" cy="731520"/>
          </a:xfrm>
          <a:prstGeom prst="rect">
            <a:avLst/>
          </a:prstGeom>
        </p:spPr>
        <p:txBody>
          <a:bodyPr vert="horz" wrap="square" lIns="0" tIns="0" rIns="0" bIns="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Organization requests that the employee </a:t>
            </a:r>
            <a:r>
              <a:rPr kumimoji="0" lang="en-US"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present their Verified ID and complete a Face Check</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to prove who they are before regaining access to their account</a:t>
            </a:r>
          </a:p>
        </p:txBody>
      </p:sp>
      <p:grpSp>
        <p:nvGrpSpPr>
          <p:cNvPr id="28" name="Group 27">
            <a:extLst>
              <a:ext uri="{FF2B5EF4-FFF2-40B4-BE49-F238E27FC236}">
                <a16:creationId xmlns:a16="http://schemas.microsoft.com/office/drawing/2014/main" id="{2D90234E-9C55-E61F-BC49-6CAD841AE6A4}"/>
              </a:ext>
              <a:ext uri="{C183D7F6-B498-43B3-948B-1728B52AA6E4}">
                <adec:decorative xmlns:adec="http://schemas.microsoft.com/office/drawing/2017/decorative" val="1"/>
              </a:ext>
            </a:extLst>
          </p:cNvPr>
          <p:cNvGrpSpPr/>
          <p:nvPr/>
        </p:nvGrpSpPr>
        <p:grpSpPr>
          <a:xfrm>
            <a:off x="3592364" y="1893340"/>
            <a:ext cx="300315" cy="264138"/>
            <a:chOff x="9198739" y="1690998"/>
            <a:chExt cx="212549" cy="186945"/>
          </a:xfrm>
          <a:solidFill>
            <a:schemeClr val="bg1">
              <a:lumMod val="65000"/>
            </a:schemeClr>
          </a:solidFill>
        </p:grpSpPr>
        <p:sp>
          <p:nvSpPr>
            <p:cNvPr id="29" name="Graphic 27">
              <a:extLst>
                <a:ext uri="{FF2B5EF4-FFF2-40B4-BE49-F238E27FC236}">
                  <a16:creationId xmlns:a16="http://schemas.microsoft.com/office/drawing/2014/main" id="{D9F3764B-F995-CE72-EB3F-9879704999D3}"/>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0" name="Graphic 27">
              <a:extLst>
                <a:ext uri="{FF2B5EF4-FFF2-40B4-BE49-F238E27FC236}">
                  <a16:creationId xmlns:a16="http://schemas.microsoft.com/office/drawing/2014/main" id="{C73CFBD3-1CF4-3F4A-C0C4-B00FD7D6A907}"/>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62246166-683E-2CBA-A912-D3DA840305AC}"/>
              </a:ext>
              <a:ext uri="{C183D7F6-B498-43B3-948B-1728B52AA6E4}">
                <adec:decorative xmlns:adec="http://schemas.microsoft.com/office/drawing/2017/decorative" val="1"/>
              </a:ext>
            </a:extLst>
          </p:cNvPr>
          <p:cNvGrpSpPr/>
          <p:nvPr/>
        </p:nvGrpSpPr>
        <p:grpSpPr>
          <a:xfrm>
            <a:off x="7375299" y="1893340"/>
            <a:ext cx="300315" cy="264138"/>
            <a:chOff x="9198739" y="1690998"/>
            <a:chExt cx="212549" cy="186945"/>
          </a:xfrm>
          <a:solidFill>
            <a:schemeClr val="bg1">
              <a:lumMod val="65000"/>
            </a:schemeClr>
          </a:solidFill>
        </p:grpSpPr>
        <p:sp>
          <p:nvSpPr>
            <p:cNvPr id="32" name="Graphic 27">
              <a:extLst>
                <a:ext uri="{FF2B5EF4-FFF2-40B4-BE49-F238E27FC236}">
                  <a16:creationId xmlns:a16="http://schemas.microsoft.com/office/drawing/2014/main" id="{C85FE3B4-F9B2-DF48-D1DD-B1FEC00739EB}"/>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3" name="Graphic 27">
              <a:extLst>
                <a:ext uri="{FF2B5EF4-FFF2-40B4-BE49-F238E27FC236}">
                  <a16:creationId xmlns:a16="http://schemas.microsoft.com/office/drawing/2014/main" id="{DF552D56-9A96-28C4-7C96-C22B4BD67422}"/>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44085D27-703C-F80E-5713-4D065EC214EA}"/>
              </a:ext>
              <a:ext uri="{C183D7F6-B498-43B3-948B-1728B52AA6E4}">
                <adec:decorative xmlns:adec="http://schemas.microsoft.com/office/drawing/2017/decorative" val="1"/>
              </a:ext>
            </a:extLst>
          </p:cNvPr>
          <p:cNvGrpSpPr/>
          <p:nvPr/>
        </p:nvGrpSpPr>
        <p:grpSpPr>
          <a:xfrm flipH="1">
            <a:off x="5483831" y="4609568"/>
            <a:ext cx="300315" cy="264138"/>
            <a:chOff x="9198739" y="1690998"/>
            <a:chExt cx="212549" cy="186945"/>
          </a:xfrm>
          <a:solidFill>
            <a:schemeClr val="bg1">
              <a:lumMod val="65000"/>
            </a:schemeClr>
          </a:solidFill>
        </p:grpSpPr>
        <p:sp>
          <p:nvSpPr>
            <p:cNvPr id="35" name="Graphic 27">
              <a:extLst>
                <a:ext uri="{FF2B5EF4-FFF2-40B4-BE49-F238E27FC236}">
                  <a16:creationId xmlns:a16="http://schemas.microsoft.com/office/drawing/2014/main" id="{3063CE08-29EE-C2F6-CF66-BFCCBE92EB24}"/>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Graphic 27">
              <a:extLst>
                <a:ext uri="{FF2B5EF4-FFF2-40B4-BE49-F238E27FC236}">
                  <a16:creationId xmlns:a16="http://schemas.microsoft.com/office/drawing/2014/main" id="{C7BAA887-3D49-9811-F9D1-137DC042A77A}"/>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D1FA73AF-65C5-3884-B0D1-D5A7EE3DEED2}"/>
              </a:ext>
              <a:ext uri="{C183D7F6-B498-43B3-948B-1728B52AA6E4}">
                <adec:decorative xmlns:adec="http://schemas.microsoft.com/office/drawing/2017/decorative" val="1"/>
              </a:ext>
            </a:extLst>
          </p:cNvPr>
          <p:cNvGrpSpPr/>
          <p:nvPr/>
        </p:nvGrpSpPr>
        <p:grpSpPr>
          <a:xfrm flipH="1">
            <a:off x="9266766" y="4609568"/>
            <a:ext cx="300315" cy="264138"/>
            <a:chOff x="9198739" y="1690998"/>
            <a:chExt cx="212549" cy="186945"/>
          </a:xfrm>
          <a:solidFill>
            <a:schemeClr val="bg1">
              <a:lumMod val="65000"/>
            </a:schemeClr>
          </a:solidFill>
        </p:grpSpPr>
        <p:sp>
          <p:nvSpPr>
            <p:cNvPr id="38" name="Graphic 27">
              <a:extLst>
                <a:ext uri="{FF2B5EF4-FFF2-40B4-BE49-F238E27FC236}">
                  <a16:creationId xmlns:a16="http://schemas.microsoft.com/office/drawing/2014/main" id="{9A5CF919-7924-D7F8-3B76-E05EAB6A0866}"/>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9" name="Graphic 27">
              <a:extLst>
                <a:ext uri="{FF2B5EF4-FFF2-40B4-BE49-F238E27FC236}">
                  <a16:creationId xmlns:a16="http://schemas.microsoft.com/office/drawing/2014/main" id="{9D86F27A-DC70-DC56-3F66-04B499846370}"/>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8C0F5CB-813F-EC52-768C-ADA10B6EB2CC}"/>
              </a:ext>
              <a:ext uri="{C183D7F6-B498-43B3-948B-1728B52AA6E4}">
                <adec:decorative xmlns:adec="http://schemas.microsoft.com/office/drawing/2017/decorative" val="1"/>
              </a:ext>
            </a:extLst>
          </p:cNvPr>
          <p:cNvGrpSpPr/>
          <p:nvPr/>
        </p:nvGrpSpPr>
        <p:grpSpPr>
          <a:xfrm rot="16200000" flipH="1">
            <a:off x="11453764" y="3251422"/>
            <a:ext cx="300315" cy="264138"/>
            <a:chOff x="9198739" y="1690998"/>
            <a:chExt cx="212549" cy="186945"/>
          </a:xfrm>
          <a:solidFill>
            <a:schemeClr val="bg1">
              <a:lumMod val="65000"/>
            </a:schemeClr>
          </a:solidFill>
        </p:grpSpPr>
        <p:sp>
          <p:nvSpPr>
            <p:cNvPr id="41" name="Graphic 27">
              <a:extLst>
                <a:ext uri="{FF2B5EF4-FFF2-40B4-BE49-F238E27FC236}">
                  <a16:creationId xmlns:a16="http://schemas.microsoft.com/office/drawing/2014/main" id="{20AEA873-CFD9-CB66-6094-397A197647A0}"/>
                </a:ext>
              </a:extLst>
            </p:cNvPr>
            <p:cNvSpPr/>
            <p:nvPr/>
          </p:nvSpPr>
          <p:spPr>
            <a:xfrm>
              <a:off x="9198739" y="1691425"/>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9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2" y="102764"/>
                    <a:pt x="107677" y="106609"/>
                  </a:cubicBezTo>
                  <a:lnTo>
                    <a:pt x="34202" y="180725"/>
                  </a:lnTo>
                  <a:cubicBezTo>
                    <a:pt x="26512" y="188414"/>
                    <a:pt x="14124" y="188414"/>
                    <a:pt x="6435" y="180939"/>
                  </a:cubicBezTo>
                  <a:cubicBezTo>
                    <a:pt x="-1254" y="173249"/>
                    <a:pt x="-1254"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2"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Graphic 27">
              <a:extLst>
                <a:ext uri="{FF2B5EF4-FFF2-40B4-BE49-F238E27FC236}">
                  <a16:creationId xmlns:a16="http://schemas.microsoft.com/office/drawing/2014/main" id="{28DF331E-59BF-85CE-A28B-33D289B51ABF}"/>
                </a:ext>
              </a:extLst>
            </p:cNvPr>
            <p:cNvSpPr/>
            <p:nvPr/>
          </p:nvSpPr>
          <p:spPr>
            <a:xfrm>
              <a:off x="9297845" y="1690998"/>
              <a:ext cx="113443" cy="186518"/>
            </a:xfrm>
            <a:custGeom>
              <a:avLst/>
              <a:gdLst>
                <a:gd name="connsiteX0" fmla="*/ 113444 w 113443"/>
                <a:gd name="connsiteY0" fmla="*/ 92725 h 186518"/>
                <a:gd name="connsiteX1" fmla="*/ 107677 w 113443"/>
                <a:gd name="connsiteY1" fmla="*/ 106609 h 186518"/>
                <a:gd name="connsiteX2" fmla="*/ 34202 w 113443"/>
                <a:gd name="connsiteY2" fmla="*/ 180725 h 186518"/>
                <a:gd name="connsiteX3" fmla="*/ 6435 w 113443"/>
                <a:gd name="connsiteY3" fmla="*/ 180938 h 186518"/>
                <a:gd name="connsiteX4" fmla="*/ 6221 w 113443"/>
                <a:gd name="connsiteY4" fmla="*/ 153172 h 186518"/>
                <a:gd name="connsiteX5" fmla="*/ 65813 w 113443"/>
                <a:gd name="connsiteY5" fmla="*/ 93153 h 186518"/>
                <a:gd name="connsiteX6" fmla="*/ 5794 w 113443"/>
                <a:gd name="connsiteY6" fmla="*/ 33561 h 186518"/>
                <a:gd name="connsiteX7" fmla="*/ 5580 w 113443"/>
                <a:gd name="connsiteY7" fmla="*/ 5794 h 186518"/>
                <a:gd name="connsiteX8" fmla="*/ 33347 w 113443"/>
                <a:gd name="connsiteY8" fmla="*/ 5580 h 186518"/>
                <a:gd name="connsiteX9" fmla="*/ 107463 w 113443"/>
                <a:gd name="connsiteY9" fmla="*/ 79056 h 186518"/>
                <a:gd name="connsiteX10" fmla="*/ 113444 w 113443"/>
                <a:gd name="connsiteY10" fmla="*/ 92725 h 18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443" h="186518">
                  <a:moveTo>
                    <a:pt x="113444" y="92725"/>
                  </a:moveTo>
                  <a:cubicBezTo>
                    <a:pt x="113444" y="97852"/>
                    <a:pt x="111521" y="102764"/>
                    <a:pt x="107677" y="106609"/>
                  </a:cubicBezTo>
                  <a:lnTo>
                    <a:pt x="34202" y="180725"/>
                  </a:lnTo>
                  <a:cubicBezTo>
                    <a:pt x="26512" y="188414"/>
                    <a:pt x="14124" y="188414"/>
                    <a:pt x="6435" y="180938"/>
                  </a:cubicBezTo>
                  <a:cubicBezTo>
                    <a:pt x="-1255" y="173249"/>
                    <a:pt x="-1255" y="160861"/>
                    <a:pt x="6221" y="153172"/>
                  </a:cubicBezTo>
                  <a:lnTo>
                    <a:pt x="65813" y="93153"/>
                  </a:lnTo>
                  <a:lnTo>
                    <a:pt x="5794" y="33561"/>
                  </a:lnTo>
                  <a:cubicBezTo>
                    <a:pt x="-1895" y="25871"/>
                    <a:pt x="-1895" y="13483"/>
                    <a:pt x="5580" y="5794"/>
                  </a:cubicBezTo>
                  <a:cubicBezTo>
                    <a:pt x="13270" y="-1895"/>
                    <a:pt x="25658" y="-1895"/>
                    <a:pt x="33347" y="5580"/>
                  </a:cubicBezTo>
                  <a:lnTo>
                    <a:pt x="107463" y="79056"/>
                  </a:lnTo>
                  <a:cubicBezTo>
                    <a:pt x="111521" y="82473"/>
                    <a:pt x="113444" y="87599"/>
                    <a:pt x="113444" y="92725"/>
                  </a:cubicBezTo>
                  <a:close/>
                </a:path>
              </a:pathLst>
            </a:custGeom>
            <a:grpFill/>
            <a:ln w="21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86ADB578-2AB6-3934-2053-A8FA17C25FE3}"/>
              </a:ext>
              <a:ext uri="{C183D7F6-B498-43B3-948B-1728B52AA6E4}">
                <adec:decorative xmlns:adec="http://schemas.microsoft.com/office/drawing/2017/decorative" val="1"/>
              </a:ext>
            </a:extLst>
          </p:cNvPr>
          <p:cNvGrpSpPr/>
          <p:nvPr/>
        </p:nvGrpSpPr>
        <p:grpSpPr>
          <a:xfrm>
            <a:off x="1719297" y="1512271"/>
            <a:ext cx="1046156" cy="1046156"/>
            <a:chOff x="1719297" y="1512271"/>
            <a:chExt cx="1046156" cy="1046156"/>
          </a:xfrm>
        </p:grpSpPr>
        <p:sp>
          <p:nvSpPr>
            <p:cNvPr id="44" name="Oval 43">
              <a:extLst>
                <a:ext uri="{FF2B5EF4-FFF2-40B4-BE49-F238E27FC236}">
                  <a16:creationId xmlns:a16="http://schemas.microsoft.com/office/drawing/2014/main" id="{64B1C639-AD84-39A0-AA5B-A1DAAE9911CB}"/>
                </a:ext>
                <a:ext uri="{C183D7F6-B498-43B3-948B-1728B52AA6E4}">
                  <adec:decorative xmlns:adec="http://schemas.microsoft.com/office/drawing/2017/decorative" val="1"/>
                </a:ext>
              </a:extLst>
            </p:cNvPr>
            <p:cNvSpPr/>
            <p:nvPr/>
          </p:nvSpPr>
          <p:spPr bwMode="auto">
            <a:xfrm>
              <a:off x="1719297" y="1512271"/>
              <a:ext cx="1046156" cy="1046156"/>
            </a:xfrm>
            <a:prstGeom prst="ellipse">
              <a:avLst/>
            </a:prstGeom>
            <a:solidFill>
              <a:schemeClr val="accent1"/>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GenericApp_EB3B">
              <a:extLst>
                <a:ext uri="{FF2B5EF4-FFF2-40B4-BE49-F238E27FC236}">
                  <a16:creationId xmlns:a16="http://schemas.microsoft.com/office/drawing/2014/main" id="{585C9D73-ECE3-2C6A-B9D4-5C179C71E301}"/>
                </a:ext>
              </a:extLst>
            </p:cNvPr>
            <p:cNvSpPr>
              <a:spLocks noChangeAspect="1" noEditPoints="1"/>
            </p:cNvSpPr>
            <p:nvPr/>
          </p:nvSpPr>
          <p:spPr bwMode="auto">
            <a:xfrm>
              <a:off x="1990051" y="1833410"/>
              <a:ext cx="504649" cy="403878"/>
            </a:xfrm>
            <a:custGeom>
              <a:avLst/>
              <a:gdLst>
                <a:gd name="T0" fmla="*/ 5088 w 5088"/>
                <a:gd name="T1" fmla="*/ 4072 h 4072"/>
                <a:gd name="T2" fmla="*/ 0 w 5088"/>
                <a:gd name="T3" fmla="*/ 4072 h 4072"/>
                <a:gd name="T4" fmla="*/ 0 w 5088"/>
                <a:gd name="T5" fmla="*/ 0 h 4072"/>
                <a:gd name="T6" fmla="*/ 5088 w 5088"/>
                <a:gd name="T7" fmla="*/ 0 h 4072"/>
                <a:gd name="T8" fmla="*/ 5088 w 5088"/>
                <a:gd name="T9" fmla="*/ 4072 h 4072"/>
                <a:gd name="T10" fmla="*/ 0 w 5088"/>
                <a:gd name="T11" fmla="*/ 1018 h 4072"/>
                <a:gd name="T12" fmla="*/ 5004 w 5088"/>
                <a:gd name="T13" fmla="*/ 1018 h 4072"/>
                <a:gd name="T14" fmla="*/ 2035 w 5088"/>
                <a:gd name="T15" fmla="*/ 1697 h 4072"/>
                <a:gd name="T16" fmla="*/ 678 w 5088"/>
                <a:gd name="T17" fmla="*/ 1697 h 4072"/>
                <a:gd name="T18" fmla="*/ 678 w 5088"/>
                <a:gd name="T19" fmla="*/ 3393 h 4072"/>
                <a:gd name="T20" fmla="*/ 2035 w 5088"/>
                <a:gd name="T21" fmla="*/ 3393 h 4072"/>
                <a:gd name="T22" fmla="*/ 2035 w 5088"/>
                <a:gd name="T23" fmla="*/ 1697 h 4072"/>
                <a:gd name="T24" fmla="*/ 2544 w 5088"/>
                <a:gd name="T25" fmla="*/ 1697 h 4072"/>
                <a:gd name="T26" fmla="*/ 3561 w 5088"/>
                <a:gd name="T27" fmla="*/ 1697 h 4072"/>
                <a:gd name="T28" fmla="*/ 2544 w 5088"/>
                <a:gd name="T29" fmla="*/ 2375 h 4072"/>
                <a:gd name="T30" fmla="*/ 3561 w 5088"/>
                <a:gd name="T31" fmla="*/ 2375 h 4072"/>
                <a:gd name="T32" fmla="*/ 2544 w 5088"/>
                <a:gd name="T33" fmla="*/ 3054 h 4072"/>
                <a:gd name="T34" fmla="*/ 3222 w 5088"/>
                <a:gd name="T35" fmla="*/ 3054 h 40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88" h="4072">
                  <a:moveTo>
                    <a:pt x="5088" y="4072"/>
                  </a:moveTo>
                  <a:lnTo>
                    <a:pt x="0" y="4072"/>
                  </a:lnTo>
                  <a:lnTo>
                    <a:pt x="0" y="0"/>
                  </a:lnTo>
                  <a:lnTo>
                    <a:pt x="5088" y="0"/>
                  </a:lnTo>
                  <a:lnTo>
                    <a:pt x="5088" y="4072"/>
                  </a:lnTo>
                  <a:moveTo>
                    <a:pt x="0" y="1018"/>
                  </a:moveTo>
                  <a:lnTo>
                    <a:pt x="5004" y="1018"/>
                  </a:lnTo>
                  <a:moveTo>
                    <a:pt x="2035" y="1697"/>
                  </a:moveTo>
                  <a:lnTo>
                    <a:pt x="678" y="1697"/>
                  </a:lnTo>
                  <a:lnTo>
                    <a:pt x="678" y="3393"/>
                  </a:lnTo>
                  <a:lnTo>
                    <a:pt x="2035" y="3393"/>
                  </a:lnTo>
                  <a:lnTo>
                    <a:pt x="2035" y="1697"/>
                  </a:lnTo>
                  <a:moveTo>
                    <a:pt x="2544" y="1697"/>
                  </a:moveTo>
                  <a:lnTo>
                    <a:pt x="3561" y="1697"/>
                  </a:lnTo>
                  <a:moveTo>
                    <a:pt x="2544" y="2375"/>
                  </a:moveTo>
                  <a:lnTo>
                    <a:pt x="3561" y="2375"/>
                  </a:lnTo>
                  <a:moveTo>
                    <a:pt x="2544" y="3054"/>
                  </a:moveTo>
                  <a:lnTo>
                    <a:pt x="3222" y="3054"/>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9762CAA6-A1D5-E193-5185-F4276CB376D4}"/>
              </a:ext>
              <a:ext uri="{C183D7F6-B498-43B3-948B-1728B52AA6E4}">
                <adec:decorative xmlns:adec="http://schemas.microsoft.com/office/drawing/2017/decorative" val="1"/>
              </a:ext>
            </a:extLst>
          </p:cNvPr>
          <p:cNvGrpSpPr/>
          <p:nvPr/>
        </p:nvGrpSpPr>
        <p:grpSpPr>
          <a:xfrm>
            <a:off x="5502233" y="1512271"/>
            <a:ext cx="1046156" cy="1046156"/>
            <a:chOff x="5502233" y="1512271"/>
            <a:chExt cx="1046156" cy="1046156"/>
          </a:xfrm>
        </p:grpSpPr>
        <p:sp>
          <p:nvSpPr>
            <p:cNvPr id="47" name="Oval 46">
              <a:extLst>
                <a:ext uri="{FF2B5EF4-FFF2-40B4-BE49-F238E27FC236}">
                  <a16:creationId xmlns:a16="http://schemas.microsoft.com/office/drawing/2014/main" id="{4B493628-C23C-EC2D-B319-6B3E5FB517C1}"/>
                </a:ext>
                <a:ext uri="{C183D7F6-B498-43B3-948B-1728B52AA6E4}">
                  <adec:decorative xmlns:adec="http://schemas.microsoft.com/office/drawing/2017/decorative" val="1"/>
                </a:ext>
              </a:extLst>
            </p:cNvPr>
            <p:cNvSpPr/>
            <p:nvPr/>
          </p:nvSpPr>
          <p:spPr bwMode="auto">
            <a:xfrm>
              <a:off x="5502233" y="1512271"/>
              <a:ext cx="1046156" cy="1046156"/>
            </a:xfrm>
            <a:prstGeom prst="ellipse">
              <a:avLst/>
            </a:prstGeom>
            <a:solidFill>
              <a:schemeClr val="accent3"/>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Telemarketer_E7B9">
              <a:extLst>
                <a:ext uri="{FF2B5EF4-FFF2-40B4-BE49-F238E27FC236}">
                  <a16:creationId xmlns:a16="http://schemas.microsoft.com/office/drawing/2014/main" id="{DDC4A747-0C94-4392-D15E-79421160B7C2}"/>
                </a:ext>
              </a:extLst>
            </p:cNvPr>
            <p:cNvSpPr>
              <a:spLocks noChangeAspect="1" noEditPoints="1"/>
            </p:cNvSpPr>
            <p:nvPr/>
          </p:nvSpPr>
          <p:spPr bwMode="auto">
            <a:xfrm>
              <a:off x="5825595" y="1797162"/>
              <a:ext cx="399432" cy="476374"/>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ACEB18B4-BA51-4A24-BF6B-B78E43F2F96F}"/>
              </a:ext>
              <a:ext uri="{C183D7F6-B498-43B3-948B-1728B52AA6E4}">
                <adec:decorative xmlns:adec="http://schemas.microsoft.com/office/drawing/2017/decorative" val="1"/>
              </a:ext>
            </a:extLst>
          </p:cNvPr>
          <p:cNvGrpSpPr/>
          <p:nvPr/>
        </p:nvGrpSpPr>
        <p:grpSpPr>
          <a:xfrm>
            <a:off x="7393701" y="4218558"/>
            <a:ext cx="1046156" cy="1046156"/>
            <a:chOff x="7393701" y="4218558"/>
            <a:chExt cx="1046156" cy="1046156"/>
          </a:xfrm>
        </p:grpSpPr>
        <p:sp>
          <p:nvSpPr>
            <p:cNvPr id="50" name="Oval 49">
              <a:extLst>
                <a:ext uri="{FF2B5EF4-FFF2-40B4-BE49-F238E27FC236}">
                  <a16:creationId xmlns:a16="http://schemas.microsoft.com/office/drawing/2014/main" id="{89EBF8BF-D368-C639-692B-7360358C9E99}"/>
                </a:ext>
                <a:ext uri="{C183D7F6-B498-43B3-948B-1728B52AA6E4}">
                  <adec:decorative xmlns:adec="http://schemas.microsoft.com/office/drawing/2017/decorative" val="1"/>
                </a:ext>
              </a:extLst>
            </p:cNvPr>
            <p:cNvSpPr/>
            <p:nvPr/>
          </p:nvSpPr>
          <p:spPr bwMode="auto">
            <a:xfrm>
              <a:off x="7393701" y="4218558"/>
              <a:ext cx="1046156" cy="1046156"/>
            </a:xfrm>
            <a:prstGeom prst="ellipse">
              <a:avLst/>
            </a:prstGeom>
            <a:solidFill>
              <a:schemeClr val="tx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Script_F03A">
              <a:extLst>
                <a:ext uri="{FF2B5EF4-FFF2-40B4-BE49-F238E27FC236}">
                  <a16:creationId xmlns:a16="http://schemas.microsoft.com/office/drawing/2014/main" id="{3DA252AA-3BC5-BB7A-EB22-7C1CB9EAB458}"/>
                </a:ext>
              </a:extLst>
            </p:cNvPr>
            <p:cNvSpPr>
              <a:spLocks noChangeAspect="1" noEditPoints="1"/>
            </p:cNvSpPr>
            <p:nvPr/>
          </p:nvSpPr>
          <p:spPr bwMode="auto">
            <a:xfrm>
              <a:off x="7682708" y="4507451"/>
              <a:ext cx="468143" cy="468370"/>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52" name="Group 51">
            <a:extLst>
              <a:ext uri="{FF2B5EF4-FFF2-40B4-BE49-F238E27FC236}">
                <a16:creationId xmlns:a16="http://schemas.microsoft.com/office/drawing/2014/main" id="{7677B58D-8B92-0793-C6CE-E0B8B56A5A7B}"/>
              </a:ext>
              <a:ext uri="{C183D7F6-B498-43B3-948B-1728B52AA6E4}">
                <adec:decorative xmlns:adec="http://schemas.microsoft.com/office/drawing/2017/decorative" val="1"/>
              </a:ext>
            </a:extLst>
          </p:cNvPr>
          <p:cNvGrpSpPr/>
          <p:nvPr/>
        </p:nvGrpSpPr>
        <p:grpSpPr>
          <a:xfrm>
            <a:off x="9285167" y="1512271"/>
            <a:ext cx="1046156" cy="1046156"/>
            <a:chOff x="9285167" y="1512271"/>
            <a:chExt cx="1046156" cy="1046156"/>
          </a:xfrm>
        </p:grpSpPr>
        <p:sp>
          <p:nvSpPr>
            <p:cNvPr id="53" name="Oval 52">
              <a:extLst>
                <a:ext uri="{FF2B5EF4-FFF2-40B4-BE49-F238E27FC236}">
                  <a16:creationId xmlns:a16="http://schemas.microsoft.com/office/drawing/2014/main" id="{CCA9F591-F655-882D-E51A-7B6DE5DB001B}"/>
                </a:ext>
                <a:ext uri="{C183D7F6-B498-43B3-948B-1728B52AA6E4}">
                  <adec:decorative xmlns:adec="http://schemas.microsoft.com/office/drawing/2017/decorative" val="1"/>
                </a:ext>
              </a:extLst>
            </p:cNvPr>
            <p:cNvSpPr/>
            <p:nvPr/>
          </p:nvSpPr>
          <p:spPr bwMode="auto">
            <a:xfrm>
              <a:off x="9285167" y="1512271"/>
              <a:ext cx="1046156" cy="1046156"/>
            </a:xfrm>
            <a:prstGeom prst="ellipse">
              <a:avLst/>
            </a:prstGeom>
            <a:solidFill>
              <a:schemeClr val="accent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Graphic 7">
              <a:extLst>
                <a:ext uri="{FF2B5EF4-FFF2-40B4-BE49-F238E27FC236}">
                  <a16:creationId xmlns:a16="http://schemas.microsoft.com/office/drawing/2014/main" id="{97576264-C750-F27C-D59F-3E03F4E92F92}"/>
                </a:ext>
              </a:extLst>
            </p:cNvPr>
            <p:cNvSpPr/>
            <p:nvPr/>
          </p:nvSpPr>
          <p:spPr>
            <a:xfrm>
              <a:off x="9563398" y="1790601"/>
              <a:ext cx="489694" cy="489496"/>
            </a:xfrm>
            <a:custGeom>
              <a:avLst/>
              <a:gdLst>
                <a:gd name="connsiteX0" fmla="*/ 99128 w 363126"/>
                <a:gd name="connsiteY0" fmla="*/ 45152 h 362979"/>
                <a:gd name="connsiteX1" fmla="*/ 99128 w 363126"/>
                <a:gd name="connsiteY1" fmla="*/ 0 h 362979"/>
                <a:gd name="connsiteX2" fmla="*/ 363126 w 363126"/>
                <a:gd name="connsiteY2" fmla="*/ 0 h 362979"/>
                <a:gd name="connsiteX3" fmla="*/ 363126 w 363126"/>
                <a:gd name="connsiteY3" fmla="*/ 166194 h 362979"/>
                <a:gd name="connsiteX4" fmla="*/ 326211 w 363126"/>
                <a:gd name="connsiteY4" fmla="*/ 166194 h 362979"/>
                <a:gd name="connsiteX5" fmla="*/ 268116 w 363126"/>
                <a:gd name="connsiteY5" fmla="*/ 226053 h 362979"/>
                <a:gd name="connsiteX6" fmla="*/ 268116 w 363126"/>
                <a:gd name="connsiteY6" fmla="*/ 168841 h 362979"/>
                <a:gd name="connsiteX7" fmla="*/ 239143 w 363126"/>
                <a:gd name="connsiteY7" fmla="*/ 168841 h 362979"/>
                <a:gd name="connsiteX8" fmla="*/ 121483 w 363126"/>
                <a:gd name="connsiteY8" fmla="*/ 94275 h 362979"/>
                <a:gd name="connsiteX9" fmla="*/ 50152 w 363126"/>
                <a:gd name="connsiteY9" fmla="*/ 167370 h 362979"/>
                <a:gd name="connsiteX10" fmla="*/ 121483 w 363126"/>
                <a:gd name="connsiteY10" fmla="*/ 240466 h 362979"/>
                <a:gd name="connsiteX11" fmla="*/ 194138 w 363126"/>
                <a:gd name="connsiteY11" fmla="*/ 167370 h 362979"/>
                <a:gd name="connsiteX12" fmla="*/ 121483 w 363126"/>
                <a:gd name="connsiteY12" fmla="*/ 94275 h 362979"/>
                <a:gd name="connsiteX13" fmla="*/ 121483 w 363126"/>
                <a:gd name="connsiteY13" fmla="*/ 94275 h 362979"/>
                <a:gd name="connsiteX14" fmla="*/ 244290 w 363126"/>
                <a:gd name="connsiteY14" fmla="*/ 362979 h 362979"/>
                <a:gd name="connsiteX15" fmla="*/ 121483 w 363126"/>
                <a:gd name="connsiteY15" fmla="*/ 240613 h 362979"/>
                <a:gd name="connsiteX16" fmla="*/ 0 w 363126"/>
                <a:gd name="connsiteY16" fmla="*/ 362979 h 362979"/>
                <a:gd name="connsiteX0" fmla="*/ 99128 w 363126"/>
                <a:gd name="connsiteY0" fmla="*/ 45152 h 362979"/>
                <a:gd name="connsiteX1" fmla="*/ 99128 w 363126"/>
                <a:gd name="connsiteY1" fmla="*/ 0 h 362979"/>
                <a:gd name="connsiteX2" fmla="*/ 363126 w 363126"/>
                <a:gd name="connsiteY2" fmla="*/ 0 h 362979"/>
                <a:gd name="connsiteX3" fmla="*/ 363126 w 363126"/>
                <a:gd name="connsiteY3" fmla="*/ 166194 h 362979"/>
                <a:gd name="connsiteX4" fmla="*/ 326211 w 363126"/>
                <a:gd name="connsiteY4" fmla="*/ 166194 h 362979"/>
                <a:gd name="connsiteX5" fmla="*/ 268116 w 363126"/>
                <a:gd name="connsiteY5" fmla="*/ 226053 h 362979"/>
                <a:gd name="connsiteX6" fmla="*/ 268116 w 363126"/>
                <a:gd name="connsiteY6" fmla="*/ 168841 h 362979"/>
                <a:gd name="connsiteX7" fmla="*/ 239143 w 363126"/>
                <a:gd name="connsiteY7" fmla="*/ 168841 h 362979"/>
                <a:gd name="connsiteX8" fmla="*/ 121483 w 363126"/>
                <a:gd name="connsiteY8" fmla="*/ 94275 h 362979"/>
                <a:gd name="connsiteX9" fmla="*/ 50152 w 363126"/>
                <a:gd name="connsiteY9" fmla="*/ 167370 h 362979"/>
                <a:gd name="connsiteX10" fmla="*/ 121483 w 363126"/>
                <a:gd name="connsiteY10" fmla="*/ 240466 h 362979"/>
                <a:gd name="connsiteX11" fmla="*/ 194138 w 363126"/>
                <a:gd name="connsiteY11" fmla="*/ 167370 h 362979"/>
                <a:gd name="connsiteX12" fmla="*/ 121483 w 363126"/>
                <a:gd name="connsiteY12" fmla="*/ 94275 h 362979"/>
                <a:gd name="connsiteX13" fmla="*/ 121483 w 363126"/>
                <a:gd name="connsiteY13" fmla="*/ 94275 h 362979"/>
                <a:gd name="connsiteX14" fmla="*/ 244290 w 363126"/>
                <a:gd name="connsiteY14" fmla="*/ 362979 h 362979"/>
                <a:gd name="connsiteX15" fmla="*/ 121483 w 363126"/>
                <a:gd name="connsiteY15" fmla="*/ 240613 h 362979"/>
                <a:gd name="connsiteX16" fmla="*/ 0 w 363126"/>
                <a:gd name="connsiteY16" fmla="*/ 362979 h 36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3126" h="362979">
                  <a:moveTo>
                    <a:pt x="99128" y="45152"/>
                  </a:moveTo>
                  <a:lnTo>
                    <a:pt x="99128" y="0"/>
                  </a:lnTo>
                  <a:lnTo>
                    <a:pt x="363126" y="0"/>
                  </a:lnTo>
                  <a:lnTo>
                    <a:pt x="363126" y="166194"/>
                  </a:lnTo>
                  <a:lnTo>
                    <a:pt x="326211" y="166194"/>
                  </a:lnTo>
                  <a:lnTo>
                    <a:pt x="268116" y="226053"/>
                  </a:lnTo>
                  <a:lnTo>
                    <a:pt x="268116" y="168841"/>
                  </a:lnTo>
                  <a:lnTo>
                    <a:pt x="239143" y="168841"/>
                  </a:lnTo>
                  <a:moveTo>
                    <a:pt x="121483" y="94275"/>
                  </a:moveTo>
                  <a:cubicBezTo>
                    <a:pt x="81920" y="94275"/>
                    <a:pt x="50152" y="127513"/>
                    <a:pt x="50152" y="167370"/>
                  </a:cubicBezTo>
                  <a:cubicBezTo>
                    <a:pt x="50152" y="207228"/>
                    <a:pt x="81773" y="240466"/>
                    <a:pt x="121483" y="240466"/>
                  </a:cubicBezTo>
                  <a:cubicBezTo>
                    <a:pt x="162370" y="240466"/>
                    <a:pt x="194138" y="207228"/>
                    <a:pt x="194138" y="167370"/>
                  </a:cubicBezTo>
                  <a:cubicBezTo>
                    <a:pt x="194138" y="127513"/>
                    <a:pt x="162517" y="94275"/>
                    <a:pt x="121483" y="94275"/>
                  </a:cubicBezTo>
                  <a:lnTo>
                    <a:pt x="121483" y="94275"/>
                  </a:lnTo>
                  <a:close/>
                  <a:moveTo>
                    <a:pt x="244290" y="362979"/>
                  </a:moveTo>
                  <a:cubicBezTo>
                    <a:pt x="244290" y="295178"/>
                    <a:pt x="190167" y="240613"/>
                    <a:pt x="121483" y="240613"/>
                  </a:cubicBezTo>
                  <a:cubicBezTo>
                    <a:pt x="54123" y="240613"/>
                    <a:pt x="0" y="295178"/>
                    <a:pt x="0" y="362979"/>
                  </a:cubicBezTo>
                </a:path>
              </a:pathLst>
            </a:custGeom>
            <a:noFill/>
            <a:ln w="15875"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3" name="Group 2">
            <a:extLst>
              <a:ext uri="{FF2B5EF4-FFF2-40B4-BE49-F238E27FC236}">
                <a16:creationId xmlns:a16="http://schemas.microsoft.com/office/drawing/2014/main" id="{6AA6EE87-93E5-DC0D-3D3A-C39837B84A3D}"/>
              </a:ext>
              <a:ext uri="{C183D7F6-B498-43B3-948B-1728B52AA6E4}">
                <adec:decorative xmlns:adec="http://schemas.microsoft.com/office/drawing/2017/decorative" val="1"/>
              </a:ext>
            </a:extLst>
          </p:cNvPr>
          <p:cNvGrpSpPr/>
          <p:nvPr/>
        </p:nvGrpSpPr>
        <p:grpSpPr>
          <a:xfrm>
            <a:off x="3610765" y="4218558"/>
            <a:ext cx="1046156" cy="1046156"/>
            <a:chOff x="3610765" y="4218558"/>
            <a:chExt cx="1046156" cy="1046156"/>
          </a:xfrm>
        </p:grpSpPr>
        <p:sp>
          <p:nvSpPr>
            <p:cNvPr id="4" name="Oval 3">
              <a:extLst>
                <a:ext uri="{FF2B5EF4-FFF2-40B4-BE49-F238E27FC236}">
                  <a16:creationId xmlns:a16="http://schemas.microsoft.com/office/drawing/2014/main" id="{8E696DBF-D539-3965-BFDC-92675B0C49E7}"/>
                </a:ext>
                <a:ext uri="{C183D7F6-B498-43B3-948B-1728B52AA6E4}">
                  <adec:decorative xmlns:adec="http://schemas.microsoft.com/office/drawing/2017/decorative" val="1"/>
                </a:ext>
              </a:extLst>
            </p:cNvPr>
            <p:cNvSpPr/>
            <p:nvPr/>
          </p:nvSpPr>
          <p:spPr bwMode="auto">
            <a:xfrm>
              <a:off x="3610765" y="4218558"/>
              <a:ext cx="1046156" cy="1046156"/>
            </a:xfrm>
            <a:prstGeom prst="ellipse">
              <a:avLst/>
            </a:prstGeom>
            <a:solidFill>
              <a:schemeClr val="accent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check 3">
              <a:extLst>
                <a:ext uri="{FF2B5EF4-FFF2-40B4-BE49-F238E27FC236}">
                  <a16:creationId xmlns:a16="http://schemas.microsoft.com/office/drawing/2014/main" id="{0CA43019-9209-0FB0-50B1-4E218F9DC11B}"/>
                </a:ext>
              </a:extLst>
            </p:cNvPr>
            <p:cNvSpPr>
              <a:spLocks noChangeAspect="1" noEditPoints="1"/>
            </p:cNvSpPr>
            <p:nvPr/>
          </p:nvSpPr>
          <p:spPr bwMode="auto">
            <a:xfrm>
              <a:off x="3898489" y="4507356"/>
              <a:ext cx="470678" cy="467949"/>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315654391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717CE-8C43-BD86-C3CD-7ECBAA4A1FB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12D582B-2709-BC8A-E85E-61546D544DBD}"/>
              </a:ext>
              <a:ext uri="{C183D7F6-B498-43B3-948B-1728B52AA6E4}">
                <adec:decorative xmlns:adec="http://schemas.microsoft.com/office/drawing/2017/decorative" val="1"/>
              </a:ext>
            </a:extLst>
          </p:cNvPr>
          <p:cNvSpPr/>
          <p:nvPr/>
        </p:nvSpPr>
        <p:spPr bwMode="auto">
          <a:xfrm>
            <a:off x="7400317" y="6036833"/>
            <a:ext cx="4480560" cy="553916"/>
          </a:xfrm>
          <a:prstGeom prst="round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84DC0853-3E43-FF9F-0C72-1D21AFF8AE2A}"/>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49" t="2334" r="3942" b="5630"/>
          <a:stretch/>
        </p:blipFill>
        <p:spPr bwMode="auto">
          <a:xfrm>
            <a:off x="0" y="0"/>
            <a:ext cx="6711836" cy="6858000"/>
          </a:xfrm>
          <a:custGeom>
            <a:avLst/>
            <a:gdLst>
              <a:gd name="connsiteX0" fmla="*/ 0 w 6174889"/>
              <a:gd name="connsiteY0" fmla="*/ 0 h 6309360"/>
              <a:gd name="connsiteX1" fmla="*/ 6174889 w 6174889"/>
              <a:gd name="connsiteY1" fmla="*/ 0 h 6309360"/>
              <a:gd name="connsiteX2" fmla="*/ 6174889 w 6174889"/>
              <a:gd name="connsiteY2" fmla="*/ 6309360 h 6309360"/>
              <a:gd name="connsiteX3" fmla="*/ 0 w 6174889"/>
              <a:gd name="connsiteY3" fmla="*/ 6309360 h 6309360"/>
            </a:gdLst>
            <a:ahLst/>
            <a:cxnLst>
              <a:cxn ang="0">
                <a:pos x="connsiteX0" y="connsiteY0"/>
              </a:cxn>
              <a:cxn ang="0">
                <a:pos x="connsiteX1" y="connsiteY1"/>
              </a:cxn>
              <a:cxn ang="0">
                <a:pos x="connsiteX2" y="connsiteY2"/>
              </a:cxn>
              <a:cxn ang="0">
                <a:pos x="connsiteX3" y="connsiteY3"/>
              </a:cxn>
            </a:cxnLst>
            <a:rect l="l" t="t" r="r" b="b"/>
            <a:pathLst>
              <a:path w="6174889" h="6309360">
                <a:moveTo>
                  <a:pt x="0" y="0"/>
                </a:moveTo>
                <a:lnTo>
                  <a:pt x="6174889" y="0"/>
                </a:lnTo>
                <a:lnTo>
                  <a:pt x="6174889" y="6309360"/>
                </a:lnTo>
                <a:lnTo>
                  <a:pt x="0" y="6309360"/>
                </a:lnTo>
                <a:close/>
              </a:path>
            </a:pathLst>
          </a:cu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7535EAB-6DFE-0D42-1748-44DDD45EA6B1}"/>
              </a:ext>
              <a:ext uri="{C183D7F6-B498-43B3-948B-1728B52AA6E4}">
                <adec:decorative xmlns:adec="http://schemas.microsoft.com/office/drawing/2017/decorative" val="1"/>
              </a:ext>
            </a:extLst>
          </p:cNvPr>
          <p:cNvSpPr/>
          <p:nvPr/>
        </p:nvSpPr>
        <p:spPr bwMode="auto">
          <a:xfrm>
            <a:off x="1371066" y="859585"/>
            <a:ext cx="5340770" cy="1632505"/>
          </a:xfrm>
          <a:prstGeom prst="rect">
            <a:avLst/>
          </a:prstGeom>
          <a:solidFill>
            <a:schemeClr val="accent3">
              <a:alpha val="10000"/>
            </a:schemeClr>
          </a:solidFill>
          <a:ln w="3492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62247CB-AF61-6303-B32A-E9FB4C3CF036}"/>
              </a:ext>
              <a:ext uri="{C183D7F6-B498-43B3-948B-1728B52AA6E4}">
                <adec:decorative xmlns:adec="http://schemas.microsoft.com/office/drawing/2017/decorative" val="1"/>
              </a:ext>
            </a:extLst>
          </p:cNvPr>
          <p:cNvSpPr/>
          <p:nvPr/>
        </p:nvSpPr>
        <p:spPr bwMode="auto">
          <a:xfrm>
            <a:off x="1371066" y="3731000"/>
            <a:ext cx="2246484" cy="1192696"/>
          </a:xfrm>
          <a:prstGeom prst="rect">
            <a:avLst/>
          </a:prstGeom>
          <a:solidFill>
            <a:schemeClr val="accent2">
              <a:alpha val="10000"/>
            </a:schemeClr>
          </a:solidFill>
          <a:ln w="3492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9D8DD11A-16CF-EF15-072A-B0179ECCACF7}"/>
              </a:ext>
            </a:extLst>
          </p:cNvPr>
          <p:cNvSpPr>
            <a:spLocks noGrp="1"/>
          </p:cNvSpPr>
          <p:nvPr>
            <p:ph type="title"/>
          </p:nvPr>
        </p:nvSpPr>
        <p:spPr>
          <a:xfrm>
            <a:off x="7400317" y="184351"/>
            <a:ext cx="4480559" cy="1723549"/>
          </a:xfrm>
        </p:spPr>
        <p:txBody>
          <a:bodyPr/>
          <a:lstStyle/>
          <a:p>
            <a:r>
              <a:rPr lang="fr-FR" sz="2800" dirty="0"/>
              <a:t>Protéger les comptes de confiance contre l'usurpation d'identité dès aujourd'hui</a:t>
            </a:r>
            <a:endParaRPr lang="en-US" sz="2800" dirty="0"/>
          </a:p>
        </p:txBody>
      </p:sp>
      <p:pic>
        <p:nvPicPr>
          <p:cNvPr id="9" name="Picture 8">
            <a:extLst>
              <a:ext uri="{FF2B5EF4-FFF2-40B4-BE49-F238E27FC236}">
                <a16:creationId xmlns:a16="http://schemas.microsoft.com/office/drawing/2014/main" id="{6460C35C-4CBD-D9A7-C71E-BD66F4DE5E25}"/>
              </a:ext>
              <a:ext uri="{C183D7F6-B498-43B3-948B-1728B52AA6E4}">
                <adec:decorative xmlns:adec="http://schemas.microsoft.com/office/drawing/2017/decorative" val="1"/>
              </a:ext>
            </a:extLst>
          </p:cNvPr>
          <p:cNvPicPr>
            <a:picLocks noChangeAspect="1"/>
          </p:cNvPicPr>
          <p:nvPr/>
        </p:nvPicPr>
        <p:blipFill>
          <a:blip r:embed="rId4"/>
          <a:srcRect l="48889" t="21362" r="10247" b="47844"/>
          <a:stretch/>
        </p:blipFill>
        <p:spPr>
          <a:xfrm>
            <a:off x="2664805" y="2361971"/>
            <a:ext cx="4391272" cy="2003941"/>
          </a:xfrm>
          <a:prstGeom prst="rect">
            <a:avLst/>
          </a:prstGeom>
          <a:effectLst>
            <a:outerShdw blurRad="190500" dist="50800" dir="2700000" algn="ctr" rotWithShape="0">
              <a:srgbClr val="000000">
                <a:alpha val="25000"/>
              </a:srgbClr>
            </a:outerShdw>
          </a:effectLst>
        </p:spPr>
      </p:pic>
      <p:sp>
        <p:nvSpPr>
          <p:cNvPr id="10" name="Rectangle 9">
            <a:extLst>
              <a:ext uri="{FF2B5EF4-FFF2-40B4-BE49-F238E27FC236}">
                <a16:creationId xmlns:a16="http://schemas.microsoft.com/office/drawing/2014/main" id="{588535AC-0F44-ACB4-C2BF-189101EAFCB4}"/>
              </a:ext>
              <a:ext uri="{C183D7F6-B498-43B3-948B-1728B52AA6E4}">
                <adec:decorative xmlns:adec="http://schemas.microsoft.com/office/drawing/2017/decorative" val="1"/>
              </a:ext>
            </a:extLst>
          </p:cNvPr>
          <p:cNvSpPr/>
          <p:nvPr/>
        </p:nvSpPr>
        <p:spPr bwMode="auto">
          <a:xfrm>
            <a:off x="2664805" y="2361971"/>
            <a:ext cx="4391272" cy="2003940"/>
          </a:xfrm>
          <a:prstGeom prst="rect">
            <a:avLst/>
          </a:prstGeom>
          <a:solidFill>
            <a:schemeClr val="accent1">
              <a:alpha val="10000"/>
            </a:schemeClr>
          </a:solid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Title 1">
            <a:extLst>
              <a:ext uri="{FF2B5EF4-FFF2-40B4-BE49-F238E27FC236}">
                <a16:creationId xmlns:a16="http://schemas.microsoft.com/office/drawing/2014/main" id="{2FBC9BC0-43B5-44EE-FF52-BFA4B297DF1F}"/>
              </a:ext>
            </a:extLst>
          </p:cNvPr>
          <p:cNvSpPr txBox="1">
            <a:spLocks/>
          </p:cNvSpPr>
          <p:nvPr/>
        </p:nvSpPr>
        <p:spPr>
          <a:xfrm>
            <a:off x="8291632" y="2314412"/>
            <a:ext cx="3328416" cy="830997"/>
          </a:xfrm>
          <a:prstGeom prst="rect">
            <a:avLst/>
          </a:prstGeom>
        </p:spPr>
        <p:txBody>
          <a:bodyPr vert="horz" wrap="square" lIns="0" tIns="0" rIns="274320" bIns="0" rtlCol="0" anchor="t">
            <a:noAutofit/>
          </a:bodyPr>
          <a:lstStyle>
            <a:lvl1pPr algn="l" defTabSz="932742" rtl="0" eaLnBrk="1" latinLnBrk="0" hangingPunct="1">
              <a:lnSpc>
                <a:spcPct val="100000"/>
              </a:lnSpc>
              <a:spcBef>
                <a:spcPct val="0"/>
              </a:spcBef>
              <a:buNone/>
              <a:defRPr lang="en-US" sz="3600" b="0" kern="1200" cap="none" spc="-50" baseline="0">
                <a:ln w="3175">
                  <a:noFill/>
                </a:ln>
                <a:solidFill>
                  <a:schemeClr val="bg1"/>
                </a:solidFill>
                <a:effectLst/>
                <a:latin typeface="+mj-lt"/>
                <a:ea typeface="+mn-ea"/>
                <a:cs typeface="Segoe UI" pitchFamily="34" charset="0"/>
              </a:defRPr>
            </a:lvl1pPr>
          </a:lstStyle>
          <a:p>
            <a:pPr lvl="0">
              <a:defRPr/>
            </a:pPr>
            <a:r>
              <a:rPr lang="fr-FR" sz="1800" dirty="0">
                <a:solidFill>
                  <a:srgbClr val="000000"/>
                </a:solidFill>
                <a:latin typeface="Segoe UI"/>
              </a:rPr>
              <a:t>Obtenir votre locataire Entra Verified ID prêt à </a:t>
            </a:r>
            <a:r>
              <a:rPr lang="fr-FR" sz="1800" dirty="0">
                <a:solidFill>
                  <a:srgbClr val="000000"/>
                </a:solidFill>
              </a:rPr>
              <a:t>émettre et à vérifier en quelques minutes</a:t>
            </a:r>
          </a:p>
        </p:txBody>
      </p:sp>
      <p:sp>
        <p:nvSpPr>
          <p:cNvPr id="14" name="Oval 13">
            <a:extLst>
              <a:ext uri="{FF2B5EF4-FFF2-40B4-BE49-F238E27FC236}">
                <a16:creationId xmlns:a16="http://schemas.microsoft.com/office/drawing/2014/main" id="{9C0C2104-A219-E3A7-8BA2-DF9B339C1F1B}"/>
              </a:ext>
              <a:ext uri="{C183D7F6-B498-43B3-948B-1728B52AA6E4}">
                <adec:decorative xmlns:adec="http://schemas.microsoft.com/office/drawing/2017/decorative" val="1"/>
              </a:ext>
            </a:extLst>
          </p:cNvPr>
          <p:cNvSpPr/>
          <p:nvPr/>
        </p:nvSpPr>
        <p:spPr bwMode="auto">
          <a:xfrm>
            <a:off x="7400317" y="2387236"/>
            <a:ext cx="685349" cy="685349"/>
          </a:xfrm>
          <a:prstGeom prst="ellipse">
            <a:avLst/>
          </a:prstGeom>
          <a:solidFill>
            <a:srgbClr val="0078D4"/>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1</a:t>
            </a:r>
          </a:p>
        </p:txBody>
      </p:sp>
      <p:sp>
        <p:nvSpPr>
          <p:cNvPr id="12" name="TextBox 11">
            <a:extLst>
              <a:ext uri="{FF2B5EF4-FFF2-40B4-BE49-F238E27FC236}">
                <a16:creationId xmlns:a16="http://schemas.microsoft.com/office/drawing/2014/main" id="{23B3DC2B-C377-6452-3A7E-312F87BE2094}"/>
              </a:ext>
            </a:extLst>
          </p:cNvPr>
          <p:cNvSpPr txBox="1"/>
          <p:nvPr/>
        </p:nvSpPr>
        <p:spPr>
          <a:xfrm>
            <a:off x="8291630" y="3360180"/>
            <a:ext cx="4010435" cy="1107996"/>
          </a:xfrm>
          <a:prstGeom prst="rect">
            <a:avLst/>
          </a:prstGeom>
          <a:noFill/>
        </p:spPr>
        <p:txBody>
          <a:bodyPr wrap="square" lIns="0" tIns="0" rIns="274320" bIns="0">
            <a:spAutoFit/>
          </a:bodyPr>
          <a:lstStyle/>
          <a:p>
            <a:pPr lvl="0" defTabSz="914400">
              <a:defRPr/>
            </a:pPr>
            <a:r>
              <a:rPr lang="fr-FR" sz="1800" spc="-50" dirty="0">
                <a:ln w="3175">
                  <a:noFill/>
                </a:ln>
                <a:solidFill>
                  <a:srgbClr val="000000"/>
                </a:solidFill>
                <a:latin typeface="+mj-lt"/>
                <a:cs typeface="Segoe UI" pitchFamily="34" charset="0"/>
              </a:rPr>
              <a:t>Délivrer et vérifier immédiatement </a:t>
            </a:r>
            <a:r>
              <a:rPr lang="fr-FR" sz="1800" spc="-50" dirty="0">
                <a:ln w="3175">
                  <a:noFill/>
                </a:ln>
                <a:solidFill>
                  <a:srgbClr val="000000"/>
                </a:solidFill>
                <a:latin typeface="Segoe UI"/>
                <a:cs typeface="Segoe UI" pitchFamily="34" charset="0"/>
              </a:rPr>
              <a:t>les identifiants vérifiés des PS et d’autres personnels pour les utilisateurs sélectionnés.</a:t>
            </a:r>
          </a:p>
        </p:txBody>
      </p:sp>
      <p:sp>
        <p:nvSpPr>
          <p:cNvPr id="15" name="Oval 14">
            <a:extLst>
              <a:ext uri="{FF2B5EF4-FFF2-40B4-BE49-F238E27FC236}">
                <a16:creationId xmlns:a16="http://schemas.microsoft.com/office/drawing/2014/main" id="{46E9D7B2-B5F9-CFB9-70D3-3DC6FC35A6CA}"/>
              </a:ext>
              <a:ext uri="{C183D7F6-B498-43B3-948B-1728B52AA6E4}">
                <adec:decorative xmlns:adec="http://schemas.microsoft.com/office/drawing/2017/decorative" val="1"/>
              </a:ext>
            </a:extLst>
          </p:cNvPr>
          <p:cNvSpPr/>
          <p:nvPr/>
        </p:nvSpPr>
        <p:spPr bwMode="auto">
          <a:xfrm>
            <a:off x="7400317" y="3465992"/>
            <a:ext cx="685349" cy="685349"/>
          </a:xfrm>
          <a:prstGeom prst="ellipse">
            <a:avLst/>
          </a:prstGeom>
          <a:solidFill>
            <a:schemeClr val="accent3"/>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2</a:t>
            </a:r>
          </a:p>
        </p:txBody>
      </p:sp>
      <p:sp>
        <p:nvSpPr>
          <p:cNvPr id="13" name="TextBox 12">
            <a:extLst>
              <a:ext uri="{FF2B5EF4-FFF2-40B4-BE49-F238E27FC236}">
                <a16:creationId xmlns:a16="http://schemas.microsoft.com/office/drawing/2014/main" id="{D63AA214-C0E5-8335-A6D1-6FA7EDCED1ED}"/>
              </a:ext>
            </a:extLst>
          </p:cNvPr>
          <p:cNvSpPr txBox="1"/>
          <p:nvPr/>
        </p:nvSpPr>
        <p:spPr>
          <a:xfrm>
            <a:off x="8291630" y="4627556"/>
            <a:ext cx="3328418" cy="553998"/>
          </a:xfrm>
          <a:prstGeom prst="rect">
            <a:avLst/>
          </a:prstGeom>
          <a:noFill/>
        </p:spPr>
        <p:txBody>
          <a:bodyPr wrap="square" lIns="0" tIns="0" rIns="27432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spc="-50" noProof="0" dirty="0">
                <a:ln w="3175">
                  <a:noFill/>
                </a:ln>
                <a:solidFill>
                  <a:srgbClr val="000000"/>
                </a:solidFill>
                <a:latin typeface="Segoe UI"/>
                <a:cs typeface="Segoe UI" pitchFamily="34" charset="0"/>
              </a:rPr>
              <a:t>Activer Face Check* </a:t>
            </a:r>
            <a:br>
              <a:rPr lang="fr-FR" sz="1800" spc="-50" noProof="0" dirty="0">
                <a:ln w="3175">
                  <a:noFill/>
                </a:ln>
                <a:solidFill>
                  <a:srgbClr val="000000"/>
                </a:solidFill>
                <a:latin typeface="Segoe UI"/>
                <a:cs typeface="Segoe UI" pitchFamily="34" charset="0"/>
              </a:rPr>
            </a:br>
            <a:r>
              <a:rPr lang="fr-FR" sz="1800" spc="-50" noProof="0" dirty="0">
                <a:ln w="3175">
                  <a:noFill/>
                </a:ln>
                <a:solidFill>
                  <a:srgbClr val="000000"/>
                </a:solidFill>
                <a:latin typeface="Segoe UI"/>
                <a:cs typeface="Segoe UI" pitchFamily="34" charset="0"/>
              </a:rPr>
              <a:t>en </a:t>
            </a:r>
            <a:r>
              <a:rPr lang="fr-FR" sz="1800" spc="-50" noProof="0" dirty="0">
                <a:ln w="3175">
                  <a:noFill/>
                </a:ln>
                <a:solidFill>
                  <a:srgbClr val="000000"/>
                </a:solidFill>
                <a:latin typeface="+mj-lt"/>
                <a:cs typeface="Segoe UI" pitchFamily="34" charset="0"/>
              </a:rPr>
              <a:t>un clic</a:t>
            </a:r>
          </a:p>
        </p:txBody>
      </p:sp>
      <p:sp>
        <p:nvSpPr>
          <p:cNvPr id="16" name="Oval 15">
            <a:extLst>
              <a:ext uri="{FF2B5EF4-FFF2-40B4-BE49-F238E27FC236}">
                <a16:creationId xmlns:a16="http://schemas.microsoft.com/office/drawing/2014/main" id="{A14FF249-DA3B-B6F7-0904-4CB899052538}"/>
              </a:ext>
              <a:ext uri="{C183D7F6-B498-43B3-948B-1728B52AA6E4}">
                <adec:decorative xmlns:adec="http://schemas.microsoft.com/office/drawing/2017/decorative" val="1"/>
              </a:ext>
            </a:extLst>
          </p:cNvPr>
          <p:cNvSpPr/>
          <p:nvPr/>
        </p:nvSpPr>
        <p:spPr bwMode="auto">
          <a:xfrm>
            <a:off x="7400317" y="4471923"/>
            <a:ext cx="685349" cy="685349"/>
          </a:xfrm>
          <a:prstGeom prst="ellipse">
            <a:avLst/>
          </a:prstGeom>
          <a:solidFill>
            <a:schemeClr val="accent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3</a:t>
            </a:r>
          </a:p>
        </p:txBody>
      </p:sp>
      <p:sp>
        <p:nvSpPr>
          <p:cNvPr id="3" name="TextBox 2">
            <a:extLst>
              <a:ext uri="{FF2B5EF4-FFF2-40B4-BE49-F238E27FC236}">
                <a16:creationId xmlns:a16="http://schemas.microsoft.com/office/drawing/2014/main" id="{BC6B08DA-884F-9D2E-91D0-E1A64A986A2B}"/>
              </a:ext>
            </a:extLst>
          </p:cNvPr>
          <p:cNvSpPr txBox="1"/>
          <p:nvPr/>
        </p:nvSpPr>
        <p:spPr>
          <a:xfrm>
            <a:off x="7457822" y="5520088"/>
            <a:ext cx="4423054" cy="430887"/>
          </a:xfrm>
          <a:prstGeom prst="rect">
            <a:avLst/>
          </a:prstGeom>
          <a:noFill/>
        </p:spPr>
        <p:txBody>
          <a:bodyPr wrap="square" lIns="0" tIns="0" rIns="0" bIns="0" rtlCol="0">
            <a:spAutoFit/>
          </a:bodyPr>
          <a:lstStyle/>
          <a:p>
            <a:pPr lvl="0" defTabSz="914400">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 </a:t>
            </a:r>
            <a:r>
              <a:rPr lang="fr-FR" sz="1400" dirty="0">
                <a:solidFill>
                  <a:srgbClr val="000000"/>
                </a:solidFill>
                <a:latin typeface="+mj-lt"/>
              </a:rPr>
              <a:t>Tester Face Check gratuitement </a:t>
            </a:r>
            <a:r>
              <a:rPr lang="fr-FR" sz="1400" dirty="0">
                <a:solidFill>
                  <a:srgbClr val="000000"/>
                </a:solidFill>
              </a:rPr>
              <a:t>dans la version d'essai d'Entra Suite</a:t>
            </a:r>
            <a:endParaRPr kumimoji="0" lang="en-US" sz="1400" i="0" u="none" strike="noStrike" kern="1200" cap="none" spc="0" normalizeH="0" baseline="0" noProof="0" dirty="0">
              <a:ln>
                <a:noFill/>
              </a:ln>
              <a:solidFill>
                <a:srgbClr val="000000"/>
              </a:solidFill>
              <a:effectLst/>
              <a:uLnTx/>
              <a:uFillTx/>
              <a:latin typeface="Segoe UI"/>
            </a:endParaRPr>
          </a:p>
        </p:txBody>
      </p:sp>
      <p:sp>
        <p:nvSpPr>
          <p:cNvPr id="8" name="TextBox 7">
            <a:extLst>
              <a:ext uri="{FF2B5EF4-FFF2-40B4-BE49-F238E27FC236}">
                <a16:creationId xmlns:a16="http://schemas.microsoft.com/office/drawing/2014/main" id="{23380030-2724-0BA1-7F0F-509A466D98FD}"/>
              </a:ext>
            </a:extLst>
          </p:cNvPr>
          <p:cNvSpPr txBox="1"/>
          <p:nvPr/>
        </p:nvSpPr>
        <p:spPr>
          <a:xfrm>
            <a:off x="7637990" y="6159903"/>
            <a:ext cx="4005214" cy="307777"/>
          </a:xfrm>
          <a:prstGeom prst="rect">
            <a:avLst/>
          </a:prstGeom>
          <a:noFill/>
        </p:spPr>
        <p:txBody>
          <a:bodyPr wrap="square" lIns="0" rIns="0">
            <a:spAutoFit/>
          </a:bodyPr>
          <a:lstStyle>
            <a:defPPr>
              <a:defRPr lang="en-US"/>
            </a:defPPr>
            <a:lvl1pPr marL="171450" marR="0" lvl="0" indent="-171450" fontAlgn="auto">
              <a:lnSpc>
                <a:spcPct val="100000"/>
              </a:lnSpc>
              <a:spcBef>
                <a:spcPts val="0"/>
              </a:spcBef>
              <a:spcAft>
                <a:spcPts val="0"/>
              </a:spcAft>
              <a:buClrTx/>
              <a:buSzTx/>
              <a:buBlip>
                <a:blip r:embed="rId5"/>
              </a:buBlip>
              <a:tabLst/>
              <a:defRPr sz="1200" b="1">
                <a:solidFill>
                  <a:schemeClr val="accent6"/>
                </a:solidFill>
                <a:latin typeface="Segoe UI"/>
              </a:defRPr>
            </a:lvl1pPr>
          </a:lstStyle>
          <a:p>
            <a:pPr algn="ctr"/>
            <a:r>
              <a:rPr lang="fr-FR" sz="1400" b="0" noProof="0" dirty="0">
                <a:latin typeface="+mj-lt"/>
                <a:hlinkClick r:id="rId6" action="ppaction://hlinksldjump">
                  <a:extLst>
                    <a:ext uri="{A12FA001-AC4F-418D-AE19-62706E023703}">
                      <ahyp:hlinkClr xmlns:ahyp="http://schemas.microsoft.com/office/drawing/2018/hyperlinkcolor" val="tx"/>
                    </a:ext>
                  </a:extLst>
                </a:hlinkClick>
              </a:rPr>
              <a:t>Tutoriels et ressources pour démarrer</a:t>
            </a:r>
            <a:endParaRPr lang="fr-FR" sz="1400" b="0" noProof="0" dirty="0">
              <a:latin typeface="+mj-lt"/>
            </a:endParaRPr>
          </a:p>
        </p:txBody>
      </p:sp>
    </p:spTree>
    <p:extLst>
      <p:ext uri="{BB962C8B-B14F-4D97-AF65-F5344CB8AC3E}">
        <p14:creationId xmlns:p14="http://schemas.microsoft.com/office/powerpoint/2010/main" val="22271646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nodeType="withEffect">
                                  <p:stCondLst>
                                    <p:cond delay="0"/>
                                  </p:stCondLst>
                                  <p:childTnLst>
                                    <p:animMotion origin="layout" path="M 2.08333E-6 7.40741E-7 L 2.08333E-6 0.03542 " pathEditMode="relative" rAng="0" ptsTypes="AA">
                                      <p:cBhvr>
                                        <p:cTn id="9" dur="700" spd="-100000" fill="hold"/>
                                        <p:tgtEl>
                                          <p:spTgt spid="9"/>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7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xit" presetSubtype="0" fill="hold" grpId="1" nodeType="withEffect">
                                  <p:stCondLst>
                                    <p:cond delay="0"/>
                                  </p:stCondLst>
                                  <p:childTnLst>
                                    <p:animEffect transition="out" filter="fade">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fade">
                                      <p:cBhvr>
                                        <p:cTn id="55" dur="500"/>
                                        <p:tgtEl>
                                          <p:spTgt spid="3"/>
                                        </p:tgtEl>
                                      </p:cBhvr>
                                    </p:animEffect>
                                  </p:childTnLst>
                                </p:cTn>
                              </p:par>
                              <p:par>
                                <p:cTn id="56" presetID="10" presetClass="entr" presetSubtype="0" fill="hold" grpId="0" nodeType="withEffect">
                                  <p:stCondLst>
                                    <p:cond delay="25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par>
                                <p:cTn id="59" presetID="10" presetClass="entr" presetSubtype="0" fill="hold" grpId="0" nodeType="withEffect">
                                  <p:stCondLst>
                                    <p:cond delay="25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0" grpId="0" animBg="1"/>
      <p:bldP spid="10" grpId="1" animBg="1"/>
      <p:bldP spid="11" grpId="0"/>
      <p:bldP spid="14" grpId="0" animBg="1"/>
      <p:bldP spid="12" grpId="0"/>
      <p:bldP spid="15" grpId="0" animBg="1"/>
      <p:bldP spid="13" grpId="0"/>
      <p:bldP spid="16" grpId="0" animBg="1"/>
      <p:bldP spid="3"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5900A72D-46C6-A5BA-E83A-9089B034B45E}"/>
              </a:ext>
            </a:extLst>
          </p:cNvPr>
          <p:cNvSpPr txBox="1">
            <a:spLocks/>
          </p:cNvSpPr>
          <p:nvPr/>
        </p:nvSpPr>
        <p:spPr>
          <a:xfrm>
            <a:off x="153614" y="1857399"/>
            <a:ext cx="4530673" cy="4127157"/>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1" i="0" kern="1200" spc="0" baseline="0">
                <a:solidFill>
                  <a:schemeClr val="tx1"/>
                </a:solidFill>
                <a:latin typeface="Segoe Sans Text Semibold" pitchFamily="2" charset="0"/>
                <a:ea typeface="+mn-ea"/>
                <a:cs typeface="Segoe Sans Text Semibold"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Sans Text" pitchFamily="2" charset="0"/>
                <a:ea typeface="+mn-ea"/>
                <a:cs typeface="Segoe Sans Text" pitchFamily="2" charset="0"/>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Sans Text" pitchFamily="2" charset="0"/>
                <a:ea typeface="+mn-ea"/>
                <a:cs typeface="Segoe Sans Text" pitchFamily="2" charset="0"/>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b="0" i="0" kern="1200" spc="0" baseline="0">
                <a:solidFill>
                  <a:schemeClr val="tx1"/>
                </a:solidFill>
                <a:latin typeface="Segoe Sans Text" pitchFamily="2" charset="0"/>
                <a:ea typeface="+mn-ea"/>
                <a:cs typeface="Segoe Sans Text" pitchFamily="2" charset="0"/>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50" b="0" i="0" kern="1200" spc="0" baseline="0">
                <a:solidFill>
                  <a:schemeClr val="tx1"/>
                </a:solidFill>
                <a:latin typeface="Segoe Sans Text" pitchFamily="2" charset="0"/>
                <a:ea typeface="+mn-ea"/>
                <a:cs typeface="Segoe Sans Text"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32742" rtl="0" eaLnBrk="1" fontAlgn="auto" latinLnBrk="0" hangingPunct="1">
              <a:lnSpc>
                <a:spcPct val="150000"/>
              </a:lnSpc>
              <a:spcBef>
                <a:spcPct val="20000"/>
              </a:spcBef>
              <a:spcAft>
                <a:spcPts val="0"/>
              </a:spcAft>
              <a:buClrTx/>
              <a:buSzPct val="90000"/>
              <a:buFont typeface="Wingdings" panose="05000000000000000000" pitchFamily="2" charset="2"/>
              <a:buAutoNum type="arabicPeriod"/>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Segoe Sans Text Semibold" pitchFamily="2" charset="0"/>
            </a:endParaRPr>
          </a:p>
        </p:txBody>
      </p:sp>
      <p:pic>
        <p:nvPicPr>
          <p:cNvPr id="3" name="Picture 2">
            <a:extLst>
              <a:ext uri="{FF2B5EF4-FFF2-40B4-BE49-F238E27FC236}">
                <a16:creationId xmlns:a16="http://schemas.microsoft.com/office/drawing/2014/main" id="{4366C75B-416A-B2E3-385C-5C8E8A33F0F0}"/>
              </a:ext>
            </a:extLst>
          </p:cNvPr>
          <p:cNvPicPr>
            <a:picLocks noChangeAspect="1"/>
          </p:cNvPicPr>
          <p:nvPr/>
        </p:nvPicPr>
        <p:blipFill>
          <a:blip r:embed="rId3"/>
          <a:stretch>
            <a:fillRect/>
          </a:stretch>
        </p:blipFill>
        <p:spPr>
          <a:xfrm>
            <a:off x="5397429" y="1631942"/>
            <a:ext cx="6646789" cy="3753673"/>
          </a:xfrm>
          <a:prstGeom prst="rect">
            <a:avLst/>
          </a:prstGeom>
        </p:spPr>
      </p:pic>
      <p:sp>
        <p:nvSpPr>
          <p:cNvPr id="10" name="Titre 9">
            <a:extLst>
              <a:ext uri="{FF2B5EF4-FFF2-40B4-BE49-F238E27FC236}">
                <a16:creationId xmlns:a16="http://schemas.microsoft.com/office/drawing/2014/main" id="{4BA5D9C5-5553-BA5E-F8B2-9E54DA8DF4C8}"/>
              </a:ext>
            </a:extLst>
          </p:cNvPr>
          <p:cNvSpPr>
            <a:spLocks noGrp="1"/>
          </p:cNvSpPr>
          <p:nvPr>
            <p:ph type="title"/>
          </p:nvPr>
        </p:nvSpPr>
        <p:spPr/>
        <p:txBody>
          <a:bodyPr/>
          <a:lstStyle/>
          <a:p>
            <a:r>
              <a:rPr lang="en-US" dirty="0"/>
              <a:t>API Entra Verified ID </a:t>
            </a:r>
          </a:p>
        </p:txBody>
      </p:sp>
      <p:sp>
        <p:nvSpPr>
          <p:cNvPr id="11" name="Espace réservé du texte 10">
            <a:extLst>
              <a:ext uri="{FF2B5EF4-FFF2-40B4-BE49-F238E27FC236}">
                <a16:creationId xmlns:a16="http://schemas.microsoft.com/office/drawing/2014/main" id="{4C642FAA-24FF-A7EE-3482-C35752B4AC6B}"/>
              </a:ext>
            </a:extLst>
          </p:cNvPr>
          <p:cNvSpPr>
            <a:spLocks noGrp="1"/>
          </p:cNvSpPr>
          <p:nvPr>
            <p:ph type="body" sz="quarter" idx="10"/>
          </p:nvPr>
        </p:nvSpPr>
        <p:spPr>
          <a:xfrm>
            <a:off x="694301" y="1320265"/>
            <a:ext cx="4686610" cy="4659737"/>
          </a:xfrm>
        </p:spPr>
        <p:txBody>
          <a:bodyPr/>
          <a:lstStyle/>
          <a:p>
            <a:pPr marL="342900" indent="-342900">
              <a:lnSpc>
                <a:spcPct val="150000"/>
              </a:lnSpc>
              <a:buFont typeface="Wingdings" panose="05000000000000000000" pitchFamily="2" charset="2"/>
              <a:buAutoNum type="arabicPeriod"/>
              <a:defRPr/>
            </a:pPr>
            <a:r>
              <a:rPr lang="en-US" sz="1800" dirty="0">
                <a:cs typeface="Segoe Sans Text Semibold" pitchFamily="2" charset="0"/>
              </a:rPr>
              <a:t>Request APIs (Client API) for issue and verify functions</a:t>
            </a:r>
          </a:p>
          <a:p>
            <a:pPr marL="342900" indent="-342900">
              <a:lnSpc>
                <a:spcPct val="150000"/>
              </a:lnSpc>
              <a:buFont typeface="Wingdings" panose="05000000000000000000" pitchFamily="2" charset="2"/>
              <a:buAutoNum type="arabicPeriod"/>
              <a:defRPr/>
            </a:pPr>
            <a:r>
              <a:rPr lang="en-US" sz="1800" dirty="0">
                <a:cs typeface="Segoe Sans Text Semibold" pitchFamily="2" charset="0"/>
              </a:rPr>
              <a:t>Admin APIs to perform admin functions and add such functions to your own custom build control panels</a:t>
            </a:r>
          </a:p>
          <a:p>
            <a:pPr marL="571500" lvl="1" indent="-342900">
              <a:lnSpc>
                <a:spcPct val="150000"/>
              </a:lnSpc>
              <a:buFont typeface="Wingdings" panose="05000000000000000000" pitchFamily="2" charset="2"/>
              <a:buAutoNum type="arabicPeriod"/>
            </a:pPr>
            <a:r>
              <a:rPr lang="en-US" sz="1400" dirty="0">
                <a:cs typeface="Segoe Sans Text Semibold" pitchFamily="2" charset="0"/>
              </a:rPr>
              <a:t>Onboard</a:t>
            </a:r>
          </a:p>
          <a:p>
            <a:pPr marL="571500" lvl="1" indent="-342900">
              <a:lnSpc>
                <a:spcPct val="150000"/>
              </a:lnSpc>
              <a:buFont typeface="Wingdings" panose="05000000000000000000" pitchFamily="2" charset="2"/>
              <a:buAutoNum type="arabicPeriod"/>
            </a:pPr>
            <a:r>
              <a:rPr lang="en-US" sz="1400" dirty="0">
                <a:cs typeface="Segoe Sans Text Semibold" pitchFamily="2" charset="0"/>
              </a:rPr>
              <a:t>Credential contracts</a:t>
            </a:r>
          </a:p>
          <a:p>
            <a:pPr marL="571500" lvl="1" indent="-342900">
              <a:lnSpc>
                <a:spcPct val="150000"/>
              </a:lnSpc>
              <a:buFont typeface="Wingdings" panose="05000000000000000000" pitchFamily="2" charset="2"/>
              <a:buAutoNum type="arabicPeriod"/>
            </a:pPr>
            <a:r>
              <a:rPr lang="en-US" sz="1400" dirty="0">
                <a:cs typeface="Segoe Sans Text Semibold" pitchFamily="2" charset="0"/>
              </a:rPr>
              <a:t>Credential</a:t>
            </a:r>
          </a:p>
          <a:p>
            <a:pPr marL="342900" lvl="0" indent="-342900">
              <a:lnSpc>
                <a:spcPct val="150000"/>
              </a:lnSpc>
              <a:buFont typeface="Wingdings" panose="05000000000000000000" pitchFamily="2" charset="2"/>
              <a:buAutoNum type="arabicPeriod"/>
              <a:defRPr/>
            </a:pPr>
            <a:r>
              <a:rPr lang="en-US" sz="1800" dirty="0">
                <a:cs typeface="Segoe Sans Text Semibold" pitchFamily="2" charset="0"/>
              </a:rPr>
              <a:t>Open-source library to integrate into branded app</a:t>
            </a:r>
          </a:p>
          <a:p>
            <a:endParaRPr lang="en-US" dirty="0"/>
          </a:p>
        </p:txBody>
      </p:sp>
      <p:sp>
        <p:nvSpPr>
          <p:cNvPr id="12" name="TextBox 3">
            <a:extLst>
              <a:ext uri="{FF2B5EF4-FFF2-40B4-BE49-F238E27FC236}">
                <a16:creationId xmlns:a16="http://schemas.microsoft.com/office/drawing/2014/main" id="{EB09B84A-05C8-D813-240A-37FA2097D6FD}"/>
              </a:ext>
            </a:extLst>
          </p:cNvPr>
          <p:cNvSpPr txBox="1"/>
          <p:nvPr/>
        </p:nvSpPr>
        <p:spPr>
          <a:xfrm>
            <a:off x="586390" y="5765241"/>
            <a:ext cx="4361745" cy="635559"/>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GB" sz="1765" b="0" i="0" u="none" strike="noStrike" kern="1200" cap="none" spc="0" normalizeH="0" baseline="0" noProof="0" dirty="0">
                <a:ln>
                  <a:noFill/>
                </a:ln>
                <a:solidFill>
                  <a:srgbClr val="0070C0"/>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Microsoft Entra Wallet Library</a:t>
            </a:r>
            <a:endParaRPr kumimoji="0" lang="en-GB" sz="1765" b="0" i="0" u="none" strike="noStrike" kern="1200" cap="none" spc="0" normalizeH="0" baseline="0" noProof="0" dirty="0">
              <a:ln>
                <a:noFill/>
              </a:ln>
              <a:solidFill>
                <a:srgbClr val="0070C0"/>
              </a:solidFill>
              <a:effectLst/>
              <a:uLnTx/>
              <a:uFillTx/>
              <a:latin typeface="Segoe UI"/>
              <a:ea typeface="+mn-ea"/>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lang="en-GB" sz="1765" dirty="0">
                <a:solidFill>
                  <a:srgbClr val="0070C0"/>
                </a:solidFill>
                <a:latin typeface="Segoe UI"/>
                <a:hlinkClick r:id="rId5"/>
              </a:rPr>
              <a:t>https://aka.ms/VerifiedIDdocs</a:t>
            </a:r>
            <a:r>
              <a:rPr lang="en-GB" sz="1765" dirty="0">
                <a:solidFill>
                  <a:srgbClr val="0070C0"/>
                </a:solidFill>
                <a:latin typeface="Segoe UI"/>
              </a:rPr>
              <a:t> </a:t>
            </a:r>
            <a:endParaRPr kumimoji="0" lang="en-GB" sz="1765" b="0" i="0" u="none" strike="noStrike" kern="1200" cap="none" spc="0" normalizeH="0" baseline="0" noProof="0" dirty="0">
              <a:ln>
                <a:noFill/>
              </a:ln>
              <a:solidFill>
                <a:srgbClr val="0070C0"/>
              </a:solidFill>
              <a:effectLst/>
              <a:uLnTx/>
              <a:uFillTx/>
              <a:latin typeface="Segoe UI"/>
              <a:ea typeface="+mn-ea"/>
              <a:cs typeface="+mn-cs"/>
            </a:endParaRPr>
          </a:p>
        </p:txBody>
      </p:sp>
    </p:spTree>
    <p:extLst>
      <p:ext uri="{BB962C8B-B14F-4D97-AF65-F5344CB8AC3E}">
        <p14:creationId xmlns:p14="http://schemas.microsoft.com/office/powerpoint/2010/main" val="320178858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486D6-9DE9-65F5-31F7-28CC84F448F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411E3FD1-E5B2-780D-4BE3-98ABF750CDE1}"/>
              </a:ext>
            </a:extLst>
          </p:cNvPr>
          <p:cNvSpPr>
            <a:spLocks noGrp="1"/>
          </p:cNvSpPr>
          <p:nvPr>
            <p:ph type="title"/>
          </p:nvPr>
        </p:nvSpPr>
        <p:spPr/>
        <p:txBody>
          <a:bodyPr/>
          <a:lstStyle/>
          <a:p>
            <a:r>
              <a:rPr lang="fr-FR" dirty="0">
                <a:hlinkClick r:id="rId3"/>
              </a:rPr>
              <a:t>Configuration rapide</a:t>
            </a:r>
            <a:endParaRPr lang="en-US" dirty="0"/>
          </a:p>
        </p:txBody>
      </p:sp>
      <p:sp>
        <p:nvSpPr>
          <p:cNvPr id="6" name="Text Placeholder 5">
            <a:extLst>
              <a:ext uri="{FF2B5EF4-FFF2-40B4-BE49-F238E27FC236}">
                <a16:creationId xmlns:a16="http://schemas.microsoft.com/office/drawing/2014/main" id="{35E06571-304B-3C74-5AB0-A74E504E7215}"/>
              </a:ext>
            </a:extLst>
          </p:cNvPr>
          <p:cNvSpPr>
            <a:spLocks noGrp="1"/>
          </p:cNvSpPr>
          <p:nvPr>
            <p:ph type="body" sz="quarter" idx="10"/>
          </p:nvPr>
        </p:nvSpPr>
        <p:spPr>
          <a:xfrm>
            <a:off x="586390" y="1434370"/>
            <a:ext cx="9363726" cy="2468368"/>
          </a:xfrm>
        </p:spPr>
        <p:txBody>
          <a:bodyPr/>
          <a:lstStyle/>
          <a:p>
            <a:pPr algn="l"/>
            <a:r>
              <a:rPr lang="en-US" sz="2000" dirty="0">
                <a:gradFill>
                  <a:gsLst>
                    <a:gs pos="2917">
                      <a:schemeClr val="tx1"/>
                    </a:gs>
                    <a:gs pos="30000">
                      <a:schemeClr val="tx1"/>
                    </a:gs>
                  </a:gsLst>
                  <a:lin ang="5400000" scaled="0"/>
                </a:gradFill>
              </a:rPr>
              <a:t>Admin follows a simple </a:t>
            </a:r>
            <a:r>
              <a:rPr lang="en-US" sz="2000" b="1" i="1" u="sng" dirty="0">
                <a:gradFill>
                  <a:gsLst>
                    <a:gs pos="2917">
                      <a:schemeClr val="tx1"/>
                    </a:gs>
                    <a:gs pos="30000">
                      <a:schemeClr val="tx1"/>
                    </a:gs>
                  </a:gsLst>
                  <a:lin ang="5400000" scaled="0"/>
                </a:gradFill>
              </a:rPr>
              <a:t>single step</a:t>
            </a:r>
            <a:r>
              <a:rPr lang="en-US" sz="2000" b="1" i="1" dirty="0">
                <a:gradFill>
                  <a:gsLst>
                    <a:gs pos="2917">
                      <a:schemeClr val="tx1"/>
                    </a:gs>
                    <a:gs pos="30000">
                      <a:schemeClr val="tx1"/>
                    </a:gs>
                  </a:gsLst>
                  <a:lin ang="5400000" scaled="0"/>
                </a:gradFill>
              </a:rPr>
              <a:t> </a:t>
            </a:r>
            <a:r>
              <a:rPr lang="en-US" sz="2000" dirty="0">
                <a:gradFill>
                  <a:gsLst>
                    <a:gs pos="2917">
                      <a:schemeClr val="tx1"/>
                    </a:gs>
                    <a:gs pos="30000">
                      <a:schemeClr val="tx1"/>
                    </a:gs>
                  </a:gsLst>
                  <a:lin ang="5400000" scaled="0"/>
                </a:gradFill>
              </a:rPr>
              <a:t>process to enable Entra Verified ID setup</a:t>
            </a:r>
          </a:p>
          <a:p>
            <a:pPr marL="342900" indent="-342900" algn="l">
              <a:buFont typeface="Arial" panose="020B0604020202020204" pitchFamily="34" charset="0"/>
              <a:buChar char="•"/>
            </a:pPr>
            <a:r>
              <a:rPr lang="en-US" sz="1800" dirty="0">
                <a:gradFill>
                  <a:gsLst>
                    <a:gs pos="2917">
                      <a:schemeClr val="tx1"/>
                    </a:gs>
                    <a:gs pos="30000">
                      <a:schemeClr val="tx1"/>
                    </a:gs>
                  </a:gsLst>
                  <a:lin ang="5400000" scaled="0"/>
                </a:gradFill>
              </a:rPr>
              <a:t>Requires the customer to be a M365 tenant with a </a:t>
            </a:r>
            <a:r>
              <a:rPr lang="en-US" sz="1800" b="1" dirty="0">
                <a:gradFill>
                  <a:gsLst>
                    <a:gs pos="2917">
                      <a:schemeClr val="tx1"/>
                    </a:gs>
                    <a:gs pos="30000">
                      <a:schemeClr val="tx1"/>
                    </a:gs>
                  </a:gsLst>
                  <a:lin ang="5400000" scaled="0"/>
                </a:gradFill>
              </a:rPr>
              <a:t>custom domain </a:t>
            </a:r>
            <a:r>
              <a:rPr lang="en-US" sz="1800" dirty="0">
                <a:gradFill>
                  <a:gsLst>
                    <a:gs pos="2917">
                      <a:schemeClr val="tx1"/>
                    </a:gs>
                    <a:gs pos="30000">
                      <a:schemeClr val="tx1"/>
                    </a:gs>
                  </a:gsLst>
                  <a:lin ang="5400000" scaled="0"/>
                </a:gradFill>
              </a:rPr>
              <a:t>(customerxxxx.onmicrosoft.com), as an Entra ID setting.</a:t>
            </a:r>
          </a:p>
          <a:p>
            <a:pPr marL="342900" indent="-342900" algn="l">
              <a:buFont typeface="Arial" panose="020B0604020202020204" pitchFamily="34" charset="0"/>
              <a:buChar char="•"/>
            </a:pPr>
            <a:r>
              <a:rPr lang="en-GB" sz="1800" b="0" i="0" u="none" strike="noStrike" dirty="0">
                <a:effectLst/>
                <a:hlinkClick r:id="rId4"/>
              </a:rPr>
              <a:t>Global Administrator</a:t>
            </a:r>
            <a:r>
              <a:rPr lang="en-GB" sz="1800" b="0" i="0" dirty="0">
                <a:solidFill>
                  <a:srgbClr val="161616"/>
                </a:solidFill>
                <a:effectLst/>
              </a:rPr>
              <a:t> or the </a:t>
            </a:r>
            <a:r>
              <a:rPr lang="en-GB" sz="1800" b="0" i="0" u="none" strike="noStrike" dirty="0">
                <a:effectLst/>
                <a:hlinkClick r:id="rId5"/>
              </a:rPr>
              <a:t>authentication policy administrator</a:t>
            </a:r>
            <a:r>
              <a:rPr lang="en-GB" sz="1800" b="0" i="0" dirty="0">
                <a:solidFill>
                  <a:srgbClr val="161616"/>
                </a:solidFill>
                <a:effectLst/>
              </a:rPr>
              <a:t> permission for the directory you want to configure. If you're not the Global Administrator, you need the </a:t>
            </a:r>
            <a:r>
              <a:rPr lang="en-GB" sz="1800" b="0" i="0" u="none" strike="noStrike" dirty="0">
                <a:effectLst/>
                <a:hlinkClick r:id="rId6"/>
              </a:rPr>
              <a:t>application administrator</a:t>
            </a:r>
            <a:r>
              <a:rPr lang="en-GB" sz="1800" b="0" i="0" dirty="0">
                <a:solidFill>
                  <a:srgbClr val="161616"/>
                </a:solidFill>
                <a:effectLst/>
              </a:rPr>
              <a:t> permission to complete the app registration including granting admin consent.</a:t>
            </a:r>
            <a:endParaRPr lang="en-US" sz="1800" dirty="0">
              <a:gradFill>
                <a:gsLst>
                  <a:gs pos="2917">
                    <a:schemeClr val="tx1"/>
                  </a:gs>
                  <a:gs pos="30000">
                    <a:schemeClr val="tx1"/>
                  </a:gs>
                </a:gsLst>
                <a:lin ang="5400000" scaled="0"/>
              </a:gradFill>
            </a:endParaRPr>
          </a:p>
          <a:p>
            <a:pPr marL="342900" indent="-342900" algn="l">
              <a:buFont typeface="Arial" panose="020B0604020202020204" pitchFamily="34" charset="0"/>
              <a:buChar char="•"/>
            </a:pPr>
            <a:r>
              <a:rPr lang="en-US" sz="1800" dirty="0">
                <a:gradFill>
                  <a:gsLst>
                    <a:gs pos="2917">
                      <a:schemeClr val="tx1"/>
                    </a:gs>
                    <a:gs pos="30000">
                      <a:schemeClr val="tx1"/>
                    </a:gs>
                  </a:gsLst>
                  <a:lin ang="5400000" scaled="0"/>
                </a:gradFill>
              </a:rPr>
              <a:t>Verified Employee credential template is configured as a part of the Verified ID service onboarding.</a:t>
            </a:r>
          </a:p>
          <a:p>
            <a:pPr marL="342900" indent="-342900">
              <a:buFont typeface="Arial" panose="020B0604020202020204" pitchFamily="34" charset="0"/>
              <a:buChar char="•"/>
            </a:pPr>
            <a:r>
              <a:rPr lang="en-US" sz="1800" dirty="0">
                <a:gradFill>
                  <a:gsLst>
                    <a:gs pos="2917">
                      <a:schemeClr val="tx1"/>
                    </a:gs>
                    <a:gs pos="30000">
                      <a:schemeClr val="tx1"/>
                    </a:gs>
                  </a:gsLst>
                  <a:lin ang="5400000" scaled="0"/>
                </a:gradFill>
              </a:rPr>
              <a:t>No requirement of setting up Azure Key Vault or hosting JSON files on the web servers</a:t>
            </a:r>
          </a:p>
        </p:txBody>
      </p:sp>
    </p:spTree>
    <p:extLst>
      <p:ext uri="{BB962C8B-B14F-4D97-AF65-F5344CB8AC3E}">
        <p14:creationId xmlns:p14="http://schemas.microsoft.com/office/powerpoint/2010/main" val="6748350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B8821-4419-2F9A-68C5-09D5C59CD92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0C6C551-EBD2-9A99-F8A4-47752CA01CD4}"/>
              </a:ext>
            </a:extLst>
          </p:cNvPr>
          <p:cNvSpPr>
            <a:spLocks noGrp="1"/>
          </p:cNvSpPr>
          <p:nvPr>
            <p:ph type="title"/>
          </p:nvPr>
        </p:nvSpPr>
        <p:spPr/>
        <p:txBody>
          <a:bodyPr/>
          <a:lstStyle/>
          <a:p>
            <a:r>
              <a:rPr lang="fr-FR" noProof="0" dirty="0">
                <a:hlinkClick r:id="rId3"/>
              </a:rPr>
              <a:t>Configuration avancée</a:t>
            </a:r>
            <a:endParaRPr lang="fr-FR" noProof="0" dirty="0"/>
          </a:p>
        </p:txBody>
      </p:sp>
      <p:sp>
        <p:nvSpPr>
          <p:cNvPr id="6" name="Text Placeholder 5">
            <a:extLst>
              <a:ext uri="{FF2B5EF4-FFF2-40B4-BE49-F238E27FC236}">
                <a16:creationId xmlns:a16="http://schemas.microsoft.com/office/drawing/2014/main" id="{7AFCA9CD-B709-0312-FC23-0F2F7C93E77C}"/>
              </a:ext>
            </a:extLst>
          </p:cNvPr>
          <p:cNvSpPr>
            <a:spLocks noGrp="1"/>
          </p:cNvSpPr>
          <p:nvPr>
            <p:ph type="body" sz="quarter" idx="10"/>
          </p:nvPr>
        </p:nvSpPr>
        <p:spPr>
          <a:xfrm>
            <a:off x="586390" y="1434370"/>
            <a:ext cx="11018520" cy="3262432"/>
          </a:xfrm>
        </p:spPr>
        <p:txBody>
          <a:bodyPr/>
          <a:lstStyle/>
          <a:p>
            <a:r>
              <a:rPr lang="fr-FR" sz="2000" noProof="0" dirty="0">
                <a:gradFill>
                  <a:gsLst>
                    <a:gs pos="2917">
                      <a:schemeClr val="tx1"/>
                    </a:gs>
                    <a:gs pos="30000">
                      <a:schemeClr val="tx1"/>
                    </a:gs>
                  </a:gsLst>
                  <a:lin ang="5400000" scaled="0"/>
                </a:gradFill>
                <a:latin typeface="+mj-lt"/>
              </a:rPr>
              <a:t>Prérequis</a:t>
            </a:r>
            <a:endParaRPr lang="en-US" sz="2000" dirty="0">
              <a:gradFill>
                <a:gsLst>
                  <a:gs pos="2917">
                    <a:schemeClr val="tx1"/>
                  </a:gs>
                  <a:gs pos="30000">
                    <a:schemeClr val="tx1"/>
                  </a:gs>
                </a:gsLst>
                <a:lin ang="5400000" scaled="0"/>
              </a:gradFill>
              <a:latin typeface="+mj-lt"/>
            </a:endParaRPr>
          </a:p>
          <a:p>
            <a:pPr marL="342900" indent="-342900" algn="l">
              <a:buFont typeface="Arial" panose="020B0604020202020204" pitchFamily="34" charset="0"/>
              <a:buChar char="•"/>
            </a:pPr>
            <a:r>
              <a:rPr lang="en-GB" sz="1800" b="0" i="0" dirty="0">
                <a:solidFill>
                  <a:srgbClr val="161616"/>
                </a:solidFill>
                <a:effectLst/>
              </a:rPr>
              <a:t>Global Admin or Authentication policy administrator. If you're not the Global Administrator, you need the </a:t>
            </a:r>
            <a:r>
              <a:rPr lang="en-GB" sz="1800" b="0" i="0" u="none" strike="noStrike" dirty="0">
                <a:effectLst/>
                <a:hlinkClick r:id="rId4"/>
              </a:rPr>
              <a:t>application administrator</a:t>
            </a:r>
            <a:r>
              <a:rPr lang="en-GB" sz="1800" b="0" i="0" dirty="0">
                <a:solidFill>
                  <a:srgbClr val="161616"/>
                </a:solidFill>
                <a:effectLst/>
              </a:rPr>
              <a:t> permission to complete the app registration including granting admin consent.</a:t>
            </a:r>
          </a:p>
          <a:p>
            <a:pPr marL="342900" indent="-342900" algn="l">
              <a:buFont typeface="Arial" panose="020B0604020202020204" pitchFamily="34" charset="0"/>
              <a:buChar char="•"/>
            </a:pPr>
            <a:r>
              <a:rPr lang="en-GB" sz="1800" b="0" i="0" dirty="0">
                <a:solidFill>
                  <a:srgbClr val="161616"/>
                </a:solidFill>
                <a:effectLst/>
              </a:rPr>
              <a:t>Contributor role to Azure subscription/ Resource group where you are deploying Azure Key Vault instance</a:t>
            </a:r>
          </a:p>
          <a:p>
            <a:pPr marL="342900" indent="-342900" algn="l">
              <a:buFont typeface="Arial" panose="020B0604020202020204" pitchFamily="34" charset="0"/>
              <a:buChar char="•"/>
            </a:pPr>
            <a:r>
              <a:rPr lang="en-GB" sz="1800" dirty="0">
                <a:solidFill>
                  <a:srgbClr val="161616"/>
                </a:solidFill>
              </a:rPr>
              <a:t>Access permissions on Azure </a:t>
            </a:r>
            <a:r>
              <a:rPr lang="en-GB" sz="1800" dirty="0" err="1">
                <a:solidFill>
                  <a:srgbClr val="161616"/>
                </a:solidFill>
              </a:rPr>
              <a:t>KeyVault</a:t>
            </a:r>
            <a:r>
              <a:rPr lang="en-GB" sz="1800" dirty="0">
                <a:solidFill>
                  <a:srgbClr val="161616"/>
                </a:solidFill>
              </a:rPr>
              <a:t> (Get, List, Sign key permissions)</a:t>
            </a:r>
          </a:p>
          <a:p>
            <a:pPr marL="342900" indent="-342900" algn="l">
              <a:buFont typeface="Arial" panose="020B0604020202020204" pitchFamily="34" charset="0"/>
              <a:buChar char="•"/>
            </a:pPr>
            <a:r>
              <a:rPr lang="en-GB" sz="1800" dirty="0">
                <a:solidFill>
                  <a:srgbClr val="161616"/>
                </a:solidFill>
              </a:rPr>
              <a:t>Need a web endpoint that will be added </a:t>
            </a:r>
            <a:r>
              <a:rPr lang="en-GB" sz="1800" b="0" i="0" dirty="0">
                <a:solidFill>
                  <a:srgbClr val="161616"/>
                </a:solidFill>
                <a:effectLst/>
              </a:rPr>
              <a:t>to a service endpoint in your decentralized identity (DID) document. E.g. </a:t>
            </a:r>
            <a:r>
              <a:rPr lang="en-GB" sz="1800" b="0" i="0" dirty="0">
                <a:solidFill>
                  <a:srgbClr val="161616"/>
                </a:solidFill>
                <a:effectLst/>
                <a:hlinkClick r:id="rId5"/>
              </a:rPr>
              <a:t>https://contoso.com</a:t>
            </a:r>
            <a:r>
              <a:rPr lang="en-GB" sz="1800" b="0" i="0" dirty="0">
                <a:solidFill>
                  <a:srgbClr val="161616"/>
                </a:solidFill>
                <a:effectLst/>
              </a:rPr>
              <a:t>. You will be hosting </a:t>
            </a:r>
            <a:r>
              <a:rPr lang="en-GB" sz="1800" b="0" i="0" dirty="0" err="1">
                <a:solidFill>
                  <a:srgbClr val="161616"/>
                </a:solidFill>
                <a:effectLst/>
              </a:rPr>
              <a:t>did.json</a:t>
            </a:r>
            <a:r>
              <a:rPr lang="en-GB" sz="1800" b="0" i="0" dirty="0">
                <a:solidFill>
                  <a:srgbClr val="161616"/>
                </a:solidFill>
                <a:effectLst/>
              </a:rPr>
              <a:t> and did-</a:t>
            </a:r>
            <a:r>
              <a:rPr lang="en-GB" sz="1800" b="0" i="0" dirty="0" err="1">
                <a:solidFill>
                  <a:srgbClr val="161616"/>
                </a:solidFill>
                <a:effectLst/>
              </a:rPr>
              <a:t>configuration.json</a:t>
            </a:r>
            <a:r>
              <a:rPr lang="en-GB" sz="1800" b="0" i="0" dirty="0">
                <a:solidFill>
                  <a:srgbClr val="161616"/>
                </a:solidFill>
                <a:effectLst/>
              </a:rPr>
              <a:t> files at the ./well-known path</a:t>
            </a:r>
            <a:endParaRPr lang="en-GB" sz="1800" dirty="0">
              <a:solidFill>
                <a:srgbClr val="161616"/>
              </a:solidFill>
            </a:endParaRPr>
          </a:p>
          <a:p>
            <a:pPr algn="l"/>
            <a:endParaRPr lang="en-US" sz="28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0480384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730C-AA93-AC7C-CF9D-9CF2AC7E3B8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B24CF474-F342-FC84-AFC5-5A9BC549EE17}"/>
              </a:ext>
            </a:extLst>
          </p:cNvPr>
          <p:cNvSpPr>
            <a:spLocks noGrp="1"/>
          </p:cNvSpPr>
          <p:nvPr>
            <p:ph type="title"/>
          </p:nvPr>
        </p:nvSpPr>
        <p:spPr>
          <a:xfrm>
            <a:off x="588263" y="457200"/>
            <a:ext cx="11018520" cy="492443"/>
          </a:xfrm>
        </p:spPr>
        <p:txBody>
          <a:bodyPr/>
          <a:lstStyle/>
          <a:p>
            <a:r>
              <a:rPr lang="fr-FR" noProof="0" dirty="0">
                <a:hlinkClick r:id="rId3"/>
              </a:rPr>
              <a:t>Utilisation de la vérification faciale</a:t>
            </a:r>
            <a:endParaRPr lang="fr-FR" noProof="0" dirty="0"/>
          </a:p>
        </p:txBody>
      </p:sp>
      <p:sp>
        <p:nvSpPr>
          <p:cNvPr id="6" name="Text Placeholder 5">
            <a:extLst>
              <a:ext uri="{FF2B5EF4-FFF2-40B4-BE49-F238E27FC236}">
                <a16:creationId xmlns:a16="http://schemas.microsoft.com/office/drawing/2014/main" id="{B9213149-066D-1FD1-CF89-4F0C13B58E47}"/>
              </a:ext>
            </a:extLst>
          </p:cNvPr>
          <p:cNvSpPr>
            <a:spLocks noGrp="1"/>
          </p:cNvSpPr>
          <p:nvPr>
            <p:ph type="body" sz="quarter" idx="10"/>
          </p:nvPr>
        </p:nvSpPr>
        <p:spPr>
          <a:xfrm>
            <a:off x="585788" y="1435100"/>
            <a:ext cx="11018837" cy="4185761"/>
          </a:xfrm>
        </p:spPr>
        <p:txBody>
          <a:bodyPr/>
          <a:lstStyle/>
          <a:p>
            <a:r>
              <a:rPr lang="en-GB" sz="2000" dirty="0">
                <a:solidFill>
                  <a:srgbClr val="C00000"/>
                </a:solidFill>
                <a:latin typeface="+mj-lt"/>
              </a:rPr>
              <a:t>Face Check Add-on can be enabled in two ways from the Microsoft Entra Admin </a:t>
            </a:r>
            <a:r>
              <a:rPr lang="en-GB" sz="2000" dirty="0" err="1">
                <a:solidFill>
                  <a:srgbClr val="C00000"/>
                </a:solidFill>
                <a:latin typeface="+mj-lt"/>
              </a:rPr>
              <a:t>Center</a:t>
            </a:r>
            <a:r>
              <a:rPr lang="en-GB" sz="2000" dirty="0">
                <a:solidFill>
                  <a:srgbClr val="C00000"/>
                </a:solidFill>
                <a:latin typeface="+mj-lt"/>
              </a:rPr>
              <a:t> or by using the </a:t>
            </a:r>
            <a:r>
              <a:rPr lang="en-GB" sz="2000" dirty="0">
                <a:solidFill>
                  <a:srgbClr val="C00000"/>
                </a:solidFill>
                <a:latin typeface="+mj-lt"/>
                <a:hlinkClick r:id="rId4">
                  <a:extLst>
                    <a:ext uri="{A12FA001-AC4F-418D-AE19-62706E023703}">
                      <ahyp:hlinkClr xmlns:ahyp="http://schemas.microsoft.com/office/drawing/2018/hyperlinkcolor" val="tx"/>
                    </a:ext>
                  </a:extLst>
                </a:hlinkClick>
              </a:rPr>
              <a:t>Azure Resource Manager (ARM) Rest API</a:t>
            </a:r>
            <a:r>
              <a:rPr lang="en-GB" sz="2000" dirty="0">
                <a:solidFill>
                  <a:srgbClr val="C00000"/>
                </a:solidFill>
                <a:latin typeface="+mj-lt"/>
              </a:rPr>
              <a:t> via CLI</a:t>
            </a:r>
          </a:p>
          <a:p>
            <a:endParaRPr lang="en-US" sz="2000" dirty="0"/>
          </a:p>
          <a:p>
            <a:r>
              <a:rPr lang="en-US" sz="2000" dirty="0"/>
              <a:t>Pre-requisites</a:t>
            </a:r>
          </a:p>
          <a:p>
            <a:pPr lvl="1"/>
            <a:r>
              <a:rPr lang="en-GB" dirty="0">
                <a:solidFill>
                  <a:srgbClr val="0070C0"/>
                </a:solidFill>
                <a:cs typeface="Segoe UI" panose="020B0502040204020203" pitchFamily="34" charset="0"/>
                <a:hlinkClick r:id="rId5">
                  <a:extLst>
                    <a:ext uri="{A12FA001-AC4F-418D-AE19-62706E023703}">
                      <ahyp:hlinkClr xmlns:ahyp="http://schemas.microsoft.com/office/drawing/2018/hyperlinkcolor" val="tx"/>
                    </a:ext>
                  </a:extLst>
                </a:hlinkClick>
              </a:rPr>
              <a:t>Associate or add an Azure subscription to your Microsoft Entra tenant</a:t>
            </a:r>
            <a:endParaRPr lang="en-GB" dirty="0">
              <a:solidFill>
                <a:srgbClr val="0070C0"/>
              </a:solidFill>
              <a:cs typeface="Segoe UI" panose="020B0502040204020203" pitchFamily="34" charset="0"/>
            </a:endParaRPr>
          </a:p>
          <a:p>
            <a:pPr lvl="1"/>
            <a:r>
              <a:rPr lang="en-GB" dirty="0"/>
              <a:t>Make sure the user setting up Face Check has </a:t>
            </a:r>
            <a:r>
              <a:rPr lang="en-GB" dirty="0">
                <a:solidFill>
                  <a:srgbClr val="0070C0"/>
                </a:solidFill>
                <a:cs typeface="Segoe UI" panose="020B0502040204020203" pitchFamily="34" charset="0"/>
                <a:hlinkClick r:id="rId6">
                  <a:extLst>
                    <a:ext uri="{A12FA001-AC4F-418D-AE19-62706E023703}">
                      <ahyp:hlinkClr xmlns:ahyp="http://schemas.microsoft.com/office/drawing/2018/hyperlinkcolor" val="tx"/>
                    </a:ext>
                  </a:extLst>
                </a:hlinkClick>
              </a:rPr>
              <a:t>Contributor role for the Azure subscription</a:t>
            </a:r>
            <a:endParaRPr lang="en-GB" dirty="0">
              <a:solidFill>
                <a:srgbClr val="0070C0"/>
              </a:solidFill>
              <a:cs typeface="Segoe UI" panose="020B0502040204020203" pitchFamily="34" charset="0"/>
            </a:endParaRP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Segoe UI Semibold"/>
                <a:ea typeface="+mn-ea"/>
                <a:cs typeface="+mn-cs"/>
              </a:rPr>
              <a:t>IMPORTANT :</a:t>
            </a:r>
            <a:r>
              <a:rPr kumimoji="0" lang="en-GB" sz="1800" b="1" i="0" u="sng" strike="noStrike" kern="1200" cap="none" spc="0" normalizeH="0" baseline="0" noProof="0" dirty="0">
                <a:ln>
                  <a:noFill/>
                </a:ln>
                <a:solidFill>
                  <a:srgbClr val="000000"/>
                </a:solidFill>
                <a:effectLst/>
                <a:uLnTx/>
                <a:uFillTx/>
                <a:latin typeface="Segoe UI"/>
                <a:ea typeface="+mn-ea"/>
                <a:cs typeface="+mn-cs"/>
              </a:rPr>
              <a:t> </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0000"/>
                </a:solidFill>
                <a:effectLst/>
                <a:uLnTx/>
                <a:uFillTx/>
                <a:latin typeface="Segoe UI"/>
                <a:ea typeface="+mn-ea"/>
                <a:cs typeface="+mn-cs"/>
              </a:rPr>
              <a:t>If you're going to use Face Check in a tenant with the </a:t>
            </a:r>
            <a:r>
              <a:rPr lang="en-GB" sz="1800" dirty="0">
                <a:solidFill>
                  <a:srgbClr val="0070C0"/>
                </a:solidFill>
                <a:hlinkClick r:id="rId7">
                  <a:extLst>
                    <a:ext uri="{A12FA001-AC4F-418D-AE19-62706E023703}">
                      <ahyp:hlinkClr xmlns:ahyp="http://schemas.microsoft.com/office/drawing/2018/hyperlinkcolor" val="tx"/>
                    </a:ext>
                  </a:extLst>
                </a:hlinkClick>
              </a:rPr>
              <a:t>Microsoft Entra Suite license</a:t>
            </a:r>
            <a:r>
              <a:rPr kumimoji="0" lang="en-GB" sz="1800" b="0" i="0" u="none" strike="noStrike" kern="1200" cap="none" spc="0" normalizeH="0" baseline="0" noProof="0" dirty="0">
                <a:ln>
                  <a:noFill/>
                </a:ln>
                <a:solidFill>
                  <a:srgbClr val="000000"/>
                </a:solidFill>
                <a:effectLst/>
                <a:uLnTx/>
                <a:uFillTx/>
                <a:latin typeface="Segoe UI"/>
                <a:ea typeface="+mn-ea"/>
                <a:cs typeface="+mn-cs"/>
              </a:rPr>
              <a:t>, Face Check is enabled at the tenant level, and the configuration applies to all authorities within that tenant. </a:t>
            </a:r>
          </a:p>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srgbClr val="000000"/>
                </a:solidFill>
                <a:effectLst/>
                <a:uLnTx/>
                <a:uFillTx/>
                <a:latin typeface="Segoe UI"/>
                <a:ea typeface="+mn-ea"/>
                <a:cs typeface="+mn-cs"/>
              </a:rPr>
              <a:t>For any other licenses (pay-as-you-go) you can enable Face Check individually by each authority on your tenant using the Azure Resource Manager (ARM) Rest API.</a:t>
            </a:r>
          </a:p>
          <a:p>
            <a:endParaRPr lang="en-US" dirty="0"/>
          </a:p>
        </p:txBody>
      </p:sp>
    </p:spTree>
    <p:extLst>
      <p:ext uri="{BB962C8B-B14F-4D97-AF65-F5344CB8AC3E}">
        <p14:creationId xmlns:p14="http://schemas.microsoft.com/office/powerpoint/2010/main" val="38908674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7D4A-9DF9-3B98-5743-566C879080A8}"/>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42085D8-6F60-FB2E-203C-C4BC061039A7}"/>
              </a:ext>
            </a:extLst>
          </p:cNvPr>
          <p:cNvSpPr>
            <a:spLocks noGrp="1"/>
          </p:cNvSpPr>
          <p:nvPr>
            <p:ph type="body" sz="quarter" idx="13"/>
          </p:nvPr>
        </p:nvSpPr>
        <p:spPr/>
        <p:txBody>
          <a:bodyPr/>
          <a:lstStyle/>
          <a:p>
            <a:r>
              <a:rPr lang="en-US" dirty="0"/>
              <a:t>Installation de Face Check</a:t>
            </a:r>
          </a:p>
        </p:txBody>
      </p:sp>
      <p:sp>
        <p:nvSpPr>
          <p:cNvPr id="2" name="Espace réservé du texte 1">
            <a:extLst>
              <a:ext uri="{FF2B5EF4-FFF2-40B4-BE49-F238E27FC236}">
                <a16:creationId xmlns:a16="http://schemas.microsoft.com/office/drawing/2014/main" id="{3BD18F86-34DC-2187-9BA5-AA66C4628E22}"/>
              </a:ext>
            </a:extLst>
          </p:cNvPr>
          <p:cNvSpPr>
            <a:spLocks noGrp="1"/>
          </p:cNvSpPr>
          <p:nvPr>
            <p:ph type="body" sz="quarter" idx="10"/>
          </p:nvPr>
        </p:nvSpPr>
        <p:spPr>
          <a:xfrm>
            <a:off x="586739" y="4082925"/>
            <a:ext cx="11018520" cy="1058751"/>
          </a:xfrm>
        </p:spPr>
        <p:txBody>
          <a:bodyPr/>
          <a:lstStyle/>
          <a:p>
            <a:r>
              <a:rPr lang="en-GB" sz="2000" dirty="0">
                <a:latin typeface="+mn-lt"/>
              </a:rPr>
              <a:t>If you have enabled add-on from UI from the first authority, you could check the Verified ID provider by executing</a:t>
            </a:r>
          </a:p>
          <a:p>
            <a:endParaRPr lang="en-US" dirty="0"/>
          </a:p>
        </p:txBody>
      </p:sp>
      <p:sp>
        <p:nvSpPr>
          <p:cNvPr id="4" name="TextBox 3">
            <a:extLst>
              <a:ext uri="{FF2B5EF4-FFF2-40B4-BE49-F238E27FC236}">
                <a16:creationId xmlns:a16="http://schemas.microsoft.com/office/drawing/2014/main" id="{E00824C8-22FF-CD25-2905-F6FF38D23472}"/>
              </a:ext>
            </a:extLst>
          </p:cNvPr>
          <p:cNvSpPr txBox="1"/>
          <p:nvPr/>
        </p:nvSpPr>
        <p:spPr>
          <a:xfrm>
            <a:off x="532410" y="969249"/>
            <a:ext cx="11127179" cy="4555093"/>
          </a:xfrm>
          <a:prstGeom prst="rect">
            <a:avLst/>
          </a:prstGeom>
          <a:noFill/>
        </p:spPr>
        <p:txBody>
          <a:bodyPr wrap="square">
            <a:spAutoFit/>
          </a:bodyPr>
          <a:lstStyle/>
          <a:p>
            <a:pPr algn="l"/>
            <a:r>
              <a:rPr lang="en-GB" sz="1800" b="0" i="0" dirty="0">
                <a:effectLst/>
              </a:rPr>
              <a:t> </a:t>
            </a:r>
            <a:endParaRPr lang="en-GB" sz="2000" b="0" i="0" dirty="0">
              <a:effectLst/>
            </a:endParaRPr>
          </a:p>
          <a:p>
            <a:r>
              <a:rPr lang="fr-FR" sz="1600" noProof="1">
                <a:latin typeface="Consolas" panose="020B0609020204030204" pitchFamily="49" charset="0"/>
              </a:rPr>
              <a:t>az rest --method PUT --uri /subscriptions/&lt;subscription-id&gt;/resourceGroups/&lt;resource-group-name&gt;/providers/Microsoft.VerifiedId/authorities/{authority-id}?api-version=2024-01-26-preview --body "{'location':'</a:t>
            </a:r>
            <a:r>
              <a:rPr lang="fr-FR" sz="1600" noProof="1">
                <a:cs typeface="Segoe UI" panose="020B0502040204020203" pitchFamily="34" charset="0"/>
              </a:rPr>
              <a:t>northeurope</a:t>
            </a:r>
            <a:r>
              <a:rPr lang="fr-FR" sz="1600" noProof="1">
                <a:latin typeface="Consolas" panose="020B0609020204030204" pitchFamily="49" charset="0"/>
              </a:rPr>
              <a:t>'}" </a:t>
            </a:r>
          </a:p>
          <a:p>
            <a:pPr lvl="2">
              <a:spcBef>
                <a:spcPts val="1200"/>
              </a:spcBef>
              <a:buFont typeface="Arial" panose="020B0604020202020204" pitchFamily="34" charset="0"/>
              <a:buChar char="•"/>
            </a:pPr>
            <a:r>
              <a:rPr lang="en-GB" sz="1200" b="0" i="0" dirty="0">
                <a:effectLst/>
                <a:cs typeface="Segoe UI" panose="020B0502040204020203" pitchFamily="34" charset="0"/>
              </a:rPr>
              <a:t> Replace &lt;subscription-id&gt; with your subscription id</a:t>
            </a:r>
          </a:p>
          <a:p>
            <a:pPr lvl="2">
              <a:spcBef>
                <a:spcPts val="1200"/>
              </a:spcBef>
              <a:buFont typeface="Arial" panose="020B0604020202020204" pitchFamily="34" charset="0"/>
              <a:buChar char="•"/>
            </a:pPr>
            <a:r>
              <a:rPr lang="en-GB" sz="1200" b="0" i="0" dirty="0">
                <a:effectLst/>
                <a:cs typeface="Segoe UI" panose="020B0502040204020203" pitchFamily="34" charset="0"/>
              </a:rPr>
              <a:t> Replace &lt;resource-group-name&gt; with your resource group name</a:t>
            </a:r>
          </a:p>
          <a:p>
            <a:pPr lvl="2">
              <a:spcBef>
                <a:spcPts val="1200"/>
              </a:spcBef>
              <a:buFont typeface="Arial" panose="020B0604020202020204" pitchFamily="34" charset="0"/>
              <a:buChar char="•"/>
            </a:pPr>
            <a:r>
              <a:rPr lang="en-GB" sz="1200" b="0" i="0" dirty="0">
                <a:effectLst/>
                <a:cs typeface="Segoe UI" panose="020B0502040204020203" pitchFamily="34" charset="0"/>
              </a:rPr>
              <a:t> Replace &lt;authority-id&gt; with your authority ID. You can obtain the authority-id using the </a:t>
            </a:r>
            <a:r>
              <a:rPr lang="en-GB" sz="1200" b="0" i="0" u="none" strike="noStrike" dirty="0">
                <a:effectLst/>
                <a:cs typeface="Segoe UI" panose="020B0502040204020203" pitchFamily="34" charset="0"/>
                <a:hlinkClick r:id="rId3">
                  <a:extLst>
                    <a:ext uri="{A12FA001-AC4F-418D-AE19-62706E023703}">
                      <ahyp:hlinkClr xmlns:ahyp="http://schemas.microsoft.com/office/drawing/2018/hyperlinkcolor" val="tx"/>
                    </a:ext>
                  </a:extLst>
                </a:hlinkClick>
              </a:rPr>
              <a:t>GET Authorities</a:t>
            </a:r>
            <a:r>
              <a:rPr lang="en-GB" sz="1200" b="0" i="0" dirty="0">
                <a:effectLst/>
                <a:cs typeface="Segoe UI" panose="020B0502040204020203" pitchFamily="34" charset="0"/>
              </a:rPr>
              <a:t> call from the Admin API.</a:t>
            </a:r>
          </a:p>
          <a:p>
            <a:pPr lvl="2">
              <a:spcBef>
                <a:spcPts val="1200"/>
              </a:spcBef>
              <a:buFont typeface="Arial" panose="020B0604020202020204" pitchFamily="34" charset="0"/>
              <a:buChar char="•"/>
            </a:pPr>
            <a:r>
              <a:rPr lang="en-GB" sz="1200" b="0" i="0" dirty="0">
                <a:effectLst/>
                <a:cs typeface="Segoe UI" panose="020B0502040204020203" pitchFamily="34" charset="0"/>
              </a:rPr>
              <a:t> Replace &lt;</a:t>
            </a:r>
            <a:r>
              <a:rPr lang="en-GB" sz="1200" b="0" i="0" dirty="0" err="1">
                <a:effectLst/>
                <a:cs typeface="Segoe UI" panose="020B0502040204020203" pitchFamily="34" charset="0"/>
              </a:rPr>
              <a:t>rp</a:t>
            </a:r>
            <a:r>
              <a:rPr lang="en-GB" sz="1200" b="0" i="0" dirty="0">
                <a:effectLst/>
                <a:cs typeface="Segoe UI" panose="020B0502040204020203" pitchFamily="34" charset="0"/>
              </a:rPr>
              <a:t>-location&gt; using one of the following two values:</a:t>
            </a:r>
          </a:p>
          <a:p>
            <a:pPr marL="1657317" lvl="3" indent="-285750">
              <a:spcBef>
                <a:spcPts val="1200"/>
              </a:spcBef>
              <a:buFont typeface="Arial" panose="020B0604020202020204" pitchFamily="34" charset="0"/>
              <a:buChar char="•"/>
            </a:pPr>
            <a:r>
              <a:rPr lang="en-GB" sz="1200" b="0" i="0" dirty="0">
                <a:effectLst/>
                <a:cs typeface="Segoe UI" panose="020B0502040204020203" pitchFamily="34" charset="0"/>
              </a:rPr>
              <a:t>For EU tenants, use </a:t>
            </a:r>
            <a:r>
              <a:rPr lang="en-GB" sz="1200" b="0" i="0" dirty="0" err="1">
                <a:effectLst/>
                <a:cs typeface="Segoe UI" panose="020B0502040204020203" pitchFamily="34" charset="0"/>
              </a:rPr>
              <a:t>northeurope</a:t>
            </a:r>
            <a:endParaRPr lang="en-GB" sz="1200" b="0" i="0" dirty="0">
              <a:effectLst/>
              <a:cs typeface="Segoe UI" panose="020B0502040204020203" pitchFamily="34" charset="0"/>
            </a:endParaRPr>
          </a:p>
          <a:p>
            <a:pPr algn="l"/>
            <a:endParaRPr lang="en-GB" sz="1200" dirty="0">
              <a:cs typeface="Segoe UI" panose="020B0502040204020203" pitchFamily="34" charset="0"/>
            </a:endParaRPr>
          </a:p>
          <a:p>
            <a:pPr algn="l"/>
            <a:endParaRPr lang="en-GB" sz="1200" dirty="0">
              <a:cs typeface="Segoe UI" panose="020B0502040204020203" pitchFamily="34" charset="0"/>
            </a:endParaRPr>
          </a:p>
          <a:p>
            <a:pPr algn="l"/>
            <a:endParaRPr lang="en-GB" sz="1800" dirty="0"/>
          </a:p>
          <a:p>
            <a:pPr algn="l"/>
            <a:endParaRPr lang="en-GB" sz="1800" dirty="0"/>
          </a:p>
          <a:p>
            <a:pPr algn="l"/>
            <a:endParaRPr lang="en-GB" sz="1800" dirty="0"/>
          </a:p>
          <a:p>
            <a:pPr algn="l"/>
            <a:r>
              <a:rPr lang="fr-FR" sz="1600" i="0" noProof="1">
                <a:effectLst/>
                <a:latin typeface="Consolas" panose="020B0609020204030204" pitchFamily="49" charset="0"/>
              </a:rPr>
              <a:t>az provider show -n Microsoft.VerifiedId</a:t>
            </a:r>
          </a:p>
          <a:p>
            <a:pPr algn="l"/>
            <a:endParaRPr lang="en-GB" sz="2000" b="0" i="0" dirty="0">
              <a:effectLst/>
            </a:endParaRPr>
          </a:p>
        </p:txBody>
      </p:sp>
    </p:spTree>
    <p:extLst>
      <p:ext uri="{BB962C8B-B14F-4D97-AF65-F5344CB8AC3E}">
        <p14:creationId xmlns:p14="http://schemas.microsoft.com/office/powerpoint/2010/main" val="3230839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F245F6-5BB0-28FA-BF9B-5E98FAC79E9C}"/>
              </a:ext>
            </a:extLst>
          </p:cNvPr>
          <p:cNvSpPr>
            <a:spLocks noGrp="1"/>
          </p:cNvSpPr>
          <p:nvPr>
            <p:ph type="title"/>
          </p:nvPr>
        </p:nvSpPr>
        <p:spPr>
          <a:xfrm>
            <a:off x="584200" y="1632490"/>
            <a:ext cx="3777003" cy="492443"/>
          </a:xfrm>
        </p:spPr>
        <p:txBody>
          <a:bodyPr vert="horz" wrap="square" lIns="0" tIns="0" rIns="0" bIns="0" rtlCol="0" anchor="b">
            <a:normAutofit fontScale="90000"/>
          </a:bodyPr>
          <a:lstStyle/>
          <a:p>
            <a:r>
              <a:rPr lang="fr-FR" dirty="0">
                <a:hlinkClick r:id="rId3"/>
              </a:rPr>
              <a:t>Démarrage rapide pour les revendications basées sur l'annuaire</a:t>
            </a:r>
            <a:br>
              <a:rPr lang="en-US" b="0" kern="1200" cap="none" spc="-50" baseline="0" dirty="0">
                <a:ln w="3175">
                  <a:noFill/>
                </a:ln>
                <a:effectLst/>
                <a:latin typeface="+mj-lt"/>
                <a:ea typeface="+mn-ea"/>
                <a:cs typeface="Segoe UI" pitchFamily="34" charset="0"/>
              </a:rPr>
            </a:br>
            <a:endParaRPr lang="en-US" b="0" kern="1200" cap="none" spc="-50" baseline="0" dirty="0">
              <a:ln w="3175">
                <a:noFill/>
              </a:ln>
              <a:effectLst/>
              <a:latin typeface="+mj-lt"/>
              <a:ea typeface="+mn-ea"/>
              <a:cs typeface="Segoe UI" pitchFamily="34" charset="0"/>
            </a:endParaRPr>
          </a:p>
        </p:txBody>
      </p:sp>
      <p:sp>
        <p:nvSpPr>
          <p:cNvPr id="3" name="Espace réservé du texte 2">
            <a:extLst>
              <a:ext uri="{FF2B5EF4-FFF2-40B4-BE49-F238E27FC236}">
                <a16:creationId xmlns:a16="http://schemas.microsoft.com/office/drawing/2014/main" id="{E0BEE8F2-C411-4690-4082-D70CE0E45978}"/>
              </a:ext>
            </a:extLst>
          </p:cNvPr>
          <p:cNvSpPr>
            <a:spLocks noGrp="1"/>
          </p:cNvSpPr>
          <p:nvPr>
            <p:ph type="body" sz="quarter" idx="10"/>
          </p:nvPr>
        </p:nvSpPr>
        <p:spPr>
          <a:xfrm>
            <a:off x="584200" y="2082456"/>
            <a:ext cx="4422140" cy="1723549"/>
          </a:xfrm>
        </p:spPr>
        <p:txBody>
          <a:bodyPr/>
          <a:lstStyle/>
          <a:p>
            <a:r>
              <a:rPr lang="en-US" sz="2000" dirty="0"/>
              <a:t>Effortlessly create a credential where the claims come from a user profile in the directory of the </a:t>
            </a:r>
            <a:r>
              <a:rPr lang="en-US" sz="2000" b="1" dirty="0"/>
              <a:t>Entra ID tenant</a:t>
            </a:r>
          </a:p>
          <a:p>
            <a:endParaRPr lang="en-US" sz="2000" b="1" dirty="0"/>
          </a:p>
          <a:p>
            <a:r>
              <a:rPr lang="en-US" sz="2000" b="1" dirty="0"/>
              <a:t>Please note: </a:t>
            </a:r>
            <a:r>
              <a:rPr lang="en-US" sz="2000" dirty="0"/>
              <a:t>VerifiedEmployee is created by default for Quick Setup</a:t>
            </a:r>
          </a:p>
          <a:p>
            <a:endParaRPr lang="en-US" sz="2000" dirty="0"/>
          </a:p>
        </p:txBody>
      </p:sp>
      <p:sp>
        <p:nvSpPr>
          <p:cNvPr id="7" name="TextBox 6">
            <a:extLst>
              <a:ext uri="{FF2B5EF4-FFF2-40B4-BE49-F238E27FC236}">
                <a16:creationId xmlns:a16="http://schemas.microsoft.com/office/drawing/2014/main" id="{3F101F69-25FC-1396-A11E-FA549523237C}"/>
              </a:ext>
            </a:extLst>
          </p:cNvPr>
          <p:cNvSpPr txBox="1"/>
          <p:nvPr/>
        </p:nvSpPr>
        <p:spPr>
          <a:xfrm>
            <a:off x="584200" y="3535540"/>
            <a:ext cx="4162425" cy="2733497"/>
          </a:xfrm>
          <a:prstGeom prst="rect">
            <a:avLst/>
          </a:prstGeom>
        </p:spPr>
        <p:txBody>
          <a:bodyPr vert="horz" wrap="square" lIns="0" tIns="0" rIns="0" bIns="0" rtlCol="0">
            <a:normAutofit/>
          </a:bodyPr>
          <a:lstStyle/>
          <a:p>
            <a:pPr defTabSz="932742">
              <a:spcBef>
                <a:spcPct val="20000"/>
              </a:spcBef>
              <a:buSzPct val="90000"/>
            </a:pPr>
            <a:endParaRPr lang="en-US" sz="2200" i="0" kern="1200" spc="0" baseline="0" dirty="0">
              <a:effectLst/>
              <a:latin typeface="+mn-lt"/>
              <a:ea typeface="+mn-ea"/>
              <a:cs typeface="Segoe UI" panose="020B0502040204020203" pitchFamily="34" charset="0"/>
            </a:endParaRPr>
          </a:p>
        </p:txBody>
      </p:sp>
      <p:pic>
        <p:nvPicPr>
          <p:cNvPr id="4" name="Picture 3">
            <a:extLst>
              <a:ext uri="{FF2B5EF4-FFF2-40B4-BE49-F238E27FC236}">
                <a16:creationId xmlns:a16="http://schemas.microsoft.com/office/drawing/2014/main" id="{5A1E0141-CBCA-FECC-E445-F7DB08EEA625}"/>
              </a:ext>
            </a:extLst>
          </p:cNvPr>
          <p:cNvPicPr>
            <a:picLocks noChangeAspect="1"/>
          </p:cNvPicPr>
          <p:nvPr/>
        </p:nvPicPr>
        <p:blipFill>
          <a:blip r:embed="rId4"/>
          <a:stretch>
            <a:fillRect/>
          </a:stretch>
        </p:blipFill>
        <p:spPr>
          <a:xfrm>
            <a:off x="5334000" y="538937"/>
            <a:ext cx="6858000" cy="5623559"/>
          </a:xfrm>
          <a:prstGeom prst="rect">
            <a:avLst/>
          </a:prstGeom>
          <a:noFill/>
        </p:spPr>
      </p:pic>
      <p:sp>
        <p:nvSpPr>
          <p:cNvPr id="6" name="Title 1">
            <a:extLst>
              <a:ext uri="{FF2B5EF4-FFF2-40B4-BE49-F238E27FC236}">
                <a16:creationId xmlns:a16="http://schemas.microsoft.com/office/drawing/2014/main" id="{CC29CA2D-7650-2C44-9982-91014FDAF2FA}"/>
              </a:ext>
              <a:ext uri="{C183D7F6-B498-43B3-948B-1728B52AA6E4}">
                <adec:decorative xmlns:adec="http://schemas.microsoft.com/office/drawing/2017/decorative" val="1"/>
              </a:ext>
            </a:extLst>
          </p:cNvPr>
          <p:cNvSpPr txBox="1">
            <a:spLocks/>
          </p:cNvSpPr>
          <p:nvPr/>
        </p:nvSpPr>
        <p:spPr>
          <a:xfrm>
            <a:off x="588263" y="585788"/>
            <a:ext cx="3182027" cy="3118624"/>
          </a:xfrm>
          <a:prstGeom prst="rect">
            <a:avLst/>
          </a:prstGeom>
        </p:spPr>
        <p:txBody>
          <a:bodyPr vert="horz" wrap="square" lIns="0" tIns="164592" rIns="0" bIns="0" rtlCol="0" anchor="t">
            <a:noAutofit/>
          </a:bodyPr>
          <a:lstStyle>
            <a:lvl1pPr algn="l" defTabSz="914400" rtl="0" eaLnBrk="1" latinLnBrk="0" hangingPunct="1">
              <a:lnSpc>
                <a:spcPct val="90000"/>
              </a:lnSpc>
              <a:spcBef>
                <a:spcPct val="0"/>
              </a:spcBef>
              <a:buNone/>
              <a:defRPr sz="4400" kern="1200">
                <a:solidFill>
                  <a:srgbClr val="000000"/>
                </a:solidFill>
                <a:latin typeface="+mj-lt"/>
                <a:ea typeface="+mj-ea"/>
                <a:cs typeface="+mj-cs"/>
              </a:defRPr>
            </a:lvl1pPr>
          </a:lstStyle>
          <a:p>
            <a:endParaRPr lang="en-US" dirty="0">
              <a:solidFill>
                <a:srgbClr val="50E6FF"/>
              </a:solidFill>
            </a:endParaRPr>
          </a:p>
        </p:txBody>
      </p:sp>
    </p:spTree>
    <p:extLst>
      <p:ext uri="{BB962C8B-B14F-4D97-AF65-F5344CB8AC3E}">
        <p14:creationId xmlns:p14="http://schemas.microsoft.com/office/powerpoint/2010/main" val="2931500522"/>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F245F6-5BB0-28FA-BF9B-5E98FAC79E9C}"/>
              </a:ext>
            </a:extLst>
          </p:cNvPr>
          <p:cNvSpPr>
            <a:spLocks noGrp="1"/>
          </p:cNvSpPr>
          <p:nvPr>
            <p:ph type="title"/>
          </p:nvPr>
        </p:nvSpPr>
        <p:spPr>
          <a:xfrm>
            <a:off x="588963" y="457200"/>
            <a:ext cx="5453697" cy="492443"/>
          </a:xfrm>
        </p:spPr>
        <p:txBody>
          <a:bodyPr/>
          <a:lstStyle/>
          <a:p>
            <a:r>
              <a:rPr lang="fr-FR" dirty="0"/>
              <a:t>Démarrage rapide pour les revendications personnalisées</a:t>
            </a:r>
            <a:endParaRPr lang="en-GB" dirty="0"/>
          </a:p>
        </p:txBody>
      </p:sp>
      <p:sp>
        <p:nvSpPr>
          <p:cNvPr id="8" name="Espace réservé du texte 7">
            <a:extLst>
              <a:ext uri="{FF2B5EF4-FFF2-40B4-BE49-F238E27FC236}">
                <a16:creationId xmlns:a16="http://schemas.microsoft.com/office/drawing/2014/main" id="{519565ED-C958-3449-F3AD-D799DA8B00CB}"/>
              </a:ext>
            </a:extLst>
          </p:cNvPr>
          <p:cNvSpPr>
            <a:spLocks noGrp="1"/>
          </p:cNvSpPr>
          <p:nvPr>
            <p:ph type="body" sz="quarter" idx="10"/>
          </p:nvPr>
        </p:nvSpPr>
        <p:spPr>
          <a:xfrm>
            <a:off x="588263" y="2000917"/>
            <a:ext cx="5507737" cy="911019"/>
          </a:xfrm>
        </p:spPr>
        <p:txBody>
          <a:bodyPr/>
          <a:lstStyle/>
          <a:p>
            <a:r>
              <a:rPr lang="en-US" sz="2000" dirty="0"/>
              <a:t>When using the QuickStart, just enter all details in the Azure portal and create a custom credential on a single page</a:t>
            </a:r>
          </a:p>
          <a:p>
            <a:endParaRPr lang="en-US" sz="1600" dirty="0"/>
          </a:p>
        </p:txBody>
      </p:sp>
      <p:sp>
        <p:nvSpPr>
          <p:cNvPr id="6" name="Title 1">
            <a:extLst>
              <a:ext uri="{FF2B5EF4-FFF2-40B4-BE49-F238E27FC236}">
                <a16:creationId xmlns:a16="http://schemas.microsoft.com/office/drawing/2014/main" id="{CC29CA2D-7650-2C44-9982-91014FDAF2FA}"/>
              </a:ext>
              <a:ext uri="{C183D7F6-B498-43B3-948B-1728B52AA6E4}">
                <adec:decorative xmlns:adec="http://schemas.microsoft.com/office/drawing/2017/decorative" val="1"/>
              </a:ext>
            </a:extLst>
          </p:cNvPr>
          <p:cNvSpPr txBox="1">
            <a:spLocks/>
          </p:cNvSpPr>
          <p:nvPr/>
        </p:nvSpPr>
        <p:spPr>
          <a:xfrm>
            <a:off x="588263" y="585788"/>
            <a:ext cx="3182027" cy="3118624"/>
          </a:xfrm>
          <a:prstGeom prst="rect">
            <a:avLst/>
          </a:prstGeom>
        </p:spPr>
        <p:txBody>
          <a:bodyPr vert="horz" wrap="square" lIns="0" tIns="164592" rIns="0" bIns="0" rtlCol="0" anchor="t">
            <a:noAutofit/>
          </a:bodyPr>
          <a:lstStyle>
            <a:lvl1pPr algn="l" defTabSz="914400" rtl="0" eaLnBrk="1" latinLnBrk="0" hangingPunct="1">
              <a:lnSpc>
                <a:spcPct val="90000"/>
              </a:lnSpc>
              <a:spcBef>
                <a:spcPct val="0"/>
              </a:spcBef>
              <a:buNone/>
              <a:defRPr sz="4400" kern="1200">
                <a:solidFill>
                  <a:srgbClr val="000000"/>
                </a:solidFill>
                <a:latin typeface="+mj-lt"/>
                <a:ea typeface="+mj-ea"/>
                <a:cs typeface="+mj-cs"/>
              </a:defRPr>
            </a:lvl1pPr>
          </a:lstStyle>
          <a:p>
            <a:endParaRPr lang="en-US" dirty="0">
              <a:solidFill>
                <a:srgbClr val="50E6FF"/>
              </a:solidFill>
            </a:endParaRPr>
          </a:p>
        </p:txBody>
      </p:sp>
      <p:pic>
        <p:nvPicPr>
          <p:cNvPr id="2" name="Picture 1">
            <a:extLst>
              <a:ext uri="{FF2B5EF4-FFF2-40B4-BE49-F238E27FC236}">
                <a16:creationId xmlns:a16="http://schemas.microsoft.com/office/drawing/2014/main" id="{BF8FCE92-D9BD-1D35-94F1-57152752496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06845" y="703420"/>
            <a:ext cx="5387072" cy="5628799"/>
          </a:xfrm>
          <a:prstGeom prst="rect">
            <a:avLst/>
          </a:prstGeom>
        </p:spPr>
      </p:pic>
    </p:spTree>
    <p:extLst>
      <p:ext uri="{BB962C8B-B14F-4D97-AF65-F5344CB8AC3E}">
        <p14:creationId xmlns:p14="http://schemas.microsoft.com/office/powerpoint/2010/main" val="327646291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F245F6-5BB0-28FA-BF9B-5E98FAC79E9C}"/>
              </a:ext>
            </a:extLst>
          </p:cNvPr>
          <p:cNvSpPr>
            <a:spLocks noGrp="1"/>
          </p:cNvSpPr>
          <p:nvPr>
            <p:ph type="title"/>
          </p:nvPr>
        </p:nvSpPr>
        <p:spPr/>
        <p:txBody>
          <a:bodyPr/>
          <a:lstStyle/>
          <a:p>
            <a:r>
              <a:rPr lang="en-US" dirty="0"/>
              <a:t>Réseau Microsoft Entra Verified ID</a:t>
            </a:r>
            <a:endParaRPr lang="en-GB" dirty="0"/>
          </a:p>
        </p:txBody>
      </p:sp>
      <p:sp>
        <p:nvSpPr>
          <p:cNvPr id="4" name="Espace réservé du texte 3">
            <a:extLst>
              <a:ext uri="{FF2B5EF4-FFF2-40B4-BE49-F238E27FC236}">
                <a16:creationId xmlns:a16="http://schemas.microsoft.com/office/drawing/2014/main" id="{6D442636-03ED-2BC7-4BE4-4DF00DE1BBBB}"/>
              </a:ext>
            </a:extLst>
          </p:cNvPr>
          <p:cNvSpPr>
            <a:spLocks noGrp="1"/>
          </p:cNvSpPr>
          <p:nvPr>
            <p:ph type="body" sz="quarter" idx="10"/>
          </p:nvPr>
        </p:nvSpPr>
        <p:spPr>
          <a:xfrm>
            <a:off x="585217" y="1227435"/>
            <a:ext cx="11018520" cy="307777"/>
          </a:xfrm>
        </p:spPr>
        <p:txBody>
          <a:bodyPr/>
          <a:lstStyle/>
          <a:p>
            <a:r>
              <a:rPr lang="fr-FR" sz="2000" dirty="0">
                <a:latin typeface="+mj-lt"/>
                <a:hlinkClick r:id="rId3"/>
              </a:rPr>
              <a:t>Vérifier des crédentités à l'aide du réseau</a:t>
            </a:r>
            <a:r>
              <a:rPr lang="en-US" sz="2000" dirty="0">
                <a:latin typeface="+mj-lt"/>
                <a:hlinkClick r:id="rId3"/>
              </a:rPr>
              <a:t> Microsoft Entra Verified ID</a:t>
            </a:r>
            <a:endParaRPr lang="en-US" sz="2000" dirty="0">
              <a:latin typeface="+mj-lt"/>
            </a:endParaRPr>
          </a:p>
        </p:txBody>
      </p:sp>
      <p:sp>
        <p:nvSpPr>
          <p:cNvPr id="6" name="Title 1">
            <a:extLst>
              <a:ext uri="{FF2B5EF4-FFF2-40B4-BE49-F238E27FC236}">
                <a16:creationId xmlns:a16="http://schemas.microsoft.com/office/drawing/2014/main" id="{CC29CA2D-7650-2C44-9982-91014FDAF2FA}"/>
              </a:ext>
              <a:ext uri="{C183D7F6-B498-43B3-948B-1728B52AA6E4}">
                <adec:decorative xmlns:adec="http://schemas.microsoft.com/office/drawing/2017/decorative" val="1"/>
              </a:ext>
            </a:extLst>
          </p:cNvPr>
          <p:cNvSpPr txBox="1">
            <a:spLocks/>
          </p:cNvSpPr>
          <p:nvPr/>
        </p:nvSpPr>
        <p:spPr>
          <a:xfrm>
            <a:off x="588263" y="585788"/>
            <a:ext cx="3182027" cy="3118624"/>
          </a:xfrm>
          <a:prstGeom prst="rect">
            <a:avLst/>
          </a:prstGeom>
        </p:spPr>
        <p:txBody>
          <a:bodyPr vert="horz" wrap="square" lIns="0" tIns="164592" rIns="0" bIns="0" rtlCol="0" anchor="t">
            <a:noAutofit/>
          </a:bodyPr>
          <a:lstStyle>
            <a:lvl1pPr algn="l" defTabSz="914400" rtl="0" eaLnBrk="1" latinLnBrk="0" hangingPunct="1">
              <a:lnSpc>
                <a:spcPct val="90000"/>
              </a:lnSpc>
              <a:spcBef>
                <a:spcPct val="0"/>
              </a:spcBef>
              <a:buNone/>
              <a:defRPr sz="4400" kern="1200">
                <a:solidFill>
                  <a:srgbClr val="000000"/>
                </a:solidFill>
                <a:latin typeface="+mj-lt"/>
                <a:ea typeface="+mj-ea"/>
                <a:cs typeface="+mj-cs"/>
              </a:defRPr>
            </a:lvl1pPr>
          </a:lstStyle>
          <a:p>
            <a:endParaRPr lang="en-US" dirty="0">
              <a:solidFill>
                <a:srgbClr val="50E6FF"/>
              </a:solidFill>
            </a:endParaRPr>
          </a:p>
        </p:txBody>
      </p:sp>
      <p:sp>
        <p:nvSpPr>
          <p:cNvPr id="7" name="TextBox 6">
            <a:extLst>
              <a:ext uri="{FF2B5EF4-FFF2-40B4-BE49-F238E27FC236}">
                <a16:creationId xmlns:a16="http://schemas.microsoft.com/office/drawing/2014/main" id="{3F101F69-25FC-1396-A11E-FA549523237C}"/>
              </a:ext>
            </a:extLst>
          </p:cNvPr>
          <p:cNvSpPr txBox="1"/>
          <p:nvPr/>
        </p:nvSpPr>
        <p:spPr>
          <a:xfrm>
            <a:off x="520700" y="3429000"/>
            <a:ext cx="3771900" cy="1200329"/>
          </a:xfrm>
          <a:prstGeom prst="rect">
            <a:avLst/>
          </a:prstGeom>
          <a:noFill/>
        </p:spPr>
        <p:txBody>
          <a:bodyPr wrap="square">
            <a:spAutoFit/>
          </a:bodyPr>
          <a:lstStyle/>
          <a:p>
            <a:pPr algn="l"/>
            <a:r>
              <a:rPr lang="en-US" i="0" dirty="0">
                <a:solidFill>
                  <a:schemeClr val="bg1"/>
                </a:solidFill>
                <a:effectLst/>
                <a:latin typeface="+mj-lt"/>
              </a:rPr>
              <a:t>Search for published credential types and schemas in the Entra Verified ID Network to easily generate a presentation request</a:t>
            </a:r>
          </a:p>
        </p:txBody>
      </p:sp>
      <p:pic>
        <p:nvPicPr>
          <p:cNvPr id="3" name="Picture 2">
            <a:extLst>
              <a:ext uri="{FF2B5EF4-FFF2-40B4-BE49-F238E27FC236}">
                <a16:creationId xmlns:a16="http://schemas.microsoft.com/office/drawing/2014/main" id="{F509EF35-1ECA-C8C8-0984-25810A6835E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71647" y="1778602"/>
            <a:ext cx="7283267" cy="4776537"/>
          </a:xfrm>
          <a:prstGeom prst="rect">
            <a:avLst/>
          </a:prstGeom>
          <a:ln w="19050">
            <a:solidFill>
              <a:schemeClr val="tx1"/>
            </a:solidFill>
          </a:ln>
        </p:spPr>
      </p:pic>
    </p:spTree>
    <p:extLst>
      <p:ext uri="{BB962C8B-B14F-4D97-AF65-F5344CB8AC3E}">
        <p14:creationId xmlns:p14="http://schemas.microsoft.com/office/powerpoint/2010/main" val="234295823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13EBC-8A5E-7356-E0F8-38D6F1AB0122}"/>
              </a:ext>
            </a:extLst>
          </p:cNvPr>
          <p:cNvSpPr>
            <a:spLocks noGrp="1"/>
          </p:cNvSpPr>
          <p:nvPr>
            <p:ph type="title"/>
          </p:nvPr>
        </p:nvSpPr>
        <p:spPr>
          <a:xfrm>
            <a:off x="293875" y="215144"/>
            <a:ext cx="11018520" cy="492443"/>
          </a:xfrm>
        </p:spPr>
        <p:txBody>
          <a:bodyPr/>
          <a:lstStyle/>
          <a:p>
            <a:r>
              <a:rPr lang="fr-FR" dirty="0"/>
              <a:t>Arbre de décision pour les types de crédentités</a:t>
            </a:r>
            <a:endParaRPr lang="en-GB" dirty="0"/>
          </a:p>
        </p:txBody>
      </p:sp>
      <p:graphicFrame>
        <p:nvGraphicFramePr>
          <p:cNvPr id="4" name="Diagram 3">
            <a:extLst>
              <a:ext uri="{FF2B5EF4-FFF2-40B4-BE49-F238E27FC236}">
                <a16:creationId xmlns:a16="http://schemas.microsoft.com/office/drawing/2014/main" id="{C46D1681-B8A5-2238-762F-BF6E8AC9ADDA}"/>
              </a:ext>
            </a:extLst>
          </p:cNvPr>
          <p:cNvGraphicFramePr/>
          <p:nvPr>
            <p:extLst>
              <p:ext uri="{D42A27DB-BD31-4B8C-83A1-F6EECF244321}">
                <p14:modId xmlns:p14="http://schemas.microsoft.com/office/powerpoint/2010/main" val="3791615716"/>
              </p:ext>
            </p:extLst>
          </p:nvPr>
        </p:nvGraphicFramePr>
        <p:xfrm>
          <a:off x="652669" y="397565"/>
          <a:ext cx="11386931" cy="60628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9650DF9D-4B8B-9DE2-3928-C1742650549F}"/>
              </a:ext>
            </a:extLst>
          </p:cNvPr>
          <p:cNvSpPr txBox="1"/>
          <p:nvPr/>
        </p:nvSpPr>
        <p:spPr>
          <a:xfrm>
            <a:off x="652669" y="3238881"/>
            <a:ext cx="1776547" cy="415498"/>
          </a:xfrm>
          <a:prstGeom prst="rect">
            <a:avLst/>
          </a:prstGeom>
          <a:noFill/>
        </p:spPr>
        <p:txBody>
          <a:bodyPr wrap="square" rtlCol="0">
            <a:spAutoFit/>
          </a:bodyPr>
          <a:lstStyle/>
          <a:p>
            <a:r>
              <a:rPr lang="en-GB" sz="1050" dirty="0"/>
              <a:t>Templates that use Microsoft Graph</a:t>
            </a:r>
          </a:p>
        </p:txBody>
      </p:sp>
      <p:sp>
        <p:nvSpPr>
          <p:cNvPr id="6" name="TextBox 5">
            <a:extLst>
              <a:ext uri="{FF2B5EF4-FFF2-40B4-BE49-F238E27FC236}">
                <a16:creationId xmlns:a16="http://schemas.microsoft.com/office/drawing/2014/main" id="{3FFCE153-6D00-0BD3-44F8-89E09766F92C}"/>
              </a:ext>
            </a:extLst>
          </p:cNvPr>
          <p:cNvSpPr txBox="1"/>
          <p:nvPr/>
        </p:nvSpPr>
        <p:spPr>
          <a:xfrm>
            <a:off x="9229998" y="3077299"/>
            <a:ext cx="1776547" cy="738664"/>
          </a:xfrm>
          <a:prstGeom prst="rect">
            <a:avLst/>
          </a:prstGeom>
          <a:noFill/>
        </p:spPr>
        <p:txBody>
          <a:bodyPr wrap="square" rtlCol="0">
            <a:spAutoFit/>
          </a:bodyPr>
          <a:lstStyle/>
          <a:p>
            <a:r>
              <a:rPr lang="en-GB" sz="1050" dirty="0"/>
              <a:t>Developers can bring in different attestation patterns via JSON files for Display and Rules</a:t>
            </a:r>
          </a:p>
        </p:txBody>
      </p:sp>
      <p:sp>
        <p:nvSpPr>
          <p:cNvPr id="7" name="TextBox 6">
            <a:extLst>
              <a:ext uri="{FF2B5EF4-FFF2-40B4-BE49-F238E27FC236}">
                <a16:creationId xmlns:a16="http://schemas.microsoft.com/office/drawing/2014/main" id="{D6CD2C91-59AF-62E8-44CE-65C22802378F}"/>
              </a:ext>
            </a:extLst>
          </p:cNvPr>
          <p:cNvSpPr txBox="1"/>
          <p:nvPr/>
        </p:nvSpPr>
        <p:spPr>
          <a:xfrm>
            <a:off x="4929052" y="4999556"/>
            <a:ext cx="1071154" cy="769441"/>
          </a:xfrm>
          <a:prstGeom prst="rect">
            <a:avLst/>
          </a:prstGeom>
          <a:noFill/>
        </p:spPr>
        <p:txBody>
          <a:bodyPr wrap="square" rtlCol="0">
            <a:spAutoFit/>
          </a:bodyPr>
          <a:lstStyle/>
          <a:p>
            <a:r>
              <a:rPr lang="en-GB" sz="1100" dirty="0"/>
              <a:t>Supports any  OpenID connect provider flows</a:t>
            </a:r>
          </a:p>
        </p:txBody>
      </p:sp>
      <p:sp>
        <p:nvSpPr>
          <p:cNvPr id="8" name="TextBox 7">
            <a:extLst>
              <a:ext uri="{FF2B5EF4-FFF2-40B4-BE49-F238E27FC236}">
                <a16:creationId xmlns:a16="http://schemas.microsoft.com/office/drawing/2014/main" id="{F6F7D0E9-BAE9-1A85-DF65-479ABDD670D8}"/>
              </a:ext>
            </a:extLst>
          </p:cNvPr>
          <p:cNvSpPr txBox="1"/>
          <p:nvPr/>
        </p:nvSpPr>
        <p:spPr>
          <a:xfrm>
            <a:off x="6419306" y="4999556"/>
            <a:ext cx="1147354" cy="1169551"/>
          </a:xfrm>
          <a:prstGeom prst="rect">
            <a:avLst/>
          </a:prstGeom>
          <a:noFill/>
        </p:spPr>
        <p:txBody>
          <a:bodyPr wrap="square" rtlCol="0">
            <a:spAutoFit/>
          </a:bodyPr>
          <a:lstStyle/>
          <a:p>
            <a:r>
              <a:rPr lang="en-GB" sz="1000" dirty="0"/>
              <a:t>Supports claim injection </a:t>
            </a:r>
            <a:r>
              <a:rPr lang="en-GB" sz="1000" b="0" i="0" dirty="0">
                <a:solidFill>
                  <a:srgbClr val="161616"/>
                </a:solidFill>
                <a:effectLst/>
              </a:rPr>
              <a:t>where the relying party application passes claim values in the </a:t>
            </a:r>
            <a:r>
              <a:rPr lang="en-GB" sz="1000" b="0" i="0" u="none" strike="noStrike" dirty="0">
                <a:effectLst/>
                <a:hlinkClick r:id="rId8"/>
              </a:rPr>
              <a:t>issuance request payload</a:t>
            </a:r>
            <a:r>
              <a:rPr lang="en-GB" sz="1000" b="0" i="0" dirty="0">
                <a:solidFill>
                  <a:srgbClr val="161616"/>
                </a:solidFill>
                <a:effectLst/>
              </a:rPr>
              <a:t>.</a:t>
            </a:r>
            <a:endParaRPr lang="en-GB" sz="1000" dirty="0"/>
          </a:p>
        </p:txBody>
      </p:sp>
      <p:sp>
        <p:nvSpPr>
          <p:cNvPr id="9" name="TextBox 8">
            <a:extLst>
              <a:ext uri="{FF2B5EF4-FFF2-40B4-BE49-F238E27FC236}">
                <a16:creationId xmlns:a16="http://schemas.microsoft.com/office/drawing/2014/main" id="{9B4258FD-A078-4540-360C-C52D868DEC29}"/>
              </a:ext>
            </a:extLst>
          </p:cNvPr>
          <p:cNvSpPr txBox="1"/>
          <p:nvPr/>
        </p:nvSpPr>
        <p:spPr>
          <a:xfrm>
            <a:off x="7909560" y="5035690"/>
            <a:ext cx="1147354" cy="1323439"/>
          </a:xfrm>
          <a:prstGeom prst="rect">
            <a:avLst/>
          </a:prstGeom>
          <a:noFill/>
        </p:spPr>
        <p:txBody>
          <a:bodyPr wrap="square" rtlCol="0">
            <a:spAutoFit/>
          </a:bodyPr>
          <a:lstStyle/>
          <a:p>
            <a:r>
              <a:rPr lang="en-GB" sz="1000" dirty="0"/>
              <a:t>Supports claim injection </a:t>
            </a:r>
            <a:r>
              <a:rPr lang="en-GB" sz="1000" b="0" i="0" dirty="0">
                <a:solidFill>
                  <a:srgbClr val="161616"/>
                </a:solidFill>
                <a:effectLst/>
              </a:rPr>
              <a:t>where </a:t>
            </a:r>
            <a:r>
              <a:rPr lang="en-GB" sz="1000" b="1" i="0" dirty="0">
                <a:solidFill>
                  <a:srgbClr val="161616"/>
                </a:solidFill>
                <a:effectLst/>
              </a:rPr>
              <a:t>user is required to manually enter values </a:t>
            </a:r>
            <a:r>
              <a:rPr lang="en-GB" sz="1000" b="0" i="0" dirty="0">
                <a:solidFill>
                  <a:srgbClr val="161616"/>
                </a:solidFill>
                <a:effectLst/>
              </a:rPr>
              <a:t>for the claims in Microsoft Authenticator</a:t>
            </a:r>
            <a:endParaRPr lang="en-GB" sz="1000" dirty="0"/>
          </a:p>
        </p:txBody>
      </p:sp>
      <p:sp>
        <p:nvSpPr>
          <p:cNvPr id="10" name="TextBox 9">
            <a:extLst>
              <a:ext uri="{FF2B5EF4-FFF2-40B4-BE49-F238E27FC236}">
                <a16:creationId xmlns:a16="http://schemas.microsoft.com/office/drawing/2014/main" id="{D7E4DAF8-6FD1-BBC8-5DB1-C7C0B53E870F}"/>
              </a:ext>
            </a:extLst>
          </p:cNvPr>
          <p:cNvSpPr txBox="1"/>
          <p:nvPr/>
        </p:nvSpPr>
        <p:spPr>
          <a:xfrm>
            <a:off x="9398726" y="4989523"/>
            <a:ext cx="1491342" cy="1708160"/>
          </a:xfrm>
          <a:prstGeom prst="rect">
            <a:avLst/>
          </a:prstGeom>
          <a:noFill/>
        </p:spPr>
        <p:txBody>
          <a:bodyPr wrap="square" rtlCol="0">
            <a:spAutoFit/>
          </a:bodyPr>
          <a:lstStyle/>
          <a:p>
            <a:r>
              <a:rPr lang="en-GB" sz="1050" dirty="0"/>
              <a:t>Supports claim injection </a:t>
            </a:r>
            <a:r>
              <a:rPr lang="en-GB" sz="1050" b="0" i="0" dirty="0">
                <a:solidFill>
                  <a:srgbClr val="161616"/>
                </a:solidFill>
                <a:effectLst/>
              </a:rPr>
              <a:t>where </a:t>
            </a:r>
            <a:r>
              <a:rPr lang="en-GB" sz="1050" b="1" i="0" dirty="0">
                <a:solidFill>
                  <a:srgbClr val="161616"/>
                </a:solidFill>
                <a:effectLst/>
              </a:rPr>
              <a:t>user presents a verifiable credential</a:t>
            </a:r>
            <a:r>
              <a:rPr lang="en-GB" sz="1050" b="0" i="0" dirty="0">
                <a:solidFill>
                  <a:srgbClr val="161616"/>
                </a:solidFill>
                <a:effectLst/>
              </a:rPr>
              <a:t> during issuance and claim values for issuance of the </a:t>
            </a:r>
            <a:r>
              <a:rPr lang="en-GB" sz="1050" b="1" i="0" dirty="0">
                <a:solidFill>
                  <a:srgbClr val="161616"/>
                </a:solidFill>
                <a:effectLst/>
              </a:rPr>
              <a:t>new credential are taken from the presented credential</a:t>
            </a:r>
            <a:r>
              <a:rPr lang="en-GB" sz="1050" b="0" i="0" dirty="0">
                <a:solidFill>
                  <a:srgbClr val="161616"/>
                </a:solidFill>
                <a:effectLst/>
              </a:rPr>
              <a:t>.</a:t>
            </a:r>
            <a:endParaRPr lang="en-GB" sz="1050" dirty="0"/>
          </a:p>
        </p:txBody>
      </p:sp>
      <p:sp>
        <p:nvSpPr>
          <p:cNvPr id="11" name="TextBox 10">
            <a:extLst>
              <a:ext uri="{FF2B5EF4-FFF2-40B4-BE49-F238E27FC236}">
                <a16:creationId xmlns:a16="http://schemas.microsoft.com/office/drawing/2014/main" id="{A7A7EAE1-476C-E9CD-A7F9-5C47E9DB2FBD}"/>
              </a:ext>
            </a:extLst>
          </p:cNvPr>
          <p:cNvSpPr txBox="1"/>
          <p:nvPr/>
        </p:nvSpPr>
        <p:spPr>
          <a:xfrm>
            <a:off x="10955817" y="4921829"/>
            <a:ext cx="1301932" cy="1631216"/>
          </a:xfrm>
          <a:prstGeom prst="rect">
            <a:avLst/>
          </a:prstGeom>
          <a:noFill/>
        </p:spPr>
        <p:txBody>
          <a:bodyPr wrap="square" rtlCol="0">
            <a:spAutoFit/>
          </a:bodyPr>
          <a:lstStyle/>
          <a:p>
            <a:r>
              <a:rPr lang="en-GB" sz="1000" dirty="0"/>
              <a:t>Supports claim injection </a:t>
            </a:r>
            <a:r>
              <a:rPr lang="en-GB" sz="1000" b="0" i="0" dirty="0">
                <a:solidFill>
                  <a:srgbClr val="161616"/>
                </a:solidFill>
                <a:effectLst/>
              </a:rPr>
              <a:t>where claims come from more than one source. </a:t>
            </a:r>
          </a:p>
          <a:p>
            <a:endParaRPr lang="en-GB" sz="1000" dirty="0">
              <a:solidFill>
                <a:srgbClr val="161616"/>
              </a:solidFill>
            </a:endParaRPr>
          </a:p>
          <a:p>
            <a:r>
              <a:rPr lang="en-GB" sz="1000" dirty="0">
                <a:solidFill>
                  <a:srgbClr val="161616"/>
                </a:solidFill>
              </a:rPr>
              <a:t>e.g. – </a:t>
            </a:r>
            <a:r>
              <a:rPr lang="en-GB" sz="1000" dirty="0" err="1">
                <a:solidFill>
                  <a:srgbClr val="161616"/>
                </a:solidFill>
              </a:rPr>
              <a:t>Idtoken</a:t>
            </a:r>
            <a:endParaRPr lang="en-GB" sz="1000" dirty="0">
              <a:solidFill>
                <a:srgbClr val="161616"/>
              </a:solidFill>
            </a:endParaRPr>
          </a:p>
          <a:p>
            <a:r>
              <a:rPr lang="en-GB" sz="1000" dirty="0">
                <a:solidFill>
                  <a:srgbClr val="161616"/>
                </a:solidFill>
              </a:rPr>
              <a:t> + self-attested</a:t>
            </a:r>
          </a:p>
          <a:p>
            <a:endParaRPr lang="en-GB" sz="1000" dirty="0">
              <a:solidFill>
                <a:srgbClr val="161616"/>
              </a:solidFill>
            </a:endParaRPr>
          </a:p>
          <a:p>
            <a:endParaRPr lang="en-GB" sz="1000" dirty="0"/>
          </a:p>
        </p:txBody>
      </p:sp>
      <p:sp>
        <p:nvSpPr>
          <p:cNvPr id="12" name="Star: 5 Points 11">
            <a:extLst>
              <a:ext uri="{FF2B5EF4-FFF2-40B4-BE49-F238E27FC236}">
                <a16:creationId xmlns:a16="http://schemas.microsoft.com/office/drawing/2014/main" id="{8E9AF922-0CD9-8EB2-05EF-6545DD968119}"/>
              </a:ext>
            </a:extLst>
          </p:cNvPr>
          <p:cNvSpPr/>
          <p:nvPr/>
        </p:nvSpPr>
        <p:spPr>
          <a:xfrm>
            <a:off x="3526733" y="4864316"/>
            <a:ext cx="348343" cy="250413"/>
          </a:xfrm>
          <a:prstGeom prst="star5">
            <a:avLst/>
          </a:prstGeom>
          <a:solidFill>
            <a:schemeClr val="accent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3" name="Star: 5 Points 12">
            <a:extLst>
              <a:ext uri="{FF2B5EF4-FFF2-40B4-BE49-F238E27FC236}">
                <a16:creationId xmlns:a16="http://schemas.microsoft.com/office/drawing/2014/main" id="{B94D2A00-5159-7BC5-9465-061EC93D0C1B}"/>
              </a:ext>
            </a:extLst>
          </p:cNvPr>
          <p:cNvSpPr/>
          <p:nvPr/>
        </p:nvSpPr>
        <p:spPr>
          <a:xfrm>
            <a:off x="1990445" y="4958102"/>
            <a:ext cx="348343" cy="250413"/>
          </a:xfrm>
          <a:prstGeom prst="star5">
            <a:avLst/>
          </a:prstGeom>
          <a:solidFill>
            <a:schemeClr val="accent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03642CE9-F3A0-3F8F-8184-4A4E6486330D}"/>
              </a:ext>
            </a:extLst>
          </p:cNvPr>
          <p:cNvSpPr txBox="1"/>
          <p:nvPr/>
        </p:nvSpPr>
        <p:spPr>
          <a:xfrm>
            <a:off x="3868269" y="4945786"/>
            <a:ext cx="946512" cy="246221"/>
          </a:xfrm>
          <a:prstGeom prst="rect">
            <a:avLst/>
          </a:prstGeom>
          <a:noFill/>
        </p:spPr>
        <p:txBody>
          <a:bodyPr wrap="square" rtlCol="0">
            <a:spAutoFit/>
          </a:bodyPr>
          <a:lstStyle/>
          <a:p>
            <a:r>
              <a:rPr lang="en-GB" sz="1000" dirty="0"/>
              <a:t>Coming soon</a:t>
            </a:r>
          </a:p>
        </p:txBody>
      </p:sp>
      <p:sp>
        <p:nvSpPr>
          <p:cNvPr id="15" name="TextBox 14">
            <a:extLst>
              <a:ext uri="{FF2B5EF4-FFF2-40B4-BE49-F238E27FC236}">
                <a16:creationId xmlns:a16="http://schemas.microsoft.com/office/drawing/2014/main" id="{0E67BD3D-0D0F-9A1E-C9A8-650FEF404501}"/>
              </a:ext>
            </a:extLst>
          </p:cNvPr>
          <p:cNvSpPr txBox="1"/>
          <p:nvPr/>
        </p:nvSpPr>
        <p:spPr>
          <a:xfrm>
            <a:off x="2330110" y="4989522"/>
            <a:ext cx="1150547" cy="246221"/>
          </a:xfrm>
          <a:prstGeom prst="rect">
            <a:avLst/>
          </a:prstGeom>
          <a:noFill/>
        </p:spPr>
        <p:txBody>
          <a:bodyPr wrap="square" rtlCol="0">
            <a:spAutoFit/>
          </a:bodyPr>
          <a:lstStyle/>
          <a:p>
            <a:r>
              <a:rPr lang="en-GB" sz="1000" dirty="0"/>
              <a:t>Coming soon</a:t>
            </a:r>
          </a:p>
        </p:txBody>
      </p:sp>
    </p:spTree>
    <p:extLst>
      <p:ext uri="{BB962C8B-B14F-4D97-AF65-F5344CB8AC3E}">
        <p14:creationId xmlns:p14="http://schemas.microsoft.com/office/powerpoint/2010/main" val="37553212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9FEF9A8-E45A-9488-0838-CDC855D485C7}"/>
            </a:ext>
          </a:extLst>
        </p:cNvPr>
        <p:cNvGrpSpPr/>
        <p:nvPr/>
      </p:nvGrpSpPr>
      <p:grpSpPr>
        <a:xfrm>
          <a:off x="0" y="0"/>
          <a:ext cx="0" cy="0"/>
          <a:chOff x="0" y="0"/>
          <a:chExt cx="0" cy="0"/>
        </a:xfrm>
      </p:grpSpPr>
      <p:sp>
        <p:nvSpPr>
          <p:cNvPr id="5" name="Freeform: Shape 15">
            <a:extLst>
              <a:ext uri="{FF2B5EF4-FFF2-40B4-BE49-F238E27FC236}">
                <a16:creationId xmlns:a16="http://schemas.microsoft.com/office/drawing/2014/main" id="{C28A9E57-2C28-A6F1-C4D4-655D8005D2B3}"/>
              </a:ext>
              <a:ext uri="{C183D7F6-B498-43B3-948B-1728B52AA6E4}">
                <adec:decorative xmlns:adec="http://schemas.microsoft.com/office/drawing/2017/decorative" val="1"/>
              </a:ext>
            </a:extLst>
          </p:cNvPr>
          <p:cNvSpPr/>
          <p:nvPr/>
        </p:nvSpPr>
        <p:spPr bwMode="auto">
          <a:xfrm>
            <a:off x="867712" y="0"/>
            <a:ext cx="10598242" cy="4341614"/>
          </a:xfrm>
          <a:custGeom>
            <a:avLst/>
            <a:gdLst>
              <a:gd name="connsiteX0" fmla="*/ 0 w 11318372"/>
              <a:gd name="connsiteY0" fmla="*/ 0 h 4636618"/>
              <a:gd name="connsiteX1" fmla="*/ 11318372 w 11318372"/>
              <a:gd name="connsiteY1" fmla="*/ 0 h 4636618"/>
              <a:gd name="connsiteX2" fmla="*/ 11313304 w 11318372"/>
              <a:gd name="connsiteY2" fmla="*/ 28379 h 4636618"/>
              <a:gd name="connsiteX3" fmla="*/ 5659186 w 11318372"/>
              <a:gd name="connsiteY3" fmla="*/ 4636618 h 4636618"/>
              <a:gd name="connsiteX4" fmla="*/ 5068 w 11318372"/>
              <a:gd name="connsiteY4" fmla="*/ 28379 h 4636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8372" h="4636618">
                <a:moveTo>
                  <a:pt x="0" y="0"/>
                </a:moveTo>
                <a:lnTo>
                  <a:pt x="11318372" y="0"/>
                </a:lnTo>
                <a:lnTo>
                  <a:pt x="11313304" y="28379"/>
                </a:lnTo>
                <a:cubicBezTo>
                  <a:pt x="10775145" y="2658296"/>
                  <a:pt x="8448197" y="4636618"/>
                  <a:pt x="5659186" y="4636618"/>
                </a:cubicBezTo>
                <a:cubicBezTo>
                  <a:pt x="2870175" y="4636618"/>
                  <a:pt x="543227" y="2658296"/>
                  <a:pt x="5068" y="28379"/>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4" name="Picture 32">
            <a:extLst>
              <a:ext uri="{FF2B5EF4-FFF2-40B4-BE49-F238E27FC236}">
                <a16:creationId xmlns:a16="http://schemas.microsoft.com/office/drawing/2014/main" id="{E874EC67-4384-6AF5-7EF1-94DAB99FC069}"/>
              </a:ext>
              <a:ext uri="{C183D7F6-B498-43B3-948B-1728B52AA6E4}">
                <adec:decorative xmlns:adec="http://schemas.microsoft.com/office/drawing/2017/decorative" val="1"/>
              </a:ext>
            </a:extLst>
          </p:cNvPr>
          <p:cNvPicPr>
            <a:picLocks noChangeAspect="1"/>
          </p:cNvPicPr>
          <p:nvPr/>
        </p:nvPicPr>
        <p:blipFill>
          <a:blip r:embed="rId3"/>
          <a:srcRect t="48467" r="11858"/>
          <a:stretch/>
        </p:blipFill>
        <p:spPr>
          <a:xfrm flipH="1">
            <a:off x="7055931" y="4790752"/>
            <a:ext cx="5067300" cy="2067247"/>
          </a:xfrm>
          <a:prstGeom prst="rect">
            <a:avLst/>
          </a:prstGeom>
        </p:spPr>
      </p:pic>
      <p:pic>
        <p:nvPicPr>
          <p:cNvPr id="17" name="Picture 33">
            <a:extLst>
              <a:ext uri="{FF2B5EF4-FFF2-40B4-BE49-F238E27FC236}">
                <a16:creationId xmlns:a16="http://schemas.microsoft.com/office/drawing/2014/main" id="{3F71F7E5-5615-1C0F-4142-8DC44A7E1FF7}"/>
              </a:ext>
              <a:ext uri="{C183D7F6-B498-43B3-948B-1728B52AA6E4}">
                <adec:decorative xmlns:adec="http://schemas.microsoft.com/office/drawing/2017/decorative" val="1"/>
              </a:ext>
            </a:extLst>
          </p:cNvPr>
          <p:cNvPicPr>
            <a:picLocks noChangeAspect="1"/>
          </p:cNvPicPr>
          <p:nvPr/>
        </p:nvPicPr>
        <p:blipFill>
          <a:blip r:embed="rId3"/>
          <a:srcRect l="37620" r="21303" b="50056"/>
          <a:stretch/>
        </p:blipFill>
        <p:spPr>
          <a:xfrm rot="5400000" flipH="1">
            <a:off x="1485699" y="4669587"/>
            <a:ext cx="2361497" cy="2003504"/>
          </a:xfrm>
          <a:prstGeom prst="rect">
            <a:avLst/>
          </a:prstGeom>
        </p:spPr>
      </p:pic>
      <p:sp>
        <p:nvSpPr>
          <p:cNvPr id="16" name="Freeform: Shape 15">
            <a:extLst>
              <a:ext uri="{FF2B5EF4-FFF2-40B4-BE49-F238E27FC236}">
                <a16:creationId xmlns:a16="http://schemas.microsoft.com/office/drawing/2014/main" id="{470E139E-9EBA-FCF7-7FB4-EFEE6C5376D4}"/>
              </a:ext>
              <a:ext uri="{C183D7F6-B498-43B3-948B-1728B52AA6E4}">
                <adec:decorative xmlns:adec="http://schemas.microsoft.com/office/drawing/2017/decorative" val="1"/>
              </a:ext>
            </a:extLst>
          </p:cNvPr>
          <p:cNvSpPr/>
          <p:nvPr/>
        </p:nvSpPr>
        <p:spPr bwMode="auto">
          <a:xfrm>
            <a:off x="796879" y="0"/>
            <a:ext cx="10598242" cy="4341614"/>
          </a:xfrm>
          <a:custGeom>
            <a:avLst/>
            <a:gdLst>
              <a:gd name="connsiteX0" fmla="*/ 0 w 11318372"/>
              <a:gd name="connsiteY0" fmla="*/ 0 h 4636618"/>
              <a:gd name="connsiteX1" fmla="*/ 11318372 w 11318372"/>
              <a:gd name="connsiteY1" fmla="*/ 0 h 4636618"/>
              <a:gd name="connsiteX2" fmla="*/ 11313304 w 11318372"/>
              <a:gd name="connsiteY2" fmla="*/ 28379 h 4636618"/>
              <a:gd name="connsiteX3" fmla="*/ 5659186 w 11318372"/>
              <a:gd name="connsiteY3" fmla="*/ 4636618 h 4636618"/>
              <a:gd name="connsiteX4" fmla="*/ 5068 w 11318372"/>
              <a:gd name="connsiteY4" fmla="*/ 28379 h 4636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8372" h="4636618">
                <a:moveTo>
                  <a:pt x="0" y="0"/>
                </a:moveTo>
                <a:lnTo>
                  <a:pt x="11318372" y="0"/>
                </a:lnTo>
                <a:lnTo>
                  <a:pt x="11313304" y="28379"/>
                </a:lnTo>
                <a:cubicBezTo>
                  <a:pt x="10775145" y="2658296"/>
                  <a:pt x="8448197" y="4636618"/>
                  <a:pt x="5659186" y="4636618"/>
                </a:cubicBezTo>
                <a:cubicBezTo>
                  <a:pt x="2870175" y="4636618"/>
                  <a:pt x="543227" y="2658296"/>
                  <a:pt x="5068" y="28379"/>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2056AF4E-5BAD-8BF9-B2FE-53C40ED85C2D}"/>
              </a:ext>
              <a:ext uri="{C183D7F6-B498-43B3-948B-1728B52AA6E4}">
                <adec:decorative xmlns:adec="http://schemas.microsoft.com/office/drawing/2017/decorative" val="1"/>
              </a:ext>
            </a:extLst>
          </p:cNvPr>
          <p:cNvSpPr/>
          <p:nvPr/>
        </p:nvSpPr>
        <p:spPr bwMode="auto">
          <a:xfrm>
            <a:off x="5410200" y="3597036"/>
            <a:ext cx="1371600" cy="4086464"/>
          </a:xfrm>
          <a:prstGeom prst="roundRect">
            <a:avLst>
              <a:gd name="adj" fmla="val 50000"/>
            </a:avLst>
          </a:prstGeom>
          <a:solidFill>
            <a:schemeClr val="tx2">
              <a:lumMod val="50000"/>
            </a:schemeClr>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 name="Rectangle: Rounded Corners 3">
            <a:extLst>
              <a:ext uri="{FF2B5EF4-FFF2-40B4-BE49-F238E27FC236}">
                <a16:creationId xmlns:a16="http://schemas.microsoft.com/office/drawing/2014/main" id="{4398C208-ABB4-10FE-68FA-FE103CF9991C}"/>
              </a:ext>
              <a:ext uri="{C183D7F6-B498-43B3-948B-1728B52AA6E4}">
                <adec:decorative xmlns:adec="http://schemas.microsoft.com/office/drawing/2017/decorative" val="1"/>
              </a:ext>
            </a:extLst>
          </p:cNvPr>
          <p:cNvSpPr/>
          <p:nvPr/>
        </p:nvSpPr>
        <p:spPr bwMode="auto">
          <a:xfrm>
            <a:off x="-660399" y="2410175"/>
            <a:ext cx="4640026" cy="1367883"/>
          </a:xfrm>
          <a:prstGeom prst="roundRect">
            <a:avLst>
              <a:gd name="adj" fmla="val 50000"/>
            </a:avLst>
          </a:prstGeom>
          <a:solidFill>
            <a:schemeClr val="accent1">
              <a:lumMod val="75000"/>
            </a:schemeClr>
          </a:solidFill>
          <a:ln w="349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2E1A6917-B229-445D-0A83-44FA3BECB425}"/>
              </a:ext>
              <a:ext uri="{C183D7F6-B498-43B3-948B-1728B52AA6E4}">
                <adec:decorative xmlns:adec="http://schemas.microsoft.com/office/drawing/2017/decorative" val="1"/>
              </a:ext>
            </a:extLst>
          </p:cNvPr>
          <p:cNvSpPr/>
          <p:nvPr/>
        </p:nvSpPr>
        <p:spPr bwMode="auto">
          <a:xfrm>
            <a:off x="8549300" y="2410175"/>
            <a:ext cx="4276394" cy="1367883"/>
          </a:xfrm>
          <a:prstGeom prst="roundRect">
            <a:avLst>
              <a:gd name="adj" fmla="val 50000"/>
            </a:avLst>
          </a:prstGeom>
          <a:solidFill>
            <a:srgbClr val="054B16"/>
          </a:solidFill>
          <a:ln w="25400">
            <a:solidFill>
              <a:schemeClr val="bg1">
                <a:lumMod val="95000"/>
              </a:schemeClr>
            </a:solidFill>
          </a:ln>
          <a:effectLst>
            <a:outerShdw blurRad="190500" dist="50800" dir="27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3F1CA1D9-6477-3B6A-B95E-60DAC1B8CD08}"/>
              </a:ext>
            </a:extLst>
          </p:cNvPr>
          <p:cNvSpPr>
            <a:spLocks noGrp="1"/>
          </p:cNvSpPr>
          <p:nvPr>
            <p:ph type="title"/>
          </p:nvPr>
        </p:nvSpPr>
        <p:spPr>
          <a:xfrm>
            <a:off x="586740" y="1296011"/>
            <a:ext cx="11018520" cy="492443"/>
          </a:xfrm>
        </p:spPr>
        <p:txBody>
          <a:bodyPr/>
          <a:lstStyle/>
          <a:p>
            <a:pPr algn="ctr"/>
            <a:r>
              <a:rPr lang="fr-FR" sz="3200" dirty="0"/>
              <a:t>Tutoriels pour la mise en place de cas d'utilisation clés</a:t>
            </a:r>
            <a:endParaRPr lang="en-US" sz="3200" dirty="0"/>
          </a:p>
        </p:txBody>
      </p:sp>
      <p:sp>
        <p:nvSpPr>
          <p:cNvPr id="6" name="TextBox 5">
            <a:extLst>
              <a:ext uri="{FF2B5EF4-FFF2-40B4-BE49-F238E27FC236}">
                <a16:creationId xmlns:a16="http://schemas.microsoft.com/office/drawing/2014/main" id="{14B60760-C1C7-80D9-CA38-A1AC01792C25}"/>
              </a:ext>
            </a:extLst>
          </p:cNvPr>
          <p:cNvSpPr txBox="1"/>
          <p:nvPr/>
        </p:nvSpPr>
        <p:spPr>
          <a:xfrm>
            <a:off x="990600" y="2740173"/>
            <a:ext cx="2989026" cy="707886"/>
          </a:xfrm>
          <a:prstGeom prst="rect">
            <a:avLst/>
          </a:prstGeom>
          <a:noFill/>
        </p:spPr>
        <p:txBody>
          <a:bodyPr wrap="square" rIns="1463040">
            <a:spAutoFit/>
          </a:bodyPr>
          <a:lstStyle/>
          <a:p>
            <a:pPr marL="0" marR="0" lvl="0" indent="0" algn="r" defTabSz="914400" rtl="0" eaLnBrk="1" fontAlgn="auto" latinLnBrk="0" hangingPunct="1">
              <a:lnSpc>
                <a:spcPct val="100000"/>
              </a:lnSpc>
              <a:spcBef>
                <a:spcPts val="0"/>
              </a:spcBef>
              <a:spcAft>
                <a:spcPts val="1200"/>
              </a:spcAft>
              <a:buClrTx/>
              <a:buSzTx/>
              <a:buFontTx/>
              <a:buNone/>
              <a:tabLst/>
              <a:defRPr/>
            </a:pPr>
            <a:r>
              <a:rPr kumimoji="0" lang="fr-FR" sz="2000" b="0" i="0" u="sng" strike="noStrike" kern="1200" cap="none" spc="0" normalizeH="0" baseline="0" noProof="0" dirty="0">
                <a:ln>
                  <a:noFill/>
                </a:ln>
                <a:solidFill>
                  <a:srgbClr val="FFFFFF"/>
                </a:solidFill>
                <a:effectLst/>
                <a:uLnTx/>
                <a:uFillTx/>
                <a:latin typeface="Segoe UI Semibold"/>
                <a:ea typeface="+mn-ea"/>
                <a:cs typeface="+mn-cs"/>
                <a:hlinkClick r:id="rId4">
                  <a:extLst>
                    <a:ext uri="{A12FA001-AC4F-418D-AE19-62706E023703}">
                      <ahyp:hlinkClr xmlns:ahyp="http://schemas.microsoft.com/office/drawing/2018/hyperlinkcolor" val="tx"/>
                    </a:ext>
                  </a:extLst>
                </a:hlinkClick>
              </a:rPr>
              <a:t>Intégration  à distance</a:t>
            </a:r>
            <a:endParaRPr kumimoji="0" lang="fr-FR" sz="2000" b="0" i="0" u="sng" strike="noStrike" kern="1200" cap="none" spc="0" normalizeH="0" baseline="0" noProof="0" dirty="0">
              <a:ln>
                <a:noFill/>
              </a:ln>
              <a:solidFill>
                <a:srgbClr val="FFFFFF"/>
              </a:solidFill>
              <a:effectLst/>
              <a:uLnTx/>
              <a:uFillTx/>
              <a:latin typeface="Segoe UI Semibold"/>
              <a:ea typeface="+mn-ea"/>
              <a:cs typeface="+mn-cs"/>
            </a:endParaRPr>
          </a:p>
        </p:txBody>
      </p:sp>
      <p:sp>
        <p:nvSpPr>
          <p:cNvPr id="7" name="TextBox 6">
            <a:extLst>
              <a:ext uri="{FF2B5EF4-FFF2-40B4-BE49-F238E27FC236}">
                <a16:creationId xmlns:a16="http://schemas.microsoft.com/office/drawing/2014/main" id="{FD4BAC9F-4BE5-3B55-9363-8533892BCD56}"/>
              </a:ext>
            </a:extLst>
          </p:cNvPr>
          <p:cNvSpPr txBox="1"/>
          <p:nvPr/>
        </p:nvSpPr>
        <p:spPr>
          <a:xfrm>
            <a:off x="5246661" y="4910308"/>
            <a:ext cx="1698674"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fr-FR" sz="2000" b="0" i="0" u="sng" strike="noStrike" kern="1200" cap="none" spc="0" normalizeH="0" baseline="0" noProof="0">
                <a:ln>
                  <a:noFill/>
                </a:ln>
                <a:solidFill>
                  <a:srgbClr val="FFFFFF"/>
                </a:solidFill>
                <a:effectLst/>
                <a:uLnTx/>
                <a:uFillTx/>
                <a:latin typeface="Segoe UI Semibold"/>
                <a:ea typeface="+mn-ea"/>
                <a:cs typeface="+mn-cs"/>
                <a:hlinkClick r:id="rId5">
                  <a:extLst>
                    <a:ext uri="{A12FA001-AC4F-418D-AE19-62706E023703}">
                      <ahyp:hlinkClr xmlns:ahyp="http://schemas.microsoft.com/office/drawing/2018/hyperlinkcolor" val="tx"/>
                    </a:ext>
                  </a:extLst>
                </a:hlinkClick>
              </a:rPr>
              <a:t>Accès sécurisé</a:t>
            </a:r>
            <a:endParaRPr kumimoji="0" lang="fr-FR" sz="2000" b="0" i="0" u="sng" strike="noStrike" kern="1200" cap="none" spc="0" normalizeH="0" baseline="0" noProof="0">
              <a:ln>
                <a:noFill/>
              </a:ln>
              <a:solidFill>
                <a:srgbClr val="FFFFFF"/>
              </a:solidFill>
              <a:effectLst/>
              <a:uLnTx/>
              <a:uFillTx/>
              <a:latin typeface="Segoe UI Semibold"/>
              <a:ea typeface="+mn-ea"/>
              <a:cs typeface="+mn-cs"/>
            </a:endParaRPr>
          </a:p>
        </p:txBody>
      </p:sp>
      <p:sp>
        <p:nvSpPr>
          <p:cNvPr id="8" name="TextBox 7">
            <a:extLst>
              <a:ext uri="{FF2B5EF4-FFF2-40B4-BE49-F238E27FC236}">
                <a16:creationId xmlns:a16="http://schemas.microsoft.com/office/drawing/2014/main" id="{E553201C-74A6-234C-CA6E-4A85BFC705F0}"/>
              </a:ext>
            </a:extLst>
          </p:cNvPr>
          <p:cNvSpPr txBox="1"/>
          <p:nvPr/>
        </p:nvSpPr>
        <p:spPr>
          <a:xfrm>
            <a:off x="8549299" y="2740173"/>
            <a:ext cx="3727368" cy="707886"/>
          </a:xfrm>
          <a:prstGeom prst="rect">
            <a:avLst/>
          </a:prstGeom>
          <a:noFill/>
        </p:spPr>
        <p:txBody>
          <a:bodyPr wrap="square" lIns="146304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fr-FR" sz="2000" b="0" i="0" u="sng" strike="noStrike" kern="1200" cap="none" spc="0" normalizeH="0" baseline="0" noProof="0" dirty="0">
                <a:ln>
                  <a:noFill/>
                </a:ln>
                <a:solidFill>
                  <a:srgbClr val="FFFFFF"/>
                </a:solidFill>
                <a:effectLst/>
                <a:uLnTx/>
                <a:uFillTx/>
                <a:latin typeface="Segoe UI Semibold"/>
                <a:ea typeface="+mn-ea"/>
                <a:cs typeface="+mn-cs"/>
                <a:hlinkClick r:id="rId6">
                  <a:extLst>
                    <a:ext uri="{A12FA001-AC4F-418D-AE19-62706E023703}">
                      <ahyp:hlinkClr xmlns:ahyp="http://schemas.microsoft.com/office/drawing/2018/hyperlinkcolor" val="tx"/>
                    </a:ext>
                  </a:extLst>
                </a:hlinkClick>
              </a:rPr>
              <a:t>Support technique vérifié</a:t>
            </a:r>
            <a:endParaRPr kumimoji="0" lang="fr-FR" sz="2000" b="0" i="0" u="sng" strike="noStrike" kern="1200" cap="none" spc="0" normalizeH="0" baseline="0" noProof="0" dirty="0">
              <a:ln>
                <a:noFill/>
              </a:ln>
              <a:solidFill>
                <a:srgbClr val="FFFFFF"/>
              </a:solidFill>
              <a:effectLst/>
              <a:uLnTx/>
              <a:uFillTx/>
              <a:latin typeface="Segoe UI Semibold"/>
              <a:ea typeface="+mn-ea"/>
              <a:cs typeface="+mn-cs"/>
            </a:endParaRPr>
          </a:p>
        </p:txBody>
      </p:sp>
      <p:grpSp>
        <p:nvGrpSpPr>
          <p:cNvPr id="9" name="Group 8">
            <a:extLst>
              <a:ext uri="{FF2B5EF4-FFF2-40B4-BE49-F238E27FC236}">
                <a16:creationId xmlns:a16="http://schemas.microsoft.com/office/drawing/2014/main" id="{E44D1E5D-8BF5-768F-1751-4D2811859D70}"/>
              </a:ext>
              <a:ext uri="{C183D7F6-B498-43B3-948B-1728B52AA6E4}">
                <adec:decorative xmlns:adec="http://schemas.microsoft.com/office/drawing/2017/decorative" val="1"/>
              </a:ext>
            </a:extLst>
          </p:cNvPr>
          <p:cNvGrpSpPr/>
          <p:nvPr/>
        </p:nvGrpSpPr>
        <p:grpSpPr>
          <a:xfrm>
            <a:off x="2783286" y="2591196"/>
            <a:ext cx="1005840" cy="1005840"/>
            <a:chOff x="1836454" y="1209040"/>
            <a:chExt cx="978337" cy="978337"/>
          </a:xfrm>
          <a:effectLst/>
        </p:grpSpPr>
        <p:sp>
          <p:nvSpPr>
            <p:cNvPr id="10" name="Oval 9">
              <a:extLst>
                <a:ext uri="{FF2B5EF4-FFF2-40B4-BE49-F238E27FC236}">
                  <a16:creationId xmlns:a16="http://schemas.microsoft.com/office/drawing/2014/main" id="{1239764F-8374-57E3-0767-BEA496DD9CCA}"/>
                </a:ext>
              </a:extLst>
            </p:cNvPr>
            <p:cNvSpPr/>
            <p:nvPr/>
          </p:nvSpPr>
          <p:spPr bwMode="auto">
            <a:xfrm>
              <a:off x="1836454" y="1209040"/>
              <a:ext cx="978337" cy="978337"/>
            </a:xfrm>
            <a:prstGeom prst="ellipse">
              <a:avLst/>
            </a:prstGeom>
            <a:solidFill>
              <a:schemeClr val="accent1"/>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people_4">
              <a:extLst>
                <a:ext uri="{FF2B5EF4-FFF2-40B4-BE49-F238E27FC236}">
                  <a16:creationId xmlns:a16="http://schemas.microsoft.com/office/drawing/2014/main" id="{1DA901F0-80C3-DBF5-276E-DD3D25764332}"/>
                </a:ext>
              </a:extLst>
            </p:cNvPr>
            <p:cNvSpPr>
              <a:spLocks noChangeAspect="1" noEditPoints="1"/>
            </p:cNvSpPr>
            <p:nvPr/>
          </p:nvSpPr>
          <p:spPr bwMode="auto">
            <a:xfrm>
              <a:off x="2112735" y="1447700"/>
              <a:ext cx="425776" cy="47600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12" name="Group 11">
            <a:extLst>
              <a:ext uri="{FF2B5EF4-FFF2-40B4-BE49-F238E27FC236}">
                <a16:creationId xmlns:a16="http://schemas.microsoft.com/office/drawing/2014/main" id="{116A69E7-86B0-AEAB-918B-203DC58D0240}"/>
              </a:ext>
              <a:ext uri="{C183D7F6-B498-43B3-948B-1728B52AA6E4}">
                <adec:decorative xmlns:adec="http://schemas.microsoft.com/office/drawing/2017/decorative" val="1"/>
              </a:ext>
            </a:extLst>
          </p:cNvPr>
          <p:cNvGrpSpPr/>
          <p:nvPr/>
        </p:nvGrpSpPr>
        <p:grpSpPr>
          <a:xfrm>
            <a:off x="8739800" y="2591196"/>
            <a:ext cx="1005840" cy="1005840"/>
            <a:chOff x="9380255" y="1247332"/>
            <a:chExt cx="978337" cy="978337"/>
          </a:xfrm>
          <a:effectLst/>
        </p:grpSpPr>
        <p:sp>
          <p:nvSpPr>
            <p:cNvPr id="13" name="Oval 12">
              <a:extLst>
                <a:ext uri="{FF2B5EF4-FFF2-40B4-BE49-F238E27FC236}">
                  <a16:creationId xmlns:a16="http://schemas.microsoft.com/office/drawing/2014/main" id="{060E179C-CE93-B06A-B5D1-8E2BCDEEC757}"/>
                </a:ext>
              </a:extLst>
            </p:cNvPr>
            <p:cNvSpPr/>
            <p:nvPr/>
          </p:nvSpPr>
          <p:spPr bwMode="auto">
            <a:xfrm>
              <a:off x="9380255" y="1247332"/>
              <a:ext cx="978337" cy="978337"/>
            </a:xfrm>
            <a:prstGeom prst="ellipse">
              <a:avLst/>
            </a:prstGeom>
            <a:solidFill>
              <a:schemeClr val="accent3"/>
            </a:solidFill>
            <a:ln w="476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8" name="Telemarketer_E7B9">
              <a:extLst>
                <a:ext uri="{FF2B5EF4-FFF2-40B4-BE49-F238E27FC236}">
                  <a16:creationId xmlns:a16="http://schemas.microsoft.com/office/drawing/2014/main" id="{2E4DD944-72B4-47AB-0520-2CF98A502C59}"/>
                </a:ext>
              </a:extLst>
            </p:cNvPr>
            <p:cNvSpPr>
              <a:spLocks noChangeAspect="1" noEditPoints="1"/>
            </p:cNvSpPr>
            <p:nvPr/>
          </p:nvSpPr>
          <p:spPr bwMode="auto">
            <a:xfrm>
              <a:off x="9669860" y="1460204"/>
              <a:ext cx="399126" cy="476009"/>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19" name="Group 18">
            <a:extLst>
              <a:ext uri="{FF2B5EF4-FFF2-40B4-BE49-F238E27FC236}">
                <a16:creationId xmlns:a16="http://schemas.microsoft.com/office/drawing/2014/main" id="{C39FB202-0D68-6450-1A84-0D7A58452F60}"/>
              </a:ext>
              <a:ext uri="{C183D7F6-B498-43B3-948B-1728B52AA6E4}">
                <adec:decorative xmlns:adec="http://schemas.microsoft.com/office/drawing/2017/decorative" val="1"/>
              </a:ext>
            </a:extLst>
          </p:cNvPr>
          <p:cNvGrpSpPr/>
          <p:nvPr/>
        </p:nvGrpSpPr>
        <p:grpSpPr>
          <a:xfrm>
            <a:off x="5593080" y="3784913"/>
            <a:ext cx="1005840" cy="1005840"/>
            <a:chOff x="5608355" y="2555117"/>
            <a:chExt cx="472662" cy="472662"/>
          </a:xfrm>
          <a:effectLst/>
        </p:grpSpPr>
        <p:sp>
          <p:nvSpPr>
            <p:cNvPr id="20" name="Oval 19">
              <a:extLst>
                <a:ext uri="{FF2B5EF4-FFF2-40B4-BE49-F238E27FC236}">
                  <a16:creationId xmlns:a16="http://schemas.microsoft.com/office/drawing/2014/main" id="{9FF72CB4-4F88-C1CB-D040-67B47BC470CD}"/>
                </a:ext>
              </a:extLst>
            </p:cNvPr>
            <p:cNvSpPr/>
            <p:nvPr/>
          </p:nvSpPr>
          <p:spPr bwMode="auto">
            <a:xfrm>
              <a:off x="5608355" y="2555117"/>
              <a:ext cx="472662" cy="472662"/>
            </a:xfrm>
            <a:prstGeom prst="ellipse">
              <a:avLst/>
            </a:prstGeom>
            <a:solidFill>
              <a:schemeClr val="tx2"/>
            </a:solidFill>
            <a:ln w="508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1" name="key" title="Icon of a key">
              <a:extLst>
                <a:ext uri="{FF2B5EF4-FFF2-40B4-BE49-F238E27FC236}">
                  <a16:creationId xmlns:a16="http://schemas.microsoft.com/office/drawing/2014/main" id="{E5737BE0-AB39-BC6B-0FBA-FAF246ECD290}"/>
                </a:ext>
              </a:extLst>
            </p:cNvPr>
            <p:cNvSpPr>
              <a:spLocks noChangeAspect="1" noEditPoints="1"/>
            </p:cNvSpPr>
            <p:nvPr/>
          </p:nvSpPr>
          <p:spPr bwMode="auto">
            <a:xfrm>
              <a:off x="5716986" y="2664404"/>
              <a:ext cx="255399" cy="254089"/>
            </a:xfrm>
            <a:custGeom>
              <a:avLst/>
              <a:gdLst>
                <a:gd name="T0" fmla="*/ 175 w 330"/>
                <a:gd name="T1" fmla="*/ 198 h 328"/>
                <a:gd name="T2" fmla="*/ 109 w 330"/>
                <a:gd name="T3" fmla="*/ 220 h 328"/>
                <a:gd name="T4" fmla="*/ 0 w 330"/>
                <a:gd name="T5" fmla="*/ 110 h 328"/>
                <a:gd name="T6" fmla="*/ 109 w 330"/>
                <a:gd name="T7" fmla="*/ 0 h 328"/>
                <a:gd name="T8" fmla="*/ 219 w 330"/>
                <a:gd name="T9" fmla="*/ 110 h 328"/>
                <a:gd name="T10" fmla="*/ 214 w 330"/>
                <a:gd name="T11" fmla="*/ 143 h 328"/>
                <a:gd name="T12" fmla="*/ 330 w 330"/>
                <a:gd name="T13" fmla="*/ 258 h 328"/>
                <a:gd name="T14" fmla="*/ 330 w 330"/>
                <a:gd name="T15" fmla="*/ 328 h 328"/>
                <a:gd name="T16" fmla="*/ 264 w 330"/>
                <a:gd name="T17" fmla="*/ 328 h 328"/>
                <a:gd name="T18" fmla="*/ 264 w 330"/>
                <a:gd name="T19" fmla="*/ 283 h 328"/>
                <a:gd name="T20" fmla="*/ 221 w 330"/>
                <a:gd name="T21" fmla="*/ 283 h 328"/>
                <a:gd name="T22" fmla="*/ 221 w 330"/>
                <a:gd name="T23" fmla="*/ 239 h 328"/>
                <a:gd name="T24" fmla="*/ 175 w 330"/>
                <a:gd name="T25" fmla="*/ 239 h 328"/>
                <a:gd name="T26" fmla="*/ 175 w 330"/>
                <a:gd name="T27" fmla="*/ 198 h 328"/>
                <a:gd name="T28" fmla="*/ 76 w 330"/>
                <a:gd name="T29" fmla="*/ 91 h 328"/>
                <a:gd name="T30" fmla="*/ 91 w 330"/>
                <a:gd name="T31" fmla="*/ 76 h 328"/>
                <a:gd name="T32" fmla="*/ 76 w 330"/>
                <a:gd name="T33" fmla="*/ 60 h 328"/>
                <a:gd name="T34" fmla="*/ 60 w 330"/>
                <a:gd name="T35" fmla="*/ 76 h 328"/>
                <a:gd name="T36" fmla="*/ 76 w 330"/>
                <a:gd name="T37" fmla="*/ 9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0" h="328">
                  <a:moveTo>
                    <a:pt x="175" y="198"/>
                  </a:moveTo>
                  <a:cubicBezTo>
                    <a:pt x="157" y="212"/>
                    <a:pt x="134" y="220"/>
                    <a:pt x="109" y="220"/>
                  </a:cubicBezTo>
                  <a:cubicBezTo>
                    <a:pt x="49" y="220"/>
                    <a:pt x="0" y="171"/>
                    <a:pt x="0" y="110"/>
                  </a:cubicBezTo>
                  <a:cubicBezTo>
                    <a:pt x="0" y="49"/>
                    <a:pt x="49" y="0"/>
                    <a:pt x="109" y="0"/>
                  </a:cubicBezTo>
                  <a:cubicBezTo>
                    <a:pt x="170" y="0"/>
                    <a:pt x="219" y="49"/>
                    <a:pt x="219" y="110"/>
                  </a:cubicBezTo>
                  <a:cubicBezTo>
                    <a:pt x="219" y="122"/>
                    <a:pt x="217" y="133"/>
                    <a:pt x="214" y="143"/>
                  </a:cubicBezTo>
                  <a:cubicBezTo>
                    <a:pt x="330" y="258"/>
                    <a:pt x="330" y="258"/>
                    <a:pt x="330" y="258"/>
                  </a:cubicBezTo>
                  <a:cubicBezTo>
                    <a:pt x="330" y="328"/>
                    <a:pt x="330" y="328"/>
                    <a:pt x="330" y="328"/>
                  </a:cubicBezTo>
                  <a:cubicBezTo>
                    <a:pt x="264" y="328"/>
                    <a:pt x="264" y="328"/>
                    <a:pt x="264" y="328"/>
                  </a:cubicBezTo>
                  <a:cubicBezTo>
                    <a:pt x="264" y="283"/>
                    <a:pt x="264" y="283"/>
                    <a:pt x="264" y="283"/>
                  </a:cubicBezTo>
                  <a:cubicBezTo>
                    <a:pt x="221" y="283"/>
                    <a:pt x="221" y="283"/>
                    <a:pt x="221" y="283"/>
                  </a:cubicBezTo>
                  <a:cubicBezTo>
                    <a:pt x="221" y="239"/>
                    <a:pt x="221" y="239"/>
                    <a:pt x="221" y="239"/>
                  </a:cubicBezTo>
                  <a:cubicBezTo>
                    <a:pt x="175" y="239"/>
                    <a:pt x="175" y="239"/>
                    <a:pt x="175" y="239"/>
                  </a:cubicBezTo>
                  <a:lnTo>
                    <a:pt x="175" y="198"/>
                  </a:lnTo>
                  <a:close/>
                  <a:moveTo>
                    <a:pt x="76" y="91"/>
                  </a:moveTo>
                  <a:cubicBezTo>
                    <a:pt x="84" y="91"/>
                    <a:pt x="91" y="84"/>
                    <a:pt x="91" y="76"/>
                  </a:cubicBezTo>
                  <a:cubicBezTo>
                    <a:pt x="91" y="67"/>
                    <a:pt x="84" y="60"/>
                    <a:pt x="76" y="60"/>
                  </a:cubicBezTo>
                  <a:cubicBezTo>
                    <a:pt x="67" y="60"/>
                    <a:pt x="60" y="67"/>
                    <a:pt x="60" y="76"/>
                  </a:cubicBezTo>
                  <a:cubicBezTo>
                    <a:pt x="60" y="84"/>
                    <a:pt x="67" y="91"/>
                    <a:pt x="76" y="91"/>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33" name="Picture 32">
            <a:extLst>
              <a:ext uri="{FF2B5EF4-FFF2-40B4-BE49-F238E27FC236}">
                <a16:creationId xmlns:a16="http://schemas.microsoft.com/office/drawing/2014/main" id="{6A28BF7C-17DA-739A-BDE5-CDFF2BD146EF}"/>
              </a:ext>
              <a:ext uri="{C183D7F6-B498-43B3-948B-1728B52AA6E4}">
                <adec:decorative xmlns:adec="http://schemas.microsoft.com/office/drawing/2017/decorative" val="1"/>
              </a:ext>
            </a:extLst>
          </p:cNvPr>
          <p:cNvPicPr>
            <a:picLocks noChangeAspect="1"/>
          </p:cNvPicPr>
          <p:nvPr/>
        </p:nvPicPr>
        <p:blipFill>
          <a:blip r:embed="rId3"/>
          <a:srcRect t="48467" r="11858"/>
          <a:stretch/>
        </p:blipFill>
        <p:spPr>
          <a:xfrm flipH="1">
            <a:off x="7055931" y="4790751"/>
            <a:ext cx="5067300" cy="2067247"/>
          </a:xfrm>
          <a:prstGeom prst="rect">
            <a:avLst/>
          </a:prstGeom>
        </p:spPr>
      </p:pic>
      <p:pic>
        <p:nvPicPr>
          <p:cNvPr id="34" name="Picture 33">
            <a:extLst>
              <a:ext uri="{FF2B5EF4-FFF2-40B4-BE49-F238E27FC236}">
                <a16:creationId xmlns:a16="http://schemas.microsoft.com/office/drawing/2014/main" id="{2E4CD930-9A82-4DC9-B1F0-8221B5966CF9}"/>
              </a:ext>
              <a:ext uri="{C183D7F6-B498-43B3-948B-1728B52AA6E4}">
                <adec:decorative xmlns:adec="http://schemas.microsoft.com/office/drawing/2017/decorative" val="1"/>
              </a:ext>
            </a:extLst>
          </p:cNvPr>
          <p:cNvPicPr>
            <a:picLocks noChangeAspect="1"/>
          </p:cNvPicPr>
          <p:nvPr/>
        </p:nvPicPr>
        <p:blipFill>
          <a:blip r:embed="rId3"/>
          <a:srcRect l="37620" r="21303" b="50056"/>
          <a:stretch/>
        </p:blipFill>
        <p:spPr>
          <a:xfrm rot="5400000" flipH="1">
            <a:off x="1480618" y="4675499"/>
            <a:ext cx="2361497" cy="2003504"/>
          </a:xfrm>
          <a:prstGeom prst="rect">
            <a:avLst/>
          </a:prstGeom>
        </p:spPr>
      </p:pic>
    </p:spTree>
    <p:extLst>
      <p:ext uri="{BB962C8B-B14F-4D97-AF65-F5344CB8AC3E}">
        <p14:creationId xmlns:p14="http://schemas.microsoft.com/office/powerpoint/2010/main" val="421752113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61BE-A52C-1C59-809F-260AB4E39E69}"/>
              </a:ext>
            </a:extLst>
          </p:cNvPr>
          <p:cNvSpPr>
            <a:spLocks noGrp="1"/>
          </p:cNvSpPr>
          <p:nvPr>
            <p:ph type="title"/>
          </p:nvPr>
        </p:nvSpPr>
        <p:spPr/>
        <p:txBody>
          <a:bodyPr>
            <a:normAutofit/>
          </a:bodyPr>
          <a:lstStyle/>
          <a:p>
            <a:r>
              <a:rPr lang="fr-FR" noProof="0" dirty="0"/>
              <a:t>Documentation et exemples de code</a:t>
            </a:r>
          </a:p>
        </p:txBody>
      </p:sp>
      <p:sp>
        <p:nvSpPr>
          <p:cNvPr id="3" name="Content Placeholder 2">
            <a:extLst>
              <a:ext uri="{FF2B5EF4-FFF2-40B4-BE49-F238E27FC236}">
                <a16:creationId xmlns:a16="http://schemas.microsoft.com/office/drawing/2014/main" id="{EE4AE320-B973-B3EC-3039-4CD3BDE985BC}"/>
              </a:ext>
            </a:extLst>
          </p:cNvPr>
          <p:cNvSpPr>
            <a:spLocks noGrp="1"/>
          </p:cNvSpPr>
          <p:nvPr>
            <p:ph type="body" sz="quarter" idx="10"/>
          </p:nvPr>
        </p:nvSpPr>
        <p:spPr/>
        <p:txBody>
          <a:bodyPr/>
          <a:lstStyle/>
          <a:p>
            <a:pPr marL="0" indent="0">
              <a:buNone/>
            </a:pPr>
            <a:r>
              <a:rPr lang="en-US" sz="2000" dirty="0">
                <a:latin typeface="+mj-lt"/>
              </a:rPr>
              <a:t>Documentation</a:t>
            </a:r>
            <a:r>
              <a:rPr lang="en-US" sz="2000" dirty="0"/>
              <a:t> : </a:t>
            </a:r>
            <a:r>
              <a:rPr lang="en-US" sz="2000" dirty="0">
                <a:hlinkClick r:id="rId2"/>
              </a:rPr>
              <a:t>https://aka.ms/didfordevs</a:t>
            </a:r>
            <a:r>
              <a:rPr lang="en-US" sz="2000" dirty="0"/>
              <a:t> </a:t>
            </a:r>
          </a:p>
          <a:p>
            <a:pPr marL="0" indent="0">
              <a:buNone/>
            </a:pPr>
            <a:r>
              <a:rPr lang="fr-FR" sz="2000" noProof="0" dirty="0">
                <a:latin typeface="+mj-lt"/>
              </a:rPr>
              <a:t>Exemples de c</a:t>
            </a:r>
            <a:r>
              <a:rPr lang="en-US" sz="2000" dirty="0">
                <a:latin typeface="+mj-lt"/>
              </a:rPr>
              <a:t>ode </a:t>
            </a:r>
            <a:r>
              <a:rPr lang="en-US" sz="2000" dirty="0"/>
              <a:t>: </a:t>
            </a:r>
            <a:r>
              <a:rPr lang="en-US" sz="2000" dirty="0">
                <a:hlinkClick r:id="rId3"/>
              </a:rPr>
              <a:t>https://aka.ms/vcsample</a:t>
            </a:r>
            <a:r>
              <a:rPr lang="en-US" sz="2000" dirty="0"/>
              <a:t> </a:t>
            </a:r>
            <a:endParaRPr lang="en-SE" sz="2000" dirty="0"/>
          </a:p>
        </p:txBody>
      </p:sp>
      <p:pic>
        <p:nvPicPr>
          <p:cNvPr id="5" name="Picture 4">
            <a:extLst>
              <a:ext uri="{FF2B5EF4-FFF2-40B4-BE49-F238E27FC236}">
                <a16:creationId xmlns:a16="http://schemas.microsoft.com/office/drawing/2014/main" id="{F99C9AA9-9BDF-F367-5FC4-D37CEB34FE03}"/>
              </a:ext>
            </a:extLst>
          </p:cNvPr>
          <p:cNvPicPr>
            <a:picLocks noChangeAspect="1"/>
          </p:cNvPicPr>
          <p:nvPr/>
        </p:nvPicPr>
        <p:blipFill>
          <a:blip r:embed="rId4"/>
          <a:stretch>
            <a:fillRect/>
          </a:stretch>
        </p:blipFill>
        <p:spPr>
          <a:xfrm>
            <a:off x="838200" y="2424884"/>
            <a:ext cx="7094874" cy="3925474"/>
          </a:xfrm>
          <a:prstGeom prst="rect">
            <a:avLst/>
          </a:prstGeom>
        </p:spPr>
      </p:pic>
    </p:spTree>
    <p:extLst>
      <p:ext uri="{BB962C8B-B14F-4D97-AF65-F5344CB8AC3E}">
        <p14:creationId xmlns:p14="http://schemas.microsoft.com/office/powerpoint/2010/main" val="243100220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AA4C2F-FF5C-170B-6E1B-395AF81EBCED}"/>
              </a:ext>
            </a:extLst>
          </p:cNvPr>
          <p:cNvSpPr>
            <a:spLocks noGrp="1"/>
          </p:cNvSpPr>
          <p:nvPr>
            <p:ph type="title"/>
          </p:nvPr>
        </p:nvSpPr>
        <p:spPr/>
        <p:txBody>
          <a:bodyPr/>
          <a:lstStyle/>
          <a:p>
            <a:r>
              <a:rPr lang="en-US" dirty="0"/>
              <a:t>Annexes</a:t>
            </a:r>
          </a:p>
        </p:txBody>
      </p:sp>
    </p:spTree>
    <p:extLst>
      <p:ext uri="{BB962C8B-B14F-4D97-AF65-F5344CB8AC3E}">
        <p14:creationId xmlns:p14="http://schemas.microsoft.com/office/powerpoint/2010/main" val="3093918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AD463-4F09-F7B5-F2E1-80A4CABF0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3E618-1246-5D63-3804-46EDF877D5EA}"/>
              </a:ext>
            </a:extLst>
          </p:cNvPr>
          <p:cNvSpPr>
            <a:spLocks noGrp="1"/>
          </p:cNvSpPr>
          <p:nvPr>
            <p:ph type="title"/>
          </p:nvPr>
        </p:nvSpPr>
        <p:spPr>
          <a:xfrm>
            <a:off x="587375" y="902335"/>
            <a:ext cx="11017250" cy="492125"/>
          </a:xfrm>
        </p:spPr>
        <p:txBody>
          <a:bodyPr/>
          <a:lstStyle/>
          <a:p>
            <a:r>
              <a:rPr lang="fr-FR" dirty="0"/>
              <a:t>Vos scénarios sous forme de « Storyboards »</a:t>
            </a:r>
            <a:endParaRPr lang="en-US" dirty="0"/>
          </a:p>
        </p:txBody>
      </p:sp>
      <p:sp>
        <p:nvSpPr>
          <p:cNvPr id="12" name="ZoneTexte 11">
            <a:extLst>
              <a:ext uri="{FF2B5EF4-FFF2-40B4-BE49-F238E27FC236}">
                <a16:creationId xmlns:a16="http://schemas.microsoft.com/office/drawing/2014/main" id="{820E777A-4C04-67DA-2E3C-680083354435}"/>
              </a:ext>
            </a:extLst>
          </p:cNvPr>
          <p:cNvSpPr txBox="1"/>
          <p:nvPr/>
        </p:nvSpPr>
        <p:spPr>
          <a:xfrm>
            <a:off x="526414" y="1866102"/>
            <a:ext cx="10766426" cy="2970044"/>
          </a:xfrm>
          <a:prstGeom prst="rect">
            <a:avLst/>
          </a:prstGeom>
          <a:noFill/>
        </p:spPr>
        <p:txBody>
          <a:bodyPr wrap="square">
            <a:spAutoFit/>
          </a:bodyPr>
          <a:lstStyle/>
          <a:p>
            <a:pPr>
              <a:spcAft>
                <a:spcPts val="600"/>
              </a:spcAft>
            </a:pPr>
            <a:r>
              <a:rPr lang="fr-FR" sz="1800" i="1" noProof="0" dirty="0"/>
              <a:t>Comment vérifiez-vous aujourd'hui l'identité de vos professionnels en santé, des autres utilisateurs, de vos prestataires et des patients ?</a:t>
            </a:r>
          </a:p>
          <a:p>
            <a:pPr>
              <a:spcAft>
                <a:spcPts val="600"/>
              </a:spcAft>
            </a:pPr>
            <a:r>
              <a:rPr lang="fr-FR" sz="1800" i="1" noProof="0" dirty="0"/>
              <a:t>Combien de temps faut-il pour vérifier l'identité d'un utilisateur ?</a:t>
            </a:r>
          </a:p>
          <a:p>
            <a:pPr>
              <a:spcAft>
                <a:spcPts val="600"/>
              </a:spcAft>
            </a:pPr>
            <a:r>
              <a:rPr lang="fr-FR" sz="1800" i="1" noProof="0" dirty="0"/>
              <a:t>Y a-t-il des cas où vous n'êtes pas sûr à 100 % de l'identité de l'interlocuteur lors d'une interaction numérique ?</a:t>
            </a:r>
          </a:p>
          <a:p>
            <a:pPr>
              <a:spcAft>
                <a:spcPts val="600"/>
              </a:spcAft>
            </a:pPr>
            <a:r>
              <a:rPr lang="fr-FR" sz="1800" i="1" noProof="0" dirty="0"/>
              <a:t>Pour quels scénarios avez-vous besoin d'une vérification d'identité à haut niveau d'assurance ?</a:t>
            </a:r>
          </a:p>
          <a:p>
            <a:pPr>
              <a:spcAft>
                <a:spcPts val="600"/>
              </a:spcAft>
            </a:pPr>
            <a:r>
              <a:rPr lang="fr-FR" sz="1800" i="1" noProof="0" dirty="0"/>
              <a:t>Comment garantissez-vous la confidentialité des données pour vos professionnels en santé, des autres utilisateurs, de vos prestataires et des patients ?</a:t>
            </a:r>
          </a:p>
          <a:p>
            <a:pPr>
              <a:spcAft>
                <a:spcPts val="600"/>
              </a:spcAft>
            </a:pPr>
            <a:r>
              <a:rPr lang="fr-FR" sz="1800" i="1" noProof="0" dirty="0"/>
              <a:t>Comment protégez-vous votre établissement contre les attaques par usurpation d'identité ?</a:t>
            </a:r>
            <a:endParaRPr lang="fr-FR" i="1" noProof="0" dirty="0"/>
          </a:p>
        </p:txBody>
      </p:sp>
    </p:spTree>
    <p:extLst>
      <p:ext uri="{BB962C8B-B14F-4D97-AF65-F5344CB8AC3E}">
        <p14:creationId xmlns:p14="http://schemas.microsoft.com/office/powerpoint/2010/main" val="3660857863"/>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6F88CCE9-356A-D24A-A345-053387F0C8EF}"/>
              </a:ext>
            </a:extLst>
          </p:cNvPr>
          <p:cNvGrpSpPr/>
          <p:nvPr/>
        </p:nvGrpSpPr>
        <p:grpSpPr>
          <a:xfrm>
            <a:off x="5104941" y="3802352"/>
            <a:ext cx="1982113" cy="2584458"/>
            <a:chOff x="9254419" y="844542"/>
            <a:chExt cx="1982113" cy="2584458"/>
          </a:xfrm>
        </p:grpSpPr>
        <p:sp>
          <p:nvSpPr>
            <p:cNvPr id="52" name="Rounded Rectangle 51">
              <a:extLst>
                <a:ext uri="{FF2B5EF4-FFF2-40B4-BE49-F238E27FC236}">
                  <a16:creationId xmlns:a16="http://schemas.microsoft.com/office/drawing/2014/main" id="{6A80F295-D9A8-4647-BEDA-AA70C8CEFC5D}"/>
                </a:ext>
              </a:extLst>
            </p:cNvPr>
            <p:cNvSpPr/>
            <p:nvPr/>
          </p:nvSpPr>
          <p:spPr>
            <a:xfrm>
              <a:off x="9254419" y="844542"/>
              <a:ext cx="1982113" cy="461665"/>
            </a:xfrm>
            <a:prstGeom prst="roundRect">
              <a:avLst>
                <a:gd name="adj" fmla="val 47877"/>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FE1FACC6-6A9B-C34D-9D15-E5ECD5B1B40B}"/>
                </a:ext>
              </a:extLst>
            </p:cNvPr>
            <p:cNvSpPr/>
            <p:nvPr/>
          </p:nvSpPr>
          <p:spPr>
            <a:xfrm>
              <a:off x="9254419" y="1029384"/>
              <a:ext cx="1982113" cy="2399616"/>
            </a:xfrm>
            <a:prstGeom prst="roundRect">
              <a:avLst>
                <a:gd name="adj" fmla="val 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09A7A1A4-D4E4-CD41-BCE9-23E1977362EB}"/>
                </a:ext>
              </a:extLst>
            </p:cNvPr>
            <p:cNvSpPr/>
            <p:nvPr/>
          </p:nvSpPr>
          <p:spPr>
            <a:xfrm>
              <a:off x="9380019" y="1029384"/>
              <a:ext cx="1730911" cy="23996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Rounded Corners 9">
            <a:extLst>
              <a:ext uri="{FF2B5EF4-FFF2-40B4-BE49-F238E27FC236}">
                <a16:creationId xmlns:a16="http://schemas.microsoft.com/office/drawing/2014/main" id="{1C78DE0E-EF9E-4817-9ED1-B49A7BFEB0EE}"/>
              </a:ext>
            </a:extLst>
          </p:cNvPr>
          <p:cNvSpPr/>
          <p:nvPr/>
        </p:nvSpPr>
        <p:spPr>
          <a:xfrm>
            <a:off x="5253132" y="4350392"/>
            <a:ext cx="1612396" cy="440359"/>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3D310EC3-EC69-E642-A0D7-B56B9CE64DF8}"/>
              </a:ext>
            </a:extLst>
          </p:cNvPr>
          <p:cNvSpPr>
            <a:spLocks noGrp="1"/>
          </p:cNvSpPr>
          <p:nvPr>
            <p:ph type="title"/>
          </p:nvPr>
        </p:nvSpPr>
        <p:spPr/>
        <p:txBody>
          <a:bodyPr/>
          <a:lstStyle/>
          <a:p>
            <a:r>
              <a:rPr lang="en-US" dirty="0">
                <a:latin typeface="+mj-lt"/>
                <a:cs typeface="Segoe UI Light"/>
              </a:rPr>
              <a:t>Health Records - Issuing Card</a:t>
            </a:r>
            <a:endParaRPr lang="en-US" dirty="0">
              <a:latin typeface="+mj-lt"/>
            </a:endParaRPr>
          </a:p>
        </p:txBody>
      </p:sp>
      <p:sp>
        <p:nvSpPr>
          <p:cNvPr id="3" name="Text Placeholder 2">
            <a:extLst>
              <a:ext uri="{FF2B5EF4-FFF2-40B4-BE49-F238E27FC236}">
                <a16:creationId xmlns:a16="http://schemas.microsoft.com/office/drawing/2014/main" id="{74752115-5741-CD4D-8A86-0F07213A26FC}"/>
              </a:ext>
            </a:extLst>
          </p:cNvPr>
          <p:cNvSpPr>
            <a:spLocks noGrp="1"/>
          </p:cNvSpPr>
          <p:nvPr>
            <p:ph type="body" sz="quarter" idx="10"/>
          </p:nvPr>
        </p:nvSpPr>
        <p:spPr/>
        <p:txBody>
          <a:bodyPr vert="horz" lIns="0" tIns="45720" rIns="91440" bIns="45720" rtlCol="0" anchor="t">
            <a:noAutofit/>
          </a:bodyPr>
          <a:lstStyle/>
          <a:p>
            <a:r>
              <a:rPr lang="en-US">
                <a:latin typeface="Segoe UI"/>
                <a:cs typeface="Segoe UI"/>
              </a:rPr>
              <a:t>Email</a:t>
            </a:r>
            <a:endParaRPr lang="en-US"/>
          </a:p>
        </p:txBody>
      </p:sp>
      <p:sp>
        <p:nvSpPr>
          <p:cNvPr id="4" name="Text Placeholder 3">
            <a:extLst>
              <a:ext uri="{FF2B5EF4-FFF2-40B4-BE49-F238E27FC236}">
                <a16:creationId xmlns:a16="http://schemas.microsoft.com/office/drawing/2014/main" id="{60D239F9-B1A1-CD4A-8934-FD53FF8BDEC9}"/>
              </a:ext>
            </a:extLst>
          </p:cNvPr>
          <p:cNvSpPr>
            <a:spLocks noGrp="1"/>
          </p:cNvSpPr>
          <p:nvPr>
            <p:ph type="body" sz="quarter" idx="11"/>
          </p:nvPr>
        </p:nvSpPr>
        <p:spPr/>
        <p:txBody>
          <a:bodyPr/>
          <a:lstStyle/>
          <a:p>
            <a:r>
              <a:rPr lang="en-US" err="1"/>
              <a:t>OneDID</a:t>
            </a:r>
            <a:r>
              <a:rPr lang="en-US"/>
              <a:t> Agent Portal</a:t>
            </a:r>
          </a:p>
        </p:txBody>
      </p:sp>
      <p:sp>
        <p:nvSpPr>
          <p:cNvPr id="5" name="Text Placeholder 4">
            <a:extLst>
              <a:ext uri="{FF2B5EF4-FFF2-40B4-BE49-F238E27FC236}">
                <a16:creationId xmlns:a16="http://schemas.microsoft.com/office/drawing/2014/main" id="{73CDF123-21E9-DE40-92A6-E758EA5D898F}"/>
              </a:ext>
            </a:extLst>
          </p:cNvPr>
          <p:cNvSpPr>
            <a:spLocks noGrp="1"/>
          </p:cNvSpPr>
          <p:nvPr>
            <p:ph type="body" sz="quarter" idx="12"/>
          </p:nvPr>
        </p:nvSpPr>
        <p:spPr/>
        <p:txBody>
          <a:bodyPr/>
          <a:lstStyle/>
          <a:p>
            <a:r>
              <a:rPr lang="en-US"/>
              <a:t>Authenticator sign in</a:t>
            </a:r>
          </a:p>
        </p:txBody>
      </p:sp>
      <p:sp>
        <p:nvSpPr>
          <p:cNvPr id="6" name="Text Placeholder 5">
            <a:extLst>
              <a:ext uri="{FF2B5EF4-FFF2-40B4-BE49-F238E27FC236}">
                <a16:creationId xmlns:a16="http://schemas.microsoft.com/office/drawing/2014/main" id="{523A7615-3479-164F-8426-C4BB503F1452}"/>
              </a:ext>
            </a:extLst>
          </p:cNvPr>
          <p:cNvSpPr>
            <a:spLocks noGrp="1"/>
          </p:cNvSpPr>
          <p:nvPr>
            <p:ph type="body" sz="quarter" idx="13"/>
          </p:nvPr>
        </p:nvSpPr>
        <p:spPr/>
        <p:txBody>
          <a:bodyPr/>
          <a:lstStyle/>
          <a:p>
            <a:r>
              <a:rPr lang="en-US"/>
              <a:t>Accept a card</a:t>
            </a:r>
          </a:p>
        </p:txBody>
      </p:sp>
      <p:sp>
        <p:nvSpPr>
          <p:cNvPr id="7" name="Text Placeholder 6">
            <a:extLst>
              <a:ext uri="{FF2B5EF4-FFF2-40B4-BE49-F238E27FC236}">
                <a16:creationId xmlns:a16="http://schemas.microsoft.com/office/drawing/2014/main" id="{67D7F70F-BE23-E04A-ACF5-622206B0227E}"/>
              </a:ext>
            </a:extLst>
          </p:cNvPr>
          <p:cNvSpPr>
            <a:spLocks noGrp="1"/>
          </p:cNvSpPr>
          <p:nvPr>
            <p:ph type="body" sz="quarter" idx="14"/>
          </p:nvPr>
        </p:nvSpPr>
        <p:spPr/>
        <p:txBody>
          <a:bodyPr/>
          <a:lstStyle/>
          <a:p>
            <a:r>
              <a:rPr lang="en-US"/>
              <a:t>Card details</a:t>
            </a:r>
          </a:p>
        </p:txBody>
      </p:sp>
      <p:sp>
        <p:nvSpPr>
          <p:cNvPr id="8" name="Text Placeholder 7">
            <a:extLst>
              <a:ext uri="{FF2B5EF4-FFF2-40B4-BE49-F238E27FC236}">
                <a16:creationId xmlns:a16="http://schemas.microsoft.com/office/drawing/2014/main" id="{A7283F8A-1D1B-444B-93AE-8D8554735535}"/>
              </a:ext>
            </a:extLst>
          </p:cNvPr>
          <p:cNvSpPr>
            <a:spLocks noGrp="1"/>
          </p:cNvSpPr>
          <p:nvPr>
            <p:ph type="body" sz="quarter" idx="15"/>
          </p:nvPr>
        </p:nvSpPr>
        <p:spPr/>
        <p:txBody>
          <a:bodyPr/>
          <a:lstStyle/>
          <a:p>
            <a:r>
              <a:rPr lang="en-US"/>
              <a:t>Card receipts</a:t>
            </a:r>
          </a:p>
        </p:txBody>
      </p:sp>
      <p:sp>
        <p:nvSpPr>
          <p:cNvPr id="13" name="Rectangle 12">
            <a:extLst>
              <a:ext uri="{FF2B5EF4-FFF2-40B4-BE49-F238E27FC236}">
                <a16:creationId xmlns:a16="http://schemas.microsoft.com/office/drawing/2014/main" id="{2CBF31D5-D87C-B647-B718-295B0F41B423}"/>
              </a:ext>
            </a:extLst>
          </p:cNvPr>
          <p:cNvSpPr/>
          <p:nvPr/>
        </p:nvSpPr>
        <p:spPr>
          <a:xfrm>
            <a:off x="4156251" y="770729"/>
            <a:ext cx="3863304" cy="27754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3526D58F-2624-9E49-8F54-4C62F10DAED8}"/>
              </a:ext>
            </a:extLst>
          </p:cNvPr>
          <p:cNvGrpSpPr/>
          <p:nvPr/>
        </p:nvGrpSpPr>
        <p:grpSpPr>
          <a:xfrm>
            <a:off x="9254419" y="844542"/>
            <a:ext cx="1982113" cy="2584458"/>
            <a:chOff x="9254419" y="844542"/>
            <a:chExt cx="1982113" cy="2584458"/>
          </a:xfrm>
        </p:grpSpPr>
        <p:sp>
          <p:nvSpPr>
            <p:cNvPr id="24" name="Rounded Rectangle 23">
              <a:extLst>
                <a:ext uri="{FF2B5EF4-FFF2-40B4-BE49-F238E27FC236}">
                  <a16:creationId xmlns:a16="http://schemas.microsoft.com/office/drawing/2014/main" id="{57A835AC-C6DE-CE4E-8CDC-73EB10C2B01F}"/>
                </a:ext>
              </a:extLst>
            </p:cNvPr>
            <p:cNvSpPr/>
            <p:nvPr/>
          </p:nvSpPr>
          <p:spPr>
            <a:xfrm>
              <a:off x="9254419" y="844542"/>
              <a:ext cx="1982113" cy="461665"/>
            </a:xfrm>
            <a:prstGeom prst="roundRect">
              <a:avLst>
                <a:gd name="adj" fmla="val 47877"/>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CC9EC4EE-8036-3E4A-BA53-60CB00B02894}"/>
                </a:ext>
              </a:extLst>
            </p:cNvPr>
            <p:cNvSpPr/>
            <p:nvPr/>
          </p:nvSpPr>
          <p:spPr>
            <a:xfrm>
              <a:off x="9254419" y="1029384"/>
              <a:ext cx="1982113" cy="2399616"/>
            </a:xfrm>
            <a:prstGeom prst="roundRect">
              <a:avLst>
                <a:gd name="adj" fmla="val 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18CFB9D7-C3E1-E140-9C87-D00D570F305B}"/>
                </a:ext>
              </a:extLst>
            </p:cNvPr>
            <p:cNvSpPr/>
            <p:nvPr/>
          </p:nvSpPr>
          <p:spPr>
            <a:xfrm>
              <a:off x="9380019" y="1029384"/>
              <a:ext cx="1730911" cy="23996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AA2FFDB1-1231-5548-91F6-EDEF5BF36DBB}"/>
              </a:ext>
            </a:extLst>
          </p:cNvPr>
          <p:cNvSpPr/>
          <p:nvPr/>
        </p:nvSpPr>
        <p:spPr>
          <a:xfrm>
            <a:off x="9380126" y="1029384"/>
            <a:ext cx="1730910" cy="281966"/>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lumMod val="85000"/>
                    <a:lumOff val="15000"/>
                  </a:schemeClr>
                </a:solidFill>
                <a:latin typeface="Segoe UI" panose="020B0502040204020203" pitchFamily="34" charset="0"/>
                <a:cs typeface="Segoe UI" panose="020B0502040204020203" pitchFamily="34" charset="0"/>
              </a:rPr>
              <a:t>Authenticator</a:t>
            </a:r>
          </a:p>
        </p:txBody>
      </p:sp>
      <p:sp>
        <p:nvSpPr>
          <p:cNvPr id="31" name="TextBox 30">
            <a:extLst>
              <a:ext uri="{FF2B5EF4-FFF2-40B4-BE49-F238E27FC236}">
                <a16:creationId xmlns:a16="http://schemas.microsoft.com/office/drawing/2014/main" id="{32AF186D-BC29-C546-8EA8-A20D8C82CB1B}"/>
              </a:ext>
            </a:extLst>
          </p:cNvPr>
          <p:cNvSpPr txBox="1"/>
          <p:nvPr/>
        </p:nvSpPr>
        <p:spPr>
          <a:xfrm>
            <a:off x="9313453" y="1402158"/>
            <a:ext cx="1859805" cy="215444"/>
          </a:xfrm>
          <a:prstGeom prst="rect">
            <a:avLst/>
          </a:prstGeom>
          <a:noFill/>
        </p:spPr>
        <p:txBody>
          <a:bodyPr wrap="none" rtlCol="0">
            <a:spAutoFit/>
          </a:bodyPr>
          <a:lstStyle/>
          <a:p>
            <a:pPr algn="ctr"/>
            <a:r>
              <a:rPr lang="en-US" sz="800" b="1">
                <a:latin typeface="Segoe UI Semibold" panose="020B0502040204020203" pitchFamily="34" charset="0"/>
                <a:cs typeface="Segoe UI Semibold" panose="020B0502040204020203" pitchFamily="34" charset="0"/>
              </a:rPr>
              <a:t>Welcome to CA Healthcare Provider</a:t>
            </a:r>
          </a:p>
        </p:txBody>
      </p:sp>
      <p:sp>
        <p:nvSpPr>
          <p:cNvPr id="32" name="Rounded Rectangle 31">
            <a:extLst>
              <a:ext uri="{FF2B5EF4-FFF2-40B4-BE49-F238E27FC236}">
                <a16:creationId xmlns:a16="http://schemas.microsoft.com/office/drawing/2014/main" id="{6111232E-0AE3-1D43-B404-341D365A9F50}"/>
              </a:ext>
            </a:extLst>
          </p:cNvPr>
          <p:cNvSpPr/>
          <p:nvPr/>
        </p:nvSpPr>
        <p:spPr>
          <a:xfrm>
            <a:off x="9569721" y="1724638"/>
            <a:ext cx="1379914" cy="180690"/>
          </a:xfrm>
          <a:prstGeom prst="roundRect">
            <a:avLst>
              <a:gd name="adj" fmla="val 0"/>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lumMod val="85000"/>
                    <a:lumOff val="15000"/>
                  </a:schemeClr>
                </a:solidFill>
                <a:latin typeface="Segoe UI" panose="020B0502040204020203" pitchFamily="34" charset="0"/>
                <a:cs typeface="Segoe UI" panose="020B0502040204020203" pitchFamily="34" charset="0"/>
              </a:rPr>
              <a:t>Username</a:t>
            </a:r>
          </a:p>
        </p:txBody>
      </p:sp>
      <p:sp>
        <p:nvSpPr>
          <p:cNvPr id="33" name="Rounded Rectangle 32">
            <a:extLst>
              <a:ext uri="{FF2B5EF4-FFF2-40B4-BE49-F238E27FC236}">
                <a16:creationId xmlns:a16="http://schemas.microsoft.com/office/drawing/2014/main" id="{D8049449-AEB0-9047-A273-DEB165C50064}"/>
              </a:ext>
            </a:extLst>
          </p:cNvPr>
          <p:cNvSpPr/>
          <p:nvPr/>
        </p:nvSpPr>
        <p:spPr>
          <a:xfrm>
            <a:off x="9569721" y="2004537"/>
            <a:ext cx="1379914" cy="180690"/>
          </a:xfrm>
          <a:prstGeom prst="roundRect">
            <a:avLst>
              <a:gd name="adj" fmla="val 0"/>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lumMod val="85000"/>
                    <a:lumOff val="15000"/>
                  </a:schemeClr>
                </a:solidFill>
                <a:latin typeface="Segoe UI" panose="020B0502040204020203" pitchFamily="34" charset="0"/>
                <a:cs typeface="Segoe UI" panose="020B0502040204020203" pitchFamily="34" charset="0"/>
              </a:rPr>
              <a:t>Password</a:t>
            </a:r>
          </a:p>
        </p:txBody>
      </p:sp>
      <p:sp>
        <p:nvSpPr>
          <p:cNvPr id="34" name="Rounded Rectangle 33">
            <a:extLst>
              <a:ext uri="{FF2B5EF4-FFF2-40B4-BE49-F238E27FC236}">
                <a16:creationId xmlns:a16="http://schemas.microsoft.com/office/drawing/2014/main" id="{CB7C9788-A5A9-464C-A089-967FB6D813BE}"/>
              </a:ext>
            </a:extLst>
          </p:cNvPr>
          <p:cNvSpPr/>
          <p:nvPr/>
        </p:nvSpPr>
        <p:spPr>
          <a:xfrm>
            <a:off x="9720371" y="2346524"/>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Sign in</a:t>
            </a:r>
          </a:p>
        </p:txBody>
      </p:sp>
      <p:grpSp>
        <p:nvGrpSpPr>
          <p:cNvPr id="36" name="Group 35">
            <a:extLst>
              <a:ext uri="{FF2B5EF4-FFF2-40B4-BE49-F238E27FC236}">
                <a16:creationId xmlns:a16="http://schemas.microsoft.com/office/drawing/2014/main" id="{792A969E-640F-8240-9AEC-3786954DEE64}"/>
              </a:ext>
            </a:extLst>
          </p:cNvPr>
          <p:cNvGrpSpPr/>
          <p:nvPr/>
        </p:nvGrpSpPr>
        <p:grpSpPr>
          <a:xfrm>
            <a:off x="1107913" y="3897819"/>
            <a:ext cx="1982113" cy="2584458"/>
            <a:chOff x="9254419" y="844542"/>
            <a:chExt cx="1982113" cy="2584458"/>
          </a:xfrm>
        </p:grpSpPr>
        <p:sp>
          <p:nvSpPr>
            <p:cNvPr id="37" name="Rounded Rectangle 36">
              <a:extLst>
                <a:ext uri="{FF2B5EF4-FFF2-40B4-BE49-F238E27FC236}">
                  <a16:creationId xmlns:a16="http://schemas.microsoft.com/office/drawing/2014/main" id="{1FFDBD37-1415-664F-9D0F-AFB1FD2E799F}"/>
                </a:ext>
              </a:extLst>
            </p:cNvPr>
            <p:cNvSpPr/>
            <p:nvPr/>
          </p:nvSpPr>
          <p:spPr>
            <a:xfrm>
              <a:off x="9254419" y="844542"/>
              <a:ext cx="1982113" cy="461665"/>
            </a:xfrm>
            <a:prstGeom prst="roundRect">
              <a:avLst>
                <a:gd name="adj" fmla="val 47877"/>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AA1552A0-110E-A946-A988-CB9B75DC5BE9}"/>
                </a:ext>
              </a:extLst>
            </p:cNvPr>
            <p:cNvSpPr/>
            <p:nvPr/>
          </p:nvSpPr>
          <p:spPr>
            <a:xfrm>
              <a:off x="9254419" y="1029384"/>
              <a:ext cx="1982113" cy="2399616"/>
            </a:xfrm>
            <a:prstGeom prst="roundRect">
              <a:avLst>
                <a:gd name="adj" fmla="val 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97930262-F72D-7D41-B3EC-A1B6CCA30982}"/>
                </a:ext>
              </a:extLst>
            </p:cNvPr>
            <p:cNvSpPr/>
            <p:nvPr/>
          </p:nvSpPr>
          <p:spPr>
            <a:xfrm>
              <a:off x="9380019" y="1029384"/>
              <a:ext cx="1730911" cy="23996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44271B3A-FB20-2B42-91F5-863969D3077A}"/>
              </a:ext>
            </a:extLst>
          </p:cNvPr>
          <p:cNvSpPr/>
          <p:nvPr/>
        </p:nvSpPr>
        <p:spPr>
          <a:xfrm>
            <a:off x="1236194" y="4088912"/>
            <a:ext cx="1730910" cy="281966"/>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lumMod val="85000"/>
                    <a:lumOff val="15000"/>
                  </a:schemeClr>
                </a:solidFill>
                <a:latin typeface="Segoe UI" panose="020B0502040204020203" pitchFamily="34" charset="0"/>
                <a:cs typeface="Segoe UI" panose="020B0502040204020203" pitchFamily="34" charset="0"/>
              </a:rPr>
              <a:t>Authenticator</a:t>
            </a:r>
          </a:p>
        </p:txBody>
      </p:sp>
      <p:sp>
        <p:nvSpPr>
          <p:cNvPr id="42" name="Rounded Rectangle 41">
            <a:extLst>
              <a:ext uri="{FF2B5EF4-FFF2-40B4-BE49-F238E27FC236}">
                <a16:creationId xmlns:a16="http://schemas.microsoft.com/office/drawing/2014/main" id="{B6CFF361-4FE0-174D-99CC-EDA4A0477095}"/>
              </a:ext>
            </a:extLst>
          </p:cNvPr>
          <p:cNvSpPr/>
          <p:nvPr/>
        </p:nvSpPr>
        <p:spPr>
          <a:xfrm>
            <a:off x="1292772" y="4439570"/>
            <a:ext cx="1612396" cy="841221"/>
          </a:xfrm>
          <a:prstGeom prst="roundRect">
            <a:avLst>
              <a:gd name="adj" fmla="val 6922"/>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50">
                <a:solidFill>
                  <a:schemeClr val="tx1">
                    <a:lumMod val="85000"/>
                    <a:lumOff val="15000"/>
                  </a:schemeClr>
                </a:solidFill>
                <a:latin typeface="Segoe UI" panose="020B0502040204020203" pitchFamily="34" charset="0"/>
                <a:cs typeface="Segoe UI" panose="020B0502040204020203" pitchFamily="34" charset="0"/>
              </a:rPr>
              <a:t>Alice Health Records </a:t>
            </a:r>
          </a:p>
          <a:p>
            <a:r>
              <a:rPr lang="en-US" sz="800" i="1">
                <a:solidFill>
                  <a:schemeClr val="tx1">
                    <a:lumMod val="85000"/>
                    <a:lumOff val="15000"/>
                  </a:schemeClr>
                </a:solidFill>
                <a:latin typeface="Segoe UI" panose="020B0502040204020203" pitchFamily="34" charset="0"/>
                <a:cs typeface="Segoe UI" panose="020B0502040204020203" pitchFamily="34" charset="0"/>
              </a:rPr>
              <a:t>CA Healthcare Provider</a:t>
            </a:r>
          </a:p>
          <a:p>
            <a:endParaRPr lang="en-US" sz="800">
              <a:solidFill>
                <a:schemeClr val="tx1">
                  <a:lumMod val="85000"/>
                  <a:lumOff val="15000"/>
                </a:schemeClr>
              </a:solidFill>
              <a:latin typeface="Segoe UI" panose="020B0502040204020203" pitchFamily="34" charset="0"/>
              <a:cs typeface="Segoe UI" panose="020B0502040204020203" pitchFamily="34" charset="0"/>
            </a:endParaRPr>
          </a:p>
          <a:p>
            <a:r>
              <a:rPr lang="en-US" sz="800">
                <a:solidFill>
                  <a:schemeClr val="tx1">
                    <a:lumMod val="85000"/>
                    <a:lumOff val="15000"/>
                  </a:schemeClr>
                </a:solidFill>
                <a:latin typeface="Segoe UI" panose="020B0502040204020203" pitchFamily="34" charset="0"/>
                <a:cs typeface="Segoe UI" panose="020B0502040204020203" pitchFamily="34" charset="0"/>
              </a:rPr>
              <a:t>Issued by </a:t>
            </a:r>
            <a:r>
              <a:rPr lang="en-US" sz="800" err="1">
                <a:solidFill>
                  <a:schemeClr val="tx1">
                    <a:lumMod val="85000"/>
                    <a:lumOff val="15000"/>
                  </a:schemeClr>
                </a:solidFill>
                <a:latin typeface="Segoe UI" panose="020B0502040204020203" pitchFamily="34" charset="0"/>
                <a:cs typeface="Segoe UI" panose="020B0502040204020203" pitchFamily="34" charset="0"/>
              </a:rPr>
              <a:t>OneDID</a:t>
            </a:r>
            <a:endParaRPr lang="en-US" sz="80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44" name="TextBox 43">
            <a:extLst>
              <a:ext uri="{FF2B5EF4-FFF2-40B4-BE49-F238E27FC236}">
                <a16:creationId xmlns:a16="http://schemas.microsoft.com/office/drawing/2014/main" id="{ADEE4983-CF3E-AC42-88F9-D688D05E06C9}"/>
              </a:ext>
            </a:extLst>
          </p:cNvPr>
          <p:cNvSpPr txBox="1"/>
          <p:nvPr/>
        </p:nvSpPr>
        <p:spPr>
          <a:xfrm>
            <a:off x="1292772" y="5372920"/>
            <a:ext cx="1612396" cy="461665"/>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Where can I use this?</a:t>
            </a:r>
          </a:p>
          <a:p>
            <a:r>
              <a:rPr lang="en-US" sz="800">
                <a:latin typeface="Segoe UI" panose="020B0502040204020203" pitchFamily="34" charset="0"/>
                <a:cs typeface="Segoe UI" panose="020B0502040204020203" pitchFamily="34" charset="0"/>
              </a:rPr>
              <a:t>Sign in to applications outside your company.</a:t>
            </a:r>
          </a:p>
        </p:txBody>
      </p:sp>
      <p:sp>
        <p:nvSpPr>
          <p:cNvPr id="19" name="Rounded Rectangle 18">
            <a:extLst>
              <a:ext uri="{FF2B5EF4-FFF2-40B4-BE49-F238E27FC236}">
                <a16:creationId xmlns:a16="http://schemas.microsoft.com/office/drawing/2014/main" id="{068D93A8-96F9-5246-8B71-988A3ED58DBE}"/>
              </a:ext>
            </a:extLst>
          </p:cNvPr>
          <p:cNvSpPr/>
          <p:nvPr/>
        </p:nvSpPr>
        <p:spPr>
          <a:xfrm>
            <a:off x="1517037" y="6139274"/>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Add card</a:t>
            </a:r>
          </a:p>
        </p:txBody>
      </p:sp>
      <p:sp>
        <p:nvSpPr>
          <p:cNvPr id="55" name="Rectangle 54">
            <a:extLst>
              <a:ext uri="{FF2B5EF4-FFF2-40B4-BE49-F238E27FC236}">
                <a16:creationId xmlns:a16="http://schemas.microsoft.com/office/drawing/2014/main" id="{84FDE3DA-A1AC-774C-8BF2-43176A40D5BB}"/>
              </a:ext>
            </a:extLst>
          </p:cNvPr>
          <p:cNvSpPr/>
          <p:nvPr/>
        </p:nvSpPr>
        <p:spPr>
          <a:xfrm>
            <a:off x="5233224" y="4027967"/>
            <a:ext cx="1730910" cy="281966"/>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lumMod val="85000"/>
                    <a:lumOff val="15000"/>
                  </a:schemeClr>
                </a:solidFill>
                <a:latin typeface="Segoe UI" panose="020B0502040204020203" pitchFamily="34" charset="0"/>
                <a:cs typeface="Segoe UI" panose="020B0502040204020203" pitchFamily="34" charset="0"/>
              </a:rPr>
              <a:t>Authenticator</a:t>
            </a:r>
          </a:p>
        </p:txBody>
      </p:sp>
      <p:sp>
        <p:nvSpPr>
          <p:cNvPr id="57" name="TextBox 56">
            <a:extLst>
              <a:ext uri="{FF2B5EF4-FFF2-40B4-BE49-F238E27FC236}">
                <a16:creationId xmlns:a16="http://schemas.microsoft.com/office/drawing/2014/main" id="{895C62F3-B81C-B34A-AC9B-B59F12228061}"/>
              </a:ext>
            </a:extLst>
          </p:cNvPr>
          <p:cNvSpPr txBox="1"/>
          <p:nvPr/>
        </p:nvSpPr>
        <p:spPr>
          <a:xfrm>
            <a:off x="5281705" y="4853476"/>
            <a:ext cx="568635"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First: Alice</a:t>
            </a:r>
          </a:p>
        </p:txBody>
      </p:sp>
      <p:sp>
        <p:nvSpPr>
          <p:cNvPr id="58" name="Rounded Rectangle 57">
            <a:extLst>
              <a:ext uri="{FF2B5EF4-FFF2-40B4-BE49-F238E27FC236}">
                <a16:creationId xmlns:a16="http://schemas.microsoft.com/office/drawing/2014/main" id="{B647061C-3C7F-8F4E-8A6E-A4B8728C5CE5}"/>
              </a:ext>
            </a:extLst>
          </p:cNvPr>
          <p:cNvSpPr/>
          <p:nvPr/>
        </p:nvSpPr>
        <p:spPr>
          <a:xfrm>
            <a:off x="5514067" y="6165234"/>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Close</a:t>
            </a:r>
          </a:p>
        </p:txBody>
      </p:sp>
      <p:sp>
        <p:nvSpPr>
          <p:cNvPr id="62" name="TextBox 61">
            <a:extLst>
              <a:ext uri="{FF2B5EF4-FFF2-40B4-BE49-F238E27FC236}">
                <a16:creationId xmlns:a16="http://schemas.microsoft.com/office/drawing/2014/main" id="{12183707-7279-AE4F-97E2-606C59CC76E4}"/>
              </a:ext>
            </a:extLst>
          </p:cNvPr>
          <p:cNvSpPr txBox="1"/>
          <p:nvPr/>
        </p:nvSpPr>
        <p:spPr>
          <a:xfrm>
            <a:off x="5303478" y="4337911"/>
            <a:ext cx="1643129" cy="384721"/>
          </a:xfrm>
          <a:prstGeom prst="rect">
            <a:avLst/>
          </a:prstGeom>
          <a:noFill/>
        </p:spPr>
        <p:txBody>
          <a:bodyPr wrap="square" lIns="0" rtlCol="0">
            <a:spAutoFit/>
          </a:bodyPr>
          <a:lstStyle/>
          <a:p>
            <a:r>
              <a:rPr lang="en-US" sz="800" b="1">
                <a:latin typeface="Segoe UI Semibold" panose="020B0502040204020203" pitchFamily="34" charset="0"/>
                <a:cs typeface="Segoe UI Semibold" panose="020B0502040204020203" pitchFamily="34" charset="0"/>
              </a:rPr>
              <a:t>Information in this card</a:t>
            </a:r>
            <a:r>
              <a:rPr lang="en-US" sz="900" b="1">
                <a:latin typeface="Segoe UI Semibold" panose="020B0502040204020203" pitchFamily="34" charset="0"/>
                <a:cs typeface="Segoe UI Semibold" panose="020B0502040204020203" pitchFamily="34" charset="0"/>
              </a:rPr>
              <a:t> </a:t>
            </a:r>
          </a:p>
          <a:p>
            <a:r>
              <a:rPr lang="en-US" sz="1000" b="1">
                <a:solidFill>
                  <a:schemeClr val="tx1">
                    <a:lumMod val="85000"/>
                    <a:lumOff val="15000"/>
                  </a:schemeClr>
                </a:solidFill>
                <a:latin typeface="Segoe UI" panose="020B0502040204020203" pitchFamily="34" charset="0"/>
                <a:cs typeface="Segoe UI" panose="020B0502040204020203" pitchFamily="34" charset="0"/>
              </a:rPr>
              <a:t>Alice Health Records</a:t>
            </a:r>
          </a:p>
        </p:txBody>
      </p:sp>
      <p:sp>
        <p:nvSpPr>
          <p:cNvPr id="65" name="Rounded Rectangle 64">
            <a:extLst>
              <a:ext uri="{FF2B5EF4-FFF2-40B4-BE49-F238E27FC236}">
                <a16:creationId xmlns:a16="http://schemas.microsoft.com/office/drawing/2014/main" id="{89003F86-DAD7-5742-81C7-5A5290077EB3}"/>
              </a:ext>
            </a:extLst>
          </p:cNvPr>
          <p:cNvSpPr/>
          <p:nvPr/>
        </p:nvSpPr>
        <p:spPr>
          <a:xfrm>
            <a:off x="4309396" y="1721215"/>
            <a:ext cx="1194326" cy="560274"/>
          </a:xfrm>
          <a:prstGeom prst="roundRect">
            <a:avLst>
              <a:gd name="adj" fmla="val 13827"/>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0" rIns="0" rtlCol="0" anchor="ctr"/>
          <a:lstStyle/>
          <a:p>
            <a:r>
              <a:rPr lang="en-US" sz="700">
                <a:solidFill>
                  <a:schemeClr val="bg1"/>
                </a:solidFill>
                <a:latin typeface="Segoe UI" panose="020B0502040204020203" pitchFamily="34" charset="0"/>
                <a:cs typeface="Segoe UI" panose="020B0502040204020203" pitchFamily="34" charset="0"/>
              </a:rPr>
              <a:t>Add to Authenticator</a:t>
            </a:r>
          </a:p>
        </p:txBody>
      </p:sp>
      <p:pic>
        <p:nvPicPr>
          <p:cNvPr id="1026" name="Picture 2" descr="Scan me!">
            <a:extLst>
              <a:ext uri="{FF2B5EF4-FFF2-40B4-BE49-F238E27FC236}">
                <a16:creationId xmlns:a16="http://schemas.microsoft.com/office/drawing/2014/main" id="{49D2ADCC-5138-DA42-AA1C-87F9D9FAD2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0721" y="1810537"/>
            <a:ext cx="366319" cy="366319"/>
          </a:xfrm>
          <a:prstGeom prst="rect">
            <a:avLst/>
          </a:prstGeom>
          <a:noFill/>
          <a:extLst>
            <a:ext uri="{909E8E84-426E-40DD-AFC4-6F175D3DCCD1}">
              <a14:hiddenFill xmlns:a14="http://schemas.microsoft.com/office/drawing/2010/main">
                <a:solidFill>
                  <a:srgbClr val="FFFFFF"/>
                </a:solidFill>
              </a14:hiddenFill>
            </a:ext>
          </a:extLst>
        </p:spPr>
      </p:pic>
      <p:sp>
        <p:nvSpPr>
          <p:cNvPr id="68" name="Multiply 19">
            <a:extLst>
              <a:ext uri="{FF2B5EF4-FFF2-40B4-BE49-F238E27FC236}">
                <a16:creationId xmlns:a16="http://schemas.microsoft.com/office/drawing/2014/main" id="{63C4425E-7E41-4437-B877-E12824DB46C2}"/>
              </a:ext>
            </a:extLst>
          </p:cNvPr>
          <p:cNvSpPr/>
          <p:nvPr/>
        </p:nvSpPr>
        <p:spPr>
          <a:xfrm>
            <a:off x="7754540" y="825945"/>
            <a:ext cx="212691" cy="212691"/>
          </a:xfrm>
          <a:prstGeom prst="mathMultiply">
            <a:avLst>
              <a:gd name="adj1" fmla="val 491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0" name="TextBox 2">
            <a:extLst>
              <a:ext uri="{FF2B5EF4-FFF2-40B4-BE49-F238E27FC236}">
                <a16:creationId xmlns:a16="http://schemas.microsoft.com/office/drawing/2014/main" id="{6A82A4DF-463B-45CD-9230-51B620555F57}"/>
              </a:ext>
            </a:extLst>
          </p:cNvPr>
          <p:cNvSpPr txBox="1"/>
          <p:nvPr/>
        </p:nvSpPr>
        <p:spPr>
          <a:xfrm>
            <a:off x="194782" y="1133082"/>
            <a:ext cx="543739"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latin typeface="Segoe UI" panose="020B0502040204020203" pitchFamily="34" charset="0"/>
                <a:cs typeface="Segoe UI" panose="020B0502040204020203" pitchFamily="34" charset="0"/>
              </a:rPr>
              <a:t>To</a:t>
            </a:r>
          </a:p>
          <a:p>
            <a:r>
              <a:rPr lang="en-US" sz="800" b="1">
                <a:latin typeface="Segoe UI" panose="020B0502040204020203" pitchFamily="34" charset="0"/>
                <a:cs typeface="Segoe UI" panose="020B0502040204020203" pitchFamily="34" charset="0"/>
              </a:rPr>
              <a:t>From</a:t>
            </a:r>
          </a:p>
          <a:p>
            <a:r>
              <a:rPr lang="en-US" sz="800" b="1">
                <a:latin typeface="Segoe UI" panose="020B0502040204020203" pitchFamily="34" charset="0"/>
                <a:cs typeface="Segoe UI" panose="020B0502040204020203" pitchFamily="34" charset="0"/>
              </a:rPr>
              <a:t>Subject</a:t>
            </a:r>
          </a:p>
        </p:txBody>
      </p:sp>
      <p:sp>
        <p:nvSpPr>
          <p:cNvPr id="71" name="TextBox 3">
            <a:extLst>
              <a:ext uri="{FF2B5EF4-FFF2-40B4-BE49-F238E27FC236}">
                <a16:creationId xmlns:a16="http://schemas.microsoft.com/office/drawing/2014/main" id="{3F114F2B-DAF1-473E-A46A-0F282DFC766B}"/>
              </a:ext>
            </a:extLst>
          </p:cNvPr>
          <p:cNvSpPr txBox="1"/>
          <p:nvPr/>
        </p:nvSpPr>
        <p:spPr>
          <a:xfrm>
            <a:off x="765772" y="1129564"/>
            <a:ext cx="2844048" cy="461665"/>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latin typeface="Segoe UI" panose="020B0502040204020203" pitchFamily="34" charset="0"/>
                <a:cs typeface="Segoe UI" panose="020B0502040204020203" pitchFamily="34" charset="0"/>
              </a:rPr>
              <a:t>Alice Smith</a:t>
            </a:r>
          </a:p>
          <a:p>
            <a:r>
              <a:rPr lang="en-SE" sz="800">
                <a:latin typeface="Segoe UI"/>
                <a:cs typeface="Segoe UI"/>
              </a:rPr>
              <a:t>someone</a:t>
            </a:r>
            <a:endParaRPr lang="en-US" sz="800">
              <a:latin typeface="Segoe UI" panose="020B0502040204020203" pitchFamily="34" charset="0"/>
              <a:cs typeface="Segoe UI" panose="020B0502040204020203" pitchFamily="34" charset="0"/>
            </a:endParaRPr>
          </a:p>
          <a:p>
            <a:r>
              <a:rPr lang="en-US" sz="800">
                <a:latin typeface="Segoe UI"/>
                <a:cs typeface="Segoe UI"/>
              </a:rPr>
              <a:t>Keeping and presenting your health records is a scan away</a:t>
            </a:r>
            <a:endParaRPr lang="en-US" sz="800">
              <a:latin typeface="Segoe UI" panose="020B0502040204020203" pitchFamily="34" charset="0"/>
              <a:cs typeface="Segoe UI" panose="020B0502040204020203" pitchFamily="34" charset="0"/>
            </a:endParaRPr>
          </a:p>
        </p:txBody>
      </p:sp>
      <p:sp>
        <p:nvSpPr>
          <p:cNvPr id="72" name="TextBox 4">
            <a:extLst>
              <a:ext uri="{FF2B5EF4-FFF2-40B4-BE49-F238E27FC236}">
                <a16:creationId xmlns:a16="http://schemas.microsoft.com/office/drawing/2014/main" id="{62D2E625-93CA-4722-8CA6-E15E3A5892BA}"/>
              </a:ext>
            </a:extLst>
          </p:cNvPr>
          <p:cNvSpPr txBox="1"/>
          <p:nvPr/>
        </p:nvSpPr>
        <p:spPr>
          <a:xfrm>
            <a:off x="194782" y="1818726"/>
            <a:ext cx="3648575"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latin typeface="Segoe UI" panose="020B0502040204020203" pitchFamily="34" charset="0"/>
                <a:cs typeface="Segoe UI" panose="020B0502040204020203" pitchFamily="34" charset="0"/>
              </a:rPr>
              <a:t>We partner with </a:t>
            </a:r>
            <a:r>
              <a:rPr lang="en-US" sz="800" err="1">
                <a:latin typeface="Segoe UI" panose="020B0502040204020203" pitchFamily="34" charset="0"/>
                <a:cs typeface="Segoe UI" panose="020B0502040204020203" pitchFamily="34" charset="0"/>
              </a:rPr>
              <a:t>OneDID</a:t>
            </a:r>
            <a:r>
              <a:rPr lang="en-US" sz="800">
                <a:latin typeface="Segoe UI" panose="020B0502040204020203" pitchFamily="34" charset="0"/>
                <a:cs typeface="Segoe UI" panose="020B0502040204020203" pitchFamily="34" charset="0"/>
              </a:rPr>
              <a:t> so you can now obtain a Verified </a:t>
            </a:r>
            <a:r>
              <a:rPr lang="en-US" sz="800" err="1">
                <a:latin typeface="Segoe UI" panose="020B0502040204020203" pitchFamily="34" charset="0"/>
                <a:cs typeface="Segoe UI" panose="020B0502040204020203" pitchFamily="34" charset="0"/>
              </a:rPr>
              <a:t>OneDID</a:t>
            </a:r>
            <a:r>
              <a:rPr lang="en-US" sz="800">
                <a:latin typeface="Segoe UI" panose="020B0502040204020203" pitchFamily="34" charset="0"/>
                <a:cs typeface="Segoe UI" panose="020B0502040204020203" pitchFamily="34" charset="0"/>
              </a:rPr>
              <a:t> card containing your health records directly onto your phone.  Use your card in more than 20,000 medical institutions nation wide.</a:t>
            </a:r>
          </a:p>
          <a:p>
            <a:r>
              <a:rPr lang="en-US" sz="800">
                <a:latin typeface="Segoe UI" panose="020B0502040204020203" pitchFamily="34" charset="0"/>
                <a:cs typeface="Segoe UI" panose="020B0502040204020203" pitchFamily="34" charset="0"/>
              </a:rPr>
              <a:t>. </a:t>
            </a:r>
          </a:p>
        </p:txBody>
      </p:sp>
      <p:sp>
        <p:nvSpPr>
          <p:cNvPr id="73" name="Rounded Rectangle 68">
            <a:extLst>
              <a:ext uri="{FF2B5EF4-FFF2-40B4-BE49-F238E27FC236}">
                <a16:creationId xmlns:a16="http://schemas.microsoft.com/office/drawing/2014/main" id="{2DE89033-4074-4ED4-A1EB-D88121A40411}"/>
              </a:ext>
            </a:extLst>
          </p:cNvPr>
          <p:cNvSpPr/>
          <p:nvPr/>
        </p:nvSpPr>
        <p:spPr>
          <a:xfrm>
            <a:off x="220508" y="2399424"/>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a:solidFill>
                  <a:schemeClr val="bg1"/>
                </a:solidFill>
                <a:latin typeface="Segoe UI" panose="020B0502040204020203" pitchFamily="34" charset="0"/>
                <a:cs typeface="Segoe UI" panose="020B0502040204020203" pitchFamily="34" charset="0"/>
              </a:rPr>
              <a:t>Get card</a:t>
            </a:r>
          </a:p>
        </p:txBody>
      </p:sp>
      <p:sp>
        <p:nvSpPr>
          <p:cNvPr id="46" name="TextBox 45">
            <a:extLst>
              <a:ext uri="{FF2B5EF4-FFF2-40B4-BE49-F238E27FC236}">
                <a16:creationId xmlns:a16="http://schemas.microsoft.com/office/drawing/2014/main" id="{771375EF-63DB-4025-8B93-924EDF5D17EF}"/>
              </a:ext>
            </a:extLst>
          </p:cNvPr>
          <p:cNvSpPr txBox="1"/>
          <p:nvPr/>
        </p:nvSpPr>
        <p:spPr>
          <a:xfrm>
            <a:off x="4212658" y="1083393"/>
            <a:ext cx="2320635" cy="307777"/>
          </a:xfrm>
          <a:prstGeom prst="rect">
            <a:avLst/>
          </a:prstGeom>
          <a:noFill/>
        </p:spPr>
        <p:txBody>
          <a:bodyPr wrap="none" rtlCol="0">
            <a:spAutoFit/>
          </a:bodyPr>
          <a:lstStyle/>
          <a:p>
            <a:r>
              <a:rPr lang="en-US" sz="1400" b="1">
                <a:latin typeface="Segoe UI Semibold" panose="020B0502040204020203" pitchFamily="34" charset="0"/>
                <a:cs typeface="Segoe UI Semibold" panose="020B0502040204020203" pitchFamily="34" charset="0"/>
              </a:rPr>
              <a:t>Healthcare Provider Portal</a:t>
            </a:r>
          </a:p>
        </p:txBody>
      </p:sp>
      <p:sp>
        <p:nvSpPr>
          <p:cNvPr id="9" name="TextBox 8">
            <a:extLst>
              <a:ext uri="{FF2B5EF4-FFF2-40B4-BE49-F238E27FC236}">
                <a16:creationId xmlns:a16="http://schemas.microsoft.com/office/drawing/2014/main" id="{26935221-CC9C-4A77-88B0-C4B1C82D31EA}"/>
              </a:ext>
            </a:extLst>
          </p:cNvPr>
          <p:cNvSpPr txBox="1"/>
          <p:nvPr/>
        </p:nvSpPr>
        <p:spPr>
          <a:xfrm>
            <a:off x="4231288" y="1364862"/>
            <a:ext cx="3566614" cy="369332"/>
          </a:xfrm>
          <a:prstGeom prst="rect">
            <a:avLst/>
          </a:prstGeom>
          <a:noFill/>
        </p:spPr>
        <p:txBody>
          <a:bodyPr wrap="square" rtlCol="0">
            <a:spAutoFit/>
          </a:bodyPr>
          <a:lstStyle/>
          <a:p>
            <a:r>
              <a:rPr lang="en-GB" sz="900"/>
              <a:t>Obtain your health records powered by </a:t>
            </a:r>
            <a:r>
              <a:rPr lang="en-GB" sz="900" err="1"/>
              <a:t>OneDID</a:t>
            </a:r>
            <a:r>
              <a:rPr lang="en-GB" sz="900"/>
              <a:t>  by scanning this QR code in Authenticator</a:t>
            </a:r>
            <a:endParaRPr lang="en-IE" sz="900"/>
          </a:p>
        </p:txBody>
      </p:sp>
      <p:grpSp>
        <p:nvGrpSpPr>
          <p:cNvPr id="74" name="Group 73">
            <a:extLst>
              <a:ext uri="{FF2B5EF4-FFF2-40B4-BE49-F238E27FC236}">
                <a16:creationId xmlns:a16="http://schemas.microsoft.com/office/drawing/2014/main" id="{C8B8596F-720B-494E-A110-7AEFBAE48588}"/>
              </a:ext>
            </a:extLst>
          </p:cNvPr>
          <p:cNvGrpSpPr/>
          <p:nvPr/>
        </p:nvGrpSpPr>
        <p:grpSpPr>
          <a:xfrm>
            <a:off x="9359764" y="3838854"/>
            <a:ext cx="1982113" cy="2584458"/>
            <a:chOff x="9254419" y="844542"/>
            <a:chExt cx="1982113" cy="2584458"/>
          </a:xfrm>
        </p:grpSpPr>
        <p:sp>
          <p:nvSpPr>
            <p:cNvPr id="75" name="Rounded Rectangle 51">
              <a:extLst>
                <a:ext uri="{FF2B5EF4-FFF2-40B4-BE49-F238E27FC236}">
                  <a16:creationId xmlns:a16="http://schemas.microsoft.com/office/drawing/2014/main" id="{1CC51BFA-82D0-4702-9C9C-7B96566FE599}"/>
                </a:ext>
              </a:extLst>
            </p:cNvPr>
            <p:cNvSpPr/>
            <p:nvPr/>
          </p:nvSpPr>
          <p:spPr>
            <a:xfrm>
              <a:off x="9254419" y="844542"/>
              <a:ext cx="1982113" cy="461665"/>
            </a:xfrm>
            <a:prstGeom prst="roundRect">
              <a:avLst>
                <a:gd name="adj" fmla="val 47877"/>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ounded Rectangle 52">
              <a:extLst>
                <a:ext uri="{FF2B5EF4-FFF2-40B4-BE49-F238E27FC236}">
                  <a16:creationId xmlns:a16="http://schemas.microsoft.com/office/drawing/2014/main" id="{4BF243D0-752B-4FE3-8C9B-1FE8C2D4D9CE}"/>
                </a:ext>
              </a:extLst>
            </p:cNvPr>
            <p:cNvSpPr/>
            <p:nvPr/>
          </p:nvSpPr>
          <p:spPr>
            <a:xfrm>
              <a:off x="9254419" y="1029384"/>
              <a:ext cx="1982113" cy="2399616"/>
            </a:xfrm>
            <a:prstGeom prst="roundRect">
              <a:avLst>
                <a:gd name="adj" fmla="val 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53">
              <a:extLst>
                <a:ext uri="{FF2B5EF4-FFF2-40B4-BE49-F238E27FC236}">
                  <a16:creationId xmlns:a16="http://schemas.microsoft.com/office/drawing/2014/main" id="{E46B2FA5-03A6-44AF-A8FE-867A75147272}"/>
                </a:ext>
              </a:extLst>
            </p:cNvPr>
            <p:cNvSpPr/>
            <p:nvPr/>
          </p:nvSpPr>
          <p:spPr>
            <a:xfrm>
              <a:off x="9380019" y="1029384"/>
              <a:ext cx="1730911" cy="23996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1B3F956C-7AC3-4AFD-932D-177DC9F8EF59}"/>
              </a:ext>
            </a:extLst>
          </p:cNvPr>
          <p:cNvSpPr/>
          <p:nvPr/>
        </p:nvSpPr>
        <p:spPr>
          <a:xfrm>
            <a:off x="9488045" y="4029947"/>
            <a:ext cx="1730910" cy="281966"/>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lumMod val="85000"/>
                    <a:lumOff val="15000"/>
                  </a:schemeClr>
                </a:solidFill>
                <a:latin typeface="Segoe UI" panose="020B0502040204020203" pitchFamily="34" charset="0"/>
                <a:cs typeface="Segoe UI" panose="020B0502040204020203" pitchFamily="34" charset="0"/>
              </a:rPr>
              <a:t>Authenticator</a:t>
            </a:r>
          </a:p>
        </p:txBody>
      </p:sp>
      <p:sp>
        <p:nvSpPr>
          <p:cNvPr id="80" name="TextBox 79">
            <a:extLst>
              <a:ext uri="{FF2B5EF4-FFF2-40B4-BE49-F238E27FC236}">
                <a16:creationId xmlns:a16="http://schemas.microsoft.com/office/drawing/2014/main" id="{EF4DF108-DC35-4A29-915A-A53D06A9DBF9}"/>
              </a:ext>
            </a:extLst>
          </p:cNvPr>
          <p:cNvSpPr txBox="1"/>
          <p:nvPr/>
        </p:nvSpPr>
        <p:spPr>
          <a:xfrm>
            <a:off x="9544623" y="4548566"/>
            <a:ext cx="1612396"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Activity on this card</a:t>
            </a:r>
          </a:p>
        </p:txBody>
      </p:sp>
      <p:sp>
        <p:nvSpPr>
          <p:cNvPr id="82" name="TextBox 81">
            <a:extLst>
              <a:ext uri="{FF2B5EF4-FFF2-40B4-BE49-F238E27FC236}">
                <a16:creationId xmlns:a16="http://schemas.microsoft.com/office/drawing/2014/main" id="{9DEBB12D-ACC3-442D-A13A-EBEE27B33F3A}"/>
              </a:ext>
            </a:extLst>
          </p:cNvPr>
          <p:cNvSpPr txBox="1"/>
          <p:nvPr/>
        </p:nvSpPr>
        <p:spPr>
          <a:xfrm>
            <a:off x="9550852" y="4346655"/>
            <a:ext cx="1643129" cy="246221"/>
          </a:xfrm>
          <a:prstGeom prst="rect">
            <a:avLst/>
          </a:prstGeom>
          <a:noFill/>
        </p:spPr>
        <p:txBody>
          <a:bodyPr wrap="square" lIns="0" rtlCol="0">
            <a:spAutoFit/>
          </a:bodyPr>
          <a:lstStyle/>
          <a:p>
            <a:r>
              <a:rPr lang="en-US" sz="1000" b="1">
                <a:latin typeface="Segoe UI Semibold" panose="020B0502040204020203" pitchFamily="34" charset="0"/>
                <a:cs typeface="Segoe UI Semibold" panose="020B0502040204020203" pitchFamily="34" charset="0"/>
              </a:rPr>
              <a:t>Card Receipts</a:t>
            </a:r>
          </a:p>
        </p:txBody>
      </p:sp>
      <p:sp>
        <p:nvSpPr>
          <p:cNvPr id="84" name="TextBox 83">
            <a:extLst>
              <a:ext uri="{FF2B5EF4-FFF2-40B4-BE49-F238E27FC236}">
                <a16:creationId xmlns:a16="http://schemas.microsoft.com/office/drawing/2014/main" id="{924D775B-818A-4FDB-B6BE-698178CAE98E}"/>
              </a:ext>
            </a:extLst>
          </p:cNvPr>
          <p:cNvSpPr txBox="1"/>
          <p:nvPr/>
        </p:nvSpPr>
        <p:spPr>
          <a:xfrm>
            <a:off x="5281705" y="5040167"/>
            <a:ext cx="641423"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Last: Smith</a:t>
            </a:r>
          </a:p>
        </p:txBody>
      </p:sp>
      <p:sp>
        <p:nvSpPr>
          <p:cNvPr id="85" name="TextBox 84">
            <a:extLst>
              <a:ext uri="{FF2B5EF4-FFF2-40B4-BE49-F238E27FC236}">
                <a16:creationId xmlns:a16="http://schemas.microsoft.com/office/drawing/2014/main" id="{A512D3ED-6227-4C2F-9AD7-6CA9ED0EDA73}"/>
              </a:ext>
            </a:extLst>
          </p:cNvPr>
          <p:cNvSpPr txBox="1"/>
          <p:nvPr/>
        </p:nvSpPr>
        <p:spPr>
          <a:xfrm>
            <a:off x="5294606" y="5259880"/>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DOB: xx/xx/</a:t>
            </a:r>
            <a:r>
              <a:rPr lang="en-US" sz="800" err="1">
                <a:latin typeface="Segoe UI" panose="020B0502040204020203" pitchFamily="34" charset="0"/>
                <a:cs typeface="Segoe UI" panose="020B0502040204020203" pitchFamily="34" charset="0"/>
              </a:rPr>
              <a:t>xxxx</a:t>
            </a:r>
            <a:endParaRPr lang="en-US" sz="800">
              <a:latin typeface="Segoe UI" panose="020B0502040204020203" pitchFamily="34" charset="0"/>
              <a:cs typeface="Segoe UI" panose="020B0502040204020203" pitchFamily="34" charset="0"/>
            </a:endParaRPr>
          </a:p>
        </p:txBody>
      </p:sp>
      <p:sp>
        <p:nvSpPr>
          <p:cNvPr id="86" name="TextBox 85">
            <a:extLst>
              <a:ext uri="{FF2B5EF4-FFF2-40B4-BE49-F238E27FC236}">
                <a16:creationId xmlns:a16="http://schemas.microsoft.com/office/drawing/2014/main" id="{46AC3F12-56D3-4E96-928D-E2D72CE77DD9}"/>
              </a:ext>
            </a:extLst>
          </p:cNvPr>
          <p:cNvSpPr txBox="1"/>
          <p:nvPr/>
        </p:nvSpPr>
        <p:spPr>
          <a:xfrm>
            <a:off x="5294606" y="5449001"/>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Gender: F</a:t>
            </a:r>
          </a:p>
        </p:txBody>
      </p:sp>
      <p:sp>
        <p:nvSpPr>
          <p:cNvPr id="87" name="TextBox 86">
            <a:extLst>
              <a:ext uri="{FF2B5EF4-FFF2-40B4-BE49-F238E27FC236}">
                <a16:creationId xmlns:a16="http://schemas.microsoft.com/office/drawing/2014/main" id="{497068CA-433E-43D7-9860-6844AE0AE310}"/>
              </a:ext>
            </a:extLst>
          </p:cNvPr>
          <p:cNvSpPr txBox="1"/>
          <p:nvPr/>
        </p:nvSpPr>
        <p:spPr>
          <a:xfrm>
            <a:off x="5303478" y="5641598"/>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Blood Type: A+</a:t>
            </a:r>
          </a:p>
        </p:txBody>
      </p:sp>
      <p:sp>
        <p:nvSpPr>
          <p:cNvPr id="89" name="TextBox 88">
            <a:extLst>
              <a:ext uri="{FF2B5EF4-FFF2-40B4-BE49-F238E27FC236}">
                <a16:creationId xmlns:a16="http://schemas.microsoft.com/office/drawing/2014/main" id="{E246B484-ED76-41EB-A251-C245A1775B7F}"/>
              </a:ext>
            </a:extLst>
          </p:cNvPr>
          <p:cNvSpPr txBox="1"/>
          <p:nvPr/>
        </p:nvSpPr>
        <p:spPr>
          <a:xfrm>
            <a:off x="6033982" y="4853476"/>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Allergies: none</a:t>
            </a:r>
          </a:p>
        </p:txBody>
      </p:sp>
      <p:sp>
        <p:nvSpPr>
          <p:cNvPr id="90" name="TextBox 89">
            <a:extLst>
              <a:ext uri="{FF2B5EF4-FFF2-40B4-BE49-F238E27FC236}">
                <a16:creationId xmlns:a16="http://schemas.microsoft.com/office/drawing/2014/main" id="{C3E1BFEB-EC57-4597-A20C-60C84E5D99C8}"/>
              </a:ext>
            </a:extLst>
          </p:cNvPr>
          <p:cNvSpPr txBox="1"/>
          <p:nvPr/>
        </p:nvSpPr>
        <p:spPr>
          <a:xfrm>
            <a:off x="6036662" y="5005537"/>
            <a:ext cx="981949"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Hearth conditions: none</a:t>
            </a:r>
          </a:p>
        </p:txBody>
      </p:sp>
      <p:sp>
        <p:nvSpPr>
          <p:cNvPr id="91" name="TextBox 90">
            <a:extLst>
              <a:ext uri="{FF2B5EF4-FFF2-40B4-BE49-F238E27FC236}">
                <a16:creationId xmlns:a16="http://schemas.microsoft.com/office/drawing/2014/main" id="{5445FCD0-4330-4C5D-8B10-AF8E8AE17450}"/>
              </a:ext>
            </a:extLst>
          </p:cNvPr>
          <p:cNvSpPr txBox="1"/>
          <p:nvPr/>
        </p:nvSpPr>
        <p:spPr>
          <a:xfrm>
            <a:off x="6039352" y="5430327"/>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Smokes: No</a:t>
            </a:r>
          </a:p>
        </p:txBody>
      </p:sp>
      <p:sp>
        <p:nvSpPr>
          <p:cNvPr id="92" name="TextBox 91">
            <a:extLst>
              <a:ext uri="{FF2B5EF4-FFF2-40B4-BE49-F238E27FC236}">
                <a16:creationId xmlns:a16="http://schemas.microsoft.com/office/drawing/2014/main" id="{C8BF49C1-EB70-4BEC-AFFF-9CE05E33C871}"/>
              </a:ext>
            </a:extLst>
          </p:cNvPr>
          <p:cNvSpPr txBox="1"/>
          <p:nvPr/>
        </p:nvSpPr>
        <p:spPr>
          <a:xfrm>
            <a:off x="6037751" y="5664818"/>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Drinks: No</a:t>
            </a:r>
          </a:p>
        </p:txBody>
      </p:sp>
      <p:sp>
        <p:nvSpPr>
          <p:cNvPr id="93" name="TextBox 92">
            <a:extLst>
              <a:ext uri="{FF2B5EF4-FFF2-40B4-BE49-F238E27FC236}">
                <a16:creationId xmlns:a16="http://schemas.microsoft.com/office/drawing/2014/main" id="{F7597C18-44BD-48CD-A6A7-2A4CB99C4FF4}"/>
              </a:ext>
            </a:extLst>
          </p:cNvPr>
          <p:cNvSpPr txBox="1"/>
          <p:nvPr/>
        </p:nvSpPr>
        <p:spPr>
          <a:xfrm>
            <a:off x="5294604" y="5853983"/>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Height 5’9</a:t>
            </a:r>
          </a:p>
        </p:txBody>
      </p:sp>
      <p:sp>
        <p:nvSpPr>
          <p:cNvPr id="94" name="TextBox 93">
            <a:extLst>
              <a:ext uri="{FF2B5EF4-FFF2-40B4-BE49-F238E27FC236}">
                <a16:creationId xmlns:a16="http://schemas.microsoft.com/office/drawing/2014/main" id="{0D0091C8-B8FF-4CE1-9560-EE67B9893009}"/>
              </a:ext>
            </a:extLst>
          </p:cNvPr>
          <p:cNvSpPr txBox="1"/>
          <p:nvPr/>
        </p:nvSpPr>
        <p:spPr>
          <a:xfrm>
            <a:off x="6044134" y="5870167"/>
            <a:ext cx="902473"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Weight: </a:t>
            </a:r>
            <a:r>
              <a:rPr lang="en-US" sz="800" err="1">
                <a:latin typeface="Segoe UI" panose="020B0502040204020203" pitchFamily="34" charset="0"/>
                <a:cs typeface="Segoe UI" panose="020B0502040204020203" pitchFamily="34" charset="0"/>
              </a:rPr>
              <a:t>xx.xk</a:t>
            </a:r>
            <a:endParaRPr lang="en-US" sz="800">
              <a:latin typeface="Segoe UI" panose="020B0502040204020203" pitchFamily="34" charset="0"/>
              <a:cs typeface="Segoe UI" panose="020B0502040204020203" pitchFamily="34" charset="0"/>
            </a:endParaRPr>
          </a:p>
        </p:txBody>
      </p:sp>
      <p:sp>
        <p:nvSpPr>
          <p:cNvPr id="98" name="Rectangle 97">
            <a:extLst>
              <a:ext uri="{FF2B5EF4-FFF2-40B4-BE49-F238E27FC236}">
                <a16:creationId xmlns:a16="http://schemas.microsoft.com/office/drawing/2014/main" id="{599E6243-108C-49D0-A810-311BFCB4717C}"/>
              </a:ext>
            </a:extLst>
          </p:cNvPr>
          <p:cNvSpPr/>
          <p:nvPr/>
        </p:nvSpPr>
        <p:spPr>
          <a:xfrm>
            <a:off x="9490737" y="4762624"/>
            <a:ext cx="1725537" cy="27754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63DE2C15-3D6C-4570-A21F-640760713316}"/>
              </a:ext>
            </a:extLst>
          </p:cNvPr>
          <p:cNvSpPr txBox="1"/>
          <p:nvPr/>
        </p:nvSpPr>
        <p:spPr>
          <a:xfrm>
            <a:off x="9540073" y="4792109"/>
            <a:ext cx="1612395"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Date: 01.01.21 – card issued</a:t>
            </a:r>
          </a:p>
        </p:txBody>
      </p:sp>
      <p:sp>
        <p:nvSpPr>
          <p:cNvPr id="104" name="Rectangle 103">
            <a:extLst>
              <a:ext uri="{FF2B5EF4-FFF2-40B4-BE49-F238E27FC236}">
                <a16:creationId xmlns:a16="http://schemas.microsoft.com/office/drawing/2014/main" id="{F7692BC2-874A-4EF5-9D6B-3B43A8A5D763}"/>
              </a:ext>
            </a:extLst>
          </p:cNvPr>
          <p:cNvSpPr/>
          <p:nvPr/>
        </p:nvSpPr>
        <p:spPr>
          <a:xfrm>
            <a:off x="9486930" y="5044678"/>
            <a:ext cx="1725537" cy="27754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67713C21-0919-4255-BFE4-474C80D4F04D}"/>
              </a:ext>
            </a:extLst>
          </p:cNvPr>
          <p:cNvSpPr/>
          <p:nvPr/>
        </p:nvSpPr>
        <p:spPr>
          <a:xfrm>
            <a:off x="9486929" y="5322221"/>
            <a:ext cx="1725537" cy="27754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ounded Rectangle 57">
            <a:extLst>
              <a:ext uri="{FF2B5EF4-FFF2-40B4-BE49-F238E27FC236}">
                <a16:creationId xmlns:a16="http://schemas.microsoft.com/office/drawing/2014/main" id="{F80F925D-2011-436A-A339-4CD5A62CAC86}"/>
              </a:ext>
            </a:extLst>
          </p:cNvPr>
          <p:cNvSpPr/>
          <p:nvPr/>
        </p:nvSpPr>
        <p:spPr>
          <a:xfrm>
            <a:off x="9855411" y="6217602"/>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Close</a:t>
            </a:r>
          </a:p>
        </p:txBody>
      </p:sp>
    </p:spTree>
    <p:extLst>
      <p:ext uri="{BB962C8B-B14F-4D97-AF65-F5344CB8AC3E}">
        <p14:creationId xmlns:p14="http://schemas.microsoft.com/office/powerpoint/2010/main" val="33891282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Group 107">
            <a:extLst>
              <a:ext uri="{FF2B5EF4-FFF2-40B4-BE49-F238E27FC236}">
                <a16:creationId xmlns:a16="http://schemas.microsoft.com/office/drawing/2014/main" id="{EA86477A-F9DC-484C-AE62-FD4577CE8F55}"/>
              </a:ext>
            </a:extLst>
          </p:cNvPr>
          <p:cNvGrpSpPr/>
          <p:nvPr/>
        </p:nvGrpSpPr>
        <p:grpSpPr>
          <a:xfrm>
            <a:off x="5081190" y="769159"/>
            <a:ext cx="1982113" cy="2584458"/>
            <a:chOff x="9254419" y="844542"/>
            <a:chExt cx="1982113" cy="2584458"/>
          </a:xfrm>
        </p:grpSpPr>
        <p:sp>
          <p:nvSpPr>
            <p:cNvPr id="109" name="Rounded Rectangle 51">
              <a:extLst>
                <a:ext uri="{FF2B5EF4-FFF2-40B4-BE49-F238E27FC236}">
                  <a16:creationId xmlns:a16="http://schemas.microsoft.com/office/drawing/2014/main" id="{8D100F36-C876-4DB9-99C9-B85D90C8AD30}"/>
                </a:ext>
              </a:extLst>
            </p:cNvPr>
            <p:cNvSpPr/>
            <p:nvPr/>
          </p:nvSpPr>
          <p:spPr>
            <a:xfrm>
              <a:off x="9254419" y="844542"/>
              <a:ext cx="1982113" cy="461665"/>
            </a:xfrm>
            <a:prstGeom prst="roundRect">
              <a:avLst>
                <a:gd name="adj" fmla="val 47877"/>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52">
              <a:extLst>
                <a:ext uri="{FF2B5EF4-FFF2-40B4-BE49-F238E27FC236}">
                  <a16:creationId xmlns:a16="http://schemas.microsoft.com/office/drawing/2014/main" id="{98158AA7-D339-476D-BB06-898D704EF168}"/>
                </a:ext>
              </a:extLst>
            </p:cNvPr>
            <p:cNvSpPr/>
            <p:nvPr/>
          </p:nvSpPr>
          <p:spPr>
            <a:xfrm>
              <a:off x="9254419" y="1029384"/>
              <a:ext cx="1982113" cy="2399616"/>
            </a:xfrm>
            <a:prstGeom prst="roundRect">
              <a:avLst>
                <a:gd name="adj" fmla="val 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53">
              <a:extLst>
                <a:ext uri="{FF2B5EF4-FFF2-40B4-BE49-F238E27FC236}">
                  <a16:creationId xmlns:a16="http://schemas.microsoft.com/office/drawing/2014/main" id="{734066D7-6476-4083-971A-7E30D107D862}"/>
                </a:ext>
              </a:extLst>
            </p:cNvPr>
            <p:cNvSpPr/>
            <p:nvPr/>
          </p:nvSpPr>
          <p:spPr>
            <a:xfrm>
              <a:off x="9380019" y="1029384"/>
              <a:ext cx="1730911" cy="23996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Oval 19">
            <a:extLst>
              <a:ext uri="{FF2B5EF4-FFF2-40B4-BE49-F238E27FC236}">
                <a16:creationId xmlns:a16="http://schemas.microsoft.com/office/drawing/2014/main" id="{9A9096F0-6471-4733-A1DC-3CF2CD0A2350}"/>
              </a:ext>
            </a:extLst>
          </p:cNvPr>
          <p:cNvSpPr/>
          <p:nvPr/>
        </p:nvSpPr>
        <p:spPr>
          <a:xfrm>
            <a:off x="747153" y="1402158"/>
            <a:ext cx="2394948" cy="202311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3D310EC3-EC69-E642-A0D7-B56B9CE64DF8}"/>
              </a:ext>
            </a:extLst>
          </p:cNvPr>
          <p:cNvSpPr>
            <a:spLocks noGrp="1"/>
          </p:cNvSpPr>
          <p:nvPr>
            <p:ph type="title"/>
          </p:nvPr>
        </p:nvSpPr>
        <p:spPr/>
        <p:txBody>
          <a:bodyPr/>
          <a:lstStyle/>
          <a:p>
            <a:r>
              <a:rPr lang="en-US" dirty="0">
                <a:latin typeface="+mj-lt"/>
                <a:cs typeface="Segoe UI Light"/>
              </a:rPr>
              <a:t>Health Records - Presenting and Verifying Card</a:t>
            </a:r>
          </a:p>
        </p:txBody>
      </p:sp>
      <p:sp>
        <p:nvSpPr>
          <p:cNvPr id="3" name="Text Placeholder 2">
            <a:extLst>
              <a:ext uri="{FF2B5EF4-FFF2-40B4-BE49-F238E27FC236}">
                <a16:creationId xmlns:a16="http://schemas.microsoft.com/office/drawing/2014/main" id="{74752115-5741-CD4D-8A86-0F07213A26FC}"/>
              </a:ext>
            </a:extLst>
          </p:cNvPr>
          <p:cNvSpPr>
            <a:spLocks noGrp="1"/>
          </p:cNvSpPr>
          <p:nvPr>
            <p:ph type="body" sz="quarter" idx="10"/>
          </p:nvPr>
        </p:nvSpPr>
        <p:spPr/>
        <p:txBody>
          <a:bodyPr vert="horz" lIns="0" tIns="45720" rIns="91440" bIns="45720" rtlCol="0" anchor="t">
            <a:noAutofit/>
          </a:bodyPr>
          <a:lstStyle/>
          <a:p>
            <a:r>
              <a:rPr lang="en-US">
                <a:latin typeface="Segoe UI"/>
                <a:cs typeface="Segoe UI"/>
              </a:rPr>
              <a:t>Healthcare facility registration</a:t>
            </a:r>
            <a:endParaRPr lang="en-US"/>
          </a:p>
        </p:txBody>
      </p:sp>
      <p:sp>
        <p:nvSpPr>
          <p:cNvPr id="4" name="Text Placeholder 3">
            <a:extLst>
              <a:ext uri="{FF2B5EF4-FFF2-40B4-BE49-F238E27FC236}">
                <a16:creationId xmlns:a16="http://schemas.microsoft.com/office/drawing/2014/main" id="{60D239F9-B1A1-CD4A-8934-FD53FF8BDEC9}"/>
              </a:ext>
            </a:extLst>
          </p:cNvPr>
          <p:cNvSpPr>
            <a:spLocks noGrp="1"/>
          </p:cNvSpPr>
          <p:nvPr>
            <p:ph type="body" sz="quarter" idx="11"/>
          </p:nvPr>
        </p:nvSpPr>
        <p:spPr/>
        <p:txBody>
          <a:bodyPr/>
          <a:lstStyle/>
          <a:p>
            <a:r>
              <a:rPr lang="en-US"/>
              <a:t>Present Health records card</a:t>
            </a:r>
          </a:p>
        </p:txBody>
      </p:sp>
      <p:sp>
        <p:nvSpPr>
          <p:cNvPr id="5" name="Text Placeholder 4">
            <a:extLst>
              <a:ext uri="{FF2B5EF4-FFF2-40B4-BE49-F238E27FC236}">
                <a16:creationId xmlns:a16="http://schemas.microsoft.com/office/drawing/2014/main" id="{73CDF123-21E9-DE40-92A6-E758EA5D898F}"/>
              </a:ext>
            </a:extLst>
          </p:cNvPr>
          <p:cNvSpPr>
            <a:spLocks noGrp="1"/>
          </p:cNvSpPr>
          <p:nvPr>
            <p:ph type="body" sz="quarter" idx="12"/>
          </p:nvPr>
        </p:nvSpPr>
        <p:spPr/>
        <p:txBody>
          <a:bodyPr/>
          <a:lstStyle/>
          <a:p>
            <a:r>
              <a:rPr lang="en-US"/>
              <a:t>Patient registration at institution</a:t>
            </a:r>
          </a:p>
        </p:txBody>
      </p:sp>
      <p:sp>
        <p:nvSpPr>
          <p:cNvPr id="6" name="Text Placeholder 5">
            <a:extLst>
              <a:ext uri="{FF2B5EF4-FFF2-40B4-BE49-F238E27FC236}">
                <a16:creationId xmlns:a16="http://schemas.microsoft.com/office/drawing/2014/main" id="{523A7615-3479-164F-8426-C4BB503F1452}"/>
              </a:ext>
            </a:extLst>
          </p:cNvPr>
          <p:cNvSpPr>
            <a:spLocks noGrp="1"/>
          </p:cNvSpPr>
          <p:nvPr>
            <p:ph type="body" sz="quarter" idx="13"/>
          </p:nvPr>
        </p:nvSpPr>
        <p:spPr/>
        <p:txBody>
          <a:bodyPr/>
          <a:lstStyle/>
          <a:p>
            <a:r>
              <a:rPr lang="en-US"/>
              <a:t>Healthcare service details claims</a:t>
            </a:r>
          </a:p>
        </p:txBody>
      </p:sp>
      <p:sp>
        <p:nvSpPr>
          <p:cNvPr id="7" name="Text Placeholder 6">
            <a:extLst>
              <a:ext uri="{FF2B5EF4-FFF2-40B4-BE49-F238E27FC236}">
                <a16:creationId xmlns:a16="http://schemas.microsoft.com/office/drawing/2014/main" id="{67D7F70F-BE23-E04A-ACF5-622206B0227E}"/>
              </a:ext>
            </a:extLst>
          </p:cNvPr>
          <p:cNvSpPr>
            <a:spLocks noGrp="1"/>
          </p:cNvSpPr>
          <p:nvPr>
            <p:ph type="body" sz="quarter" idx="14"/>
          </p:nvPr>
        </p:nvSpPr>
        <p:spPr/>
        <p:txBody>
          <a:bodyPr/>
          <a:lstStyle/>
          <a:p>
            <a:r>
              <a:rPr lang="en-US"/>
              <a:t>Transaction notification</a:t>
            </a:r>
          </a:p>
        </p:txBody>
      </p:sp>
      <p:sp>
        <p:nvSpPr>
          <p:cNvPr id="8" name="Text Placeholder 7">
            <a:extLst>
              <a:ext uri="{FF2B5EF4-FFF2-40B4-BE49-F238E27FC236}">
                <a16:creationId xmlns:a16="http://schemas.microsoft.com/office/drawing/2014/main" id="{A7283F8A-1D1B-444B-93AE-8D8554735535}"/>
              </a:ext>
            </a:extLst>
          </p:cNvPr>
          <p:cNvSpPr>
            <a:spLocks noGrp="1"/>
          </p:cNvSpPr>
          <p:nvPr>
            <p:ph type="body" sz="quarter" idx="15"/>
          </p:nvPr>
        </p:nvSpPr>
        <p:spPr/>
        <p:txBody>
          <a:bodyPr/>
          <a:lstStyle/>
          <a:p>
            <a:r>
              <a:rPr lang="en-US"/>
              <a:t>Alice VC card receipt</a:t>
            </a:r>
          </a:p>
        </p:txBody>
      </p:sp>
      <p:grpSp>
        <p:nvGrpSpPr>
          <p:cNvPr id="74" name="Group 73">
            <a:extLst>
              <a:ext uri="{FF2B5EF4-FFF2-40B4-BE49-F238E27FC236}">
                <a16:creationId xmlns:a16="http://schemas.microsoft.com/office/drawing/2014/main" id="{C8B8596F-720B-494E-A110-7AEFBAE48588}"/>
              </a:ext>
            </a:extLst>
          </p:cNvPr>
          <p:cNvGrpSpPr/>
          <p:nvPr/>
        </p:nvGrpSpPr>
        <p:grpSpPr>
          <a:xfrm>
            <a:off x="9073196" y="3879493"/>
            <a:ext cx="1982113" cy="2584458"/>
            <a:chOff x="9254419" y="844542"/>
            <a:chExt cx="1982113" cy="2584458"/>
          </a:xfrm>
        </p:grpSpPr>
        <p:sp>
          <p:nvSpPr>
            <p:cNvPr id="75" name="Rounded Rectangle 51">
              <a:extLst>
                <a:ext uri="{FF2B5EF4-FFF2-40B4-BE49-F238E27FC236}">
                  <a16:creationId xmlns:a16="http://schemas.microsoft.com/office/drawing/2014/main" id="{1CC51BFA-82D0-4702-9C9C-7B96566FE599}"/>
                </a:ext>
              </a:extLst>
            </p:cNvPr>
            <p:cNvSpPr/>
            <p:nvPr/>
          </p:nvSpPr>
          <p:spPr>
            <a:xfrm>
              <a:off x="9254419" y="844542"/>
              <a:ext cx="1982113" cy="461665"/>
            </a:xfrm>
            <a:prstGeom prst="roundRect">
              <a:avLst>
                <a:gd name="adj" fmla="val 47877"/>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ounded Rectangle 52">
              <a:extLst>
                <a:ext uri="{FF2B5EF4-FFF2-40B4-BE49-F238E27FC236}">
                  <a16:creationId xmlns:a16="http://schemas.microsoft.com/office/drawing/2014/main" id="{4BF243D0-752B-4FE3-8C9B-1FE8C2D4D9CE}"/>
                </a:ext>
              </a:extLst>
            </p:cNvPr>
            <p:cNvSpPr/>
            <p:nvPr/>
          </p:nvSpPr>
          <p:spPr>
            <a:xfrm>
              <a:off x="9254419" y="1029384"/>
              <a:ext cx="1982113" cy="2399616"/>
            </a:xfrm>
            <a:prstGeom prst="roundRect">
              <a:avLst>
                <a:gd name="adj" fmla="val 0"/>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53">
              <a:extLst>
                <a:ext uri="{FF2B5EF4-FFF2-40B4-BE49-F238E27FC236}">
                  <a16:creationId xmlns:a16="http://schemas.microsoft.com/office/drawing/2014/main" id="{E46B2FA5-03A6-44AF-A8FE-867A75147272}"/>
                </a:ext>
              </a:extLst>
            </p:cNvPr>
            <p:cNvSpPr/>
            <p:nvPr/>
          </p:nvSpPr>
          <p:spPr>
            <a:xfrm>
              <a:off x="9380019" y="1029384"/>
              <a:ext cx="1730911" cy="23996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1B3F956C-7AC3-4AFD-932D-177DC9F8EF59}"/>
              </a:ext>
            </a:extLst>
          </p:cNvPr>
          <p:cNvSpPr/>
          <p:nvPr/>
        </p:nvSpPr>
        <p:spPr>
          <a:xfrm>
            <a:off x="9201477" y="4070586"/>
            <a:ext cx="1730910" cy="281966"/>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lumMod val="85000"/>
                    <a:lumOff val="15000"/>
                  </a:schemeClr>
                </a:solidFill>
                <a:latin typeface="Segoe UI" panose="020B0502040204020203" pitchFamily="34" charset="0"/>
                <a:cs typeface="Segoe UI" panose="020B0502040204020203" pitchFamily="34" charset="0"/>
              </a:rPr>
              <a:t>Authenticator</a:t>
            </a:r>
          </a:p>
        </p:txBody>
      </p:sp>
      <p:sp>
        <p:nvSpPr>
          <p:cNvPr id="80" name="TextBox 79">
            <a:extLst>
              <a:ext uri="{FF2B5EF4-FFF2-40B4-BE49-F238E27FC236}">
                <a16:creationId xmlns:a16="http://schemas.microsoft.com/office/drawing/2014/main" id="{EF4DF108-DC35-4A29-915A-A53D06A9DBF9}"/>
              </a:ext>
            </a:extLst>
          </p:cNvPr>
          <p:cNvSpPr txBox="1"/>
          <p:nvPr/>
        </p:nvSpPr>
        <p:spPr>
          <a:xfrm>
            <a:off x="9258055" y="4589205"/>
            <a:ext cx="1612396"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Activity on this card</a:t>
            </a:r>
          </a:p>
        </p:txBody>
      </p:sp>
      <p:sp>
        <p:nvSpPr>
          <p:cNvPr id="82" name="TextBox 81">
            <a:extLst>
              <a:ext uri="{FF2B5EF4-FFF2-40B4-BE49-F238E27FC236}">
                <a16:creationId xmlns:a16="http://schemas.microsoft.com/office/drawing/2014/main" id="{9DEBB12D-ACC3-442D-A13A-EBEE27B33F3A}"/>
              </a:ext>
            </a:extLst>
          </p:cNvPr>
          <p:cNvSpPr txBox="1"/>
          <p:nvPr/>
        </p:nvSpPr>
        <p:spPr>
          <a:xfrm>
            <a:off x="9264284" y="4387294"/>
            <a:ext cx="1643129" cy="246221"/>
          </a:xfrm>
          <a:prstGeom prst="rect">
            <a:avLst/>
          </a:prstGeom>
          <a:noFill/>
        </p:spPr>
        <p:txBody>
          <a:bodyPr wrap="square" lIns="0" rtlCol="0">
            <a:spAutoFit/>
          </a:bodyPr>
          <a:lstStyle/>
          <a:p>
            <a:r>
              <a:rPr lang="en-US" sz="1000" b="1">
                <a:latin typeface="Segoe UI Semibold" panose="020B0502040204020203" pitchFamily="34" charset="0"/>
                <a:cs typeface="Segoe UI Semibold" panose="020B0502040204020203" pitchFamily="34" charset="0"/>
              </a:rPr>
              <a:t>Card Receipts</a:t>
            </a:r>
          </a:p>
        </p:txBody>
      </p:sp>
      <p:sp>
        <p:nvSpPr>
          <p:cNvPr id="98" name="Rectangle 97">
            <a:extLst>
              <a:ext uri="{FF2B5EF4-FFF2-40B4-BE49-F238E27FC236}">
                <a16:creationId xmlns:a16="http://schemas.microsoft.com/office/drawing/2014/main" id="{599E6243-108C-49D0-A810-311BFCB4717C}"/>
              </a:ext>
            </a:extLst>
          </p:cNvPr>
          <p:cNvSpPr/>
          <p:nvPr/>
        </p:nvSpPr>
        <p:spPr>
          <a:xfrm>
            <a:off x="9204169" y="4803263"/>
            <a:ext cx="1725537" cy="27754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63DE2C15-3D6C-4570-A21F-640760713316}"/>
              </a:ext>
            </a:extLst>
          </p:cNvPr>
          <p:cNvSpPr txBox="1"/>
          <p:nvPr/>
        </p:nvSpPr>
        <p:spPr>
          <a:xfrm>
            <a:off x="9253505" y="4832748"/>
            <a:ext cx="1612395"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Date: 01.01.21 – card issued</a:t>
            </a:r>
          </a:p>
        </p:txBody>
      </p:sp>
      <p:sp>
        <p:nvSpPr>
          <p:cNvPr id="104" name="Rectangle 103">
            <a:extLst>
              <a:ext uri="{FF2B5EF4-FFF2-40B4-BE49-F238E27FC236}">
                <a16:creationId xmlns:a16="http://schemas.microsoft.com/office/drawing/2014/main" id="{F7692BC2-874A-4EF5-9D6B-3B43A8A5D763}"/>
              </a:ext>
            </a:extLst>
          </p:cNvPr>
          <p:cNvSpPr/>
          <p:nvPr/>
        </p:nvSpPr>
        <p:spPr>
          <a:xfrm>
            <a:off x="9200362" y="5085317"/>
            <a:ext cx="1725537" cy="320018"/>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67713C21-0919-4255-BFE4-474C80D4F04D}"/>
              </a:ext>
            </a:extLst>
          </p:cNvPr>
          <p:cNvSpPr/>
          <p:nvPr/>
        </p:nvSpPr>
        <p:spPr>
          <a:xfrm>
            <a:off x="9200362" y="5405335"/>
            <a:ext cx="1725537" cy="277543"/>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ounded Rectangle 57">
            <a:extLst>
              <a:ext uri="{FF2B5EF4-FFF2-40B4-BE49-F238E27FC236}">
                <a16:creationId xmlns:a16="http://schemas.microsoft.com/office/drawing/2014/main" id="{F80F925D-2011-436A-A339-4CD5A62CAC86}"/>
              </a:ext>
            </a:extLst>
          </p:cNvPr>
          <p:cNvSpPr/>
          <p:nvPr/>
        </p:nvSpPr>
        <p:spPr>
          <a:xfrm>
            <a:off x="9568843" y="6258241"/>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Close</a:t>
            </a:r>
          </a:p>
        </p:txBody>
      </p:sp>
      <p:grpSp>
        <p:nvGrpSpPr>
          <p:cNvPr id="17" name="Group 16">
            <a:extLst>
              <a:ext uri="{FF2B5EF4-FFF2-40B4-BE49-F238E27FC236}">
                <a16:creationId xmlns:a16="http://schemas.microsoft.com/office/drawing/2014/main" id="{6ED0A867-6A5B-49BC-ADAA-E94F0814B8D0}"/>
              </a:ext>
            </a:extLst>
          </p:cNvPr>
          <p:cNvGrpSpPr/>
          <p:nvPr/>
        </p:nvGrpSpPr>
        <p:grpSpPr>
          <a:xfrm>
            <a:off x="3050319" y="1486036"/>
            <a:ext cx="704111" cy="607648"/>
            <a:chOff x="2905168" y="1474425"/>
            <a:chExt cx="704111" cy="583778"/>
          </a:xfrm>
        </p:grpSpPr>
        <p:sp>
          <p:nvSpPr>
            <p:cNvPr id="69" name="Rounded Rectangle 64">
              <a:extLst>
                <a:ext uri="{FF2B5EF4-FFF2-40B4-BE49-F238E27FC236}">
                  <a16:creationId xmlns:a16="http://schemas.microsoft.com/office/drawing/2014/main" id="{B0E8E579-D354-42A1-9C45-572225FBFDC1}"/>
                </a:ext>
              </a:extLst>
            </p:cNvPr>
            <p:cNvSpPr/>
            <p:nvPr/>
          </p:nvSpPr>
          <p:spPr>
            <a:xfrm>
              <a:off x="2905168" y="1474425"/>
              <a:ext cx="704111" cy="579174"/>
            </a:xfrm>
            <a:prstGeom prst="roundRect">
              <a:avLst>
                <a:gd name="adj" fmla="val 13827"/>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0" rIns="0" rtlCol="0" anchor="ctr"/>
            <a:lstStyle/>
            <a:p>
              <a:endParaRPr lang="en-US" sz="700">
                <a:solidFill>
                  <a:schemeClr val="bg1"/>
                </a:solidFill>
                <a:latin typeface="Segoe UI" panose="020B0502040204020203" pitchFamily="34" charset="0"/>
                <a:cs typeface="Segoe UI" panose="020B0502040204020203" pitchFamily="34" charset="0"/>
              </a:endParaRPr>
            </a:p>
          </p:txBody>
        </p:sp>
        <p:pic>
          <p:nvPicPr>
            <p:cNvPr id="79" name="Picture 2" descr="Scan me!">
              <a:extLst>
                <a:ext uri="{FF2B5EF4-FFF2-40B4-BE49-F238E27FC236}">
                  <a16:creationId xmlns:a16="http://schemas.microsoft.com/office/drawing/2014/main" id="{2DD759B5-BCDC-4DFE-94B2-FD102EF392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9908" y="1535422"/>
              <a:ext cx="366319" cy="36631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079D96C-1798-42F7-A8F6-2F056BCDF2F4}"/>
                </a:ext>
              </a:extLst>
            </p:cNvPr>
            <p:cNvSpPr txBox="1"/>
            <p:nvPr/>
          </p:nvSpPr>
          <p:spPr>
            <a:xfrm>
              <a:off x="3036669" y="1880791"/>
              <a:ext cx="540693" cy="177412"/>
            </a:xfrm>
            <a:prstGeom prst="rect">
              <a:avLst/>
            </a:prstGeom>
            <a:noFill/>
          </p:spPr>
          <p:txBody>
            <a:bodyPr wrap="square" rtlCol="0">
              <a:spAutoFit/>
            </a:bodyPr>
            <a:lstStyle/>
            <a:p>
              <a:r>
                <a:rPr lang="en-US" sz="600" err="1">
                  <a:solidFill>
                    <a:schemeClr val="bg1"/>
                  </a:solidFill>
                  <a:latin typeface="Segoe UI" panose="020B0502040204020203" pitchFamily="34" charset="0"/>
                  <a:cs typeface="Segoe UI" panose="020B0502040204020203" pitchFamily="34" charset="0"/>
                </a:rPr>
                <a:t>OneDID</a:t>
              </a:r>
              <a:endParaRPr lang="en-US" sz="600">
                <a:solidFill>
                  <a:schemeClr val="bg1"/>
                </a:solidFill>
                <a:latin typeface="Segoe UI" panose="020B0502040204020203" pitchFamily="34" charset="0"/>
                <a:cs typeface="Segoe UI" panose="020B0502040204020203" pitchFamily="34" charset="0"/>
              </a:endParaRPr>
            </a:p>
          </p:txBody>
        </p:sp>
      </p:grpSp>
      <p:sp>
        <p:nvSpPr>
          <p:cNvPr id="12" name="Plus Sign 11">
            <a:extLst>
              <a:ext uri="{FF2B5EF4-FFF2-40B4-BE49-F238E27FC236}">
                <a16:creationId xmlns:a16="http://schemas.microsoft.com/office/drawing/2014/main" id="{3D639D1E-67D1-47E6-8DE6-5BCD8FFEFC8E}"/>
              </a:ext>
            </a:extLst>
          </p:cNvPr>
          <p:cNvSpPr/>
          <p:nvPr/>
        </p:nvSpPr>
        <p:spPr>
          <a:xfrm>
            <a:off x="42077" y="728844"/>
            <a:ext cx="777299" cy="735295"/>
          </a:xfrm>
          <a:prstGeom prst="mathPlus">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5" name="Picture 14" descr="Shape&#10;&#10;Description automatically generated with low confidence">
            <a:extLst>
              <a:ext uri="{FF2B5EF4-FFF2-40B4-BE49-F238E27FC236}">
                <a16:creationId xmlns:a16="http://schemas.microsoft.com/office/drawing/2014/main" id="{D57712BB-D471-48F7-9865-A77E553F84C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75460" y="2063078"/>
            <a:ext cx="485991" cy="485991"/>
          </a:xfrm>
          <a:prstGeom prst="rect">
            <a:avLst/>
          </a:prstGeom>
        </p:spPr>
      </p:pic>
      <p:sp>
        <p:nvSpPr>
          <p:cNvPr id="99" name="Rectangle 98">
            <a:extLst>
              <a:ext uri="{FF2B5EF4-FFF2-40B4-BE49-F238E27FC236}">
                <a16:creationId xmlns:a16="http://schemas.microsoft.com/office/drawing/2014/main" id="{1B61936D-8728-4414-86A0-FB94605F9AED}"/>
              </a:ext>
            </a:extLst>
          </p:cNvPr>
          <p:cNvSpPr/>
          <p:nvPr/>
        </p:nvSpPr>
        <p:spPr>
          <a:xfrm>
            <a:off x="127318" y="2527162"/>
            <a:ext cx="3863304" cy="890444"/>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17ECEA4D-DECA-4848-8DF8-F05333E43E9E}"/>
              </a:ext>
            </a:extLst>
          </p:cNvPr>
          <p:cNvSpPr txBox="1"/>
          <p:nvPr/>
        </p:nvSpPr>
        <p:spPr>
          <a:xfrm>
            <a:off x="599422" y="2641269"/>
            <a:ext cx="2935419" cy="307777"/>
          </a:xfrm>
          <a:prstGeom prst="rect">
            <a:avLst/>
          </a:prstGeom>
          <a:noFill/>
        </p:spPr>
        <p:txBody>
          <a:bodyPr wrap="none" rtlCol="0">
            <a:spAutoFit/>
          </a:bodyPr>
          <a:lstStyle/>
          <a:p>
            <a:r>
              <a:rPr lang="en-US" sz="1400" b="1">
                <a:latin typeface="Segoe UI Semibold" panose="020B0502040204020203" pitchFamily="34" charset="0"/>
                <a:cs typeface="Segoe UI Semibold" panose="020B0502040204020203" pitchFamily="34" charset="0"/>
              </a:rPr>
              <a:t>Florida Healthcare Provider Office</a:t>
            </a:r>
          </a:p>
        </p:txBody>
      </p:sp>
      <p:sp>
        <p:nvSpPr>
          <p:cNvPr id="100" name="TextBox 99">
            <a:extLst>
              <a:ext uri="{FF2B5EF4-FFF2-40B4-BE49-F238E27FC236}">
                <a16:creationId xmlns:a16="http://schemas.microsoft.com/office/drawing/2014/main" id="{AF27DDF5-3E22-4B9A-B99B-DF8F30737FE0}"/>
              </a:ext>
            </a:extLst>
          </p:cNvPr>
          <p:cNvSpPr txBox="1"/>
          <p:nvPr/>
        </p:nvSpPr>
        <p:spPr>
          <a:xfrm>
            <a:off x="1413393" y="1802643"/>
            <a:ext cx="1876439" cy="230832"/>
          </a:xfrm>
          <a:prstGeom prst="rect">
            <a:avLst/>
          </a:prstGeom>
          <a:noFill/>
        </p:spPr>
        <p:txBody>
          <a:bodyPr wrap="square" rtlCol="0">
            <a:spAutoFit/>
          </a:bodyPr>
          <a:lstStyle/>
          <a:p>
            <a:r>
              <a:rPr lang="en-GB" sz="900"/>
              <a:t>Patient registration</a:t>
            </a:r>
            <a:endParaRPr lang="en-IE" sz="900"/>
          </a:p>
        </p:txBody>
      </p:sp>
      <p:sp>
        <p:nvSpPr>
          <p:cNvPr id="101" name="Rectangle 100">
            <a:extLst>
              <a:ext uri="{FF2B5EF4-FFF2-40B4-BE49-F238E27FC236}">
                <a16:creationId xmlns:a16="http://schemas.microsoft.com/office/drawing/2014/main" id="{B738EFF0-5D25-4CF5-8578-D96AA76308DB}"/>
              </a:ext>
            </a:extLst>
          </p:cNvPr>
          <p:cNvSpPr/>
          <p:nvPr/>
        </p:nvSpPr>
        <p:spPr>
          <a:xfrm>
            <a:off x="5206851" y="964499"/>
            <a:ext cx="1730910" cy="281966"/>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lumMod val="85000"/>
                    <a:lumOff val="15000"/>
                  </a:schemeClr>
                </a:solidFill>
                <a:latin typeface="Segoe UI" panose="020B0502040204020203" pitchFamily="34" charset="0"/>
                <a:cs typeface="Segoe UI" panose="020B0502040204020203" pitchFamily="34" charset="0"/>
              </a:rPr>
              <a:t>Authenticator</a:t>
            </a:r>
          </a:p>
        </p:txBody>
      </p:sp>
      <p:sp>
        <p:nvSpPr>
          <p:cNvPr id="103" name="TextBox 102">
            <a:extLst>
              <a:ext uri="{FF2B5EF4-FFF2-40B4-BE49-F238E27FC236}">
                <a16:creationId xmlns:a16="http://schemas.microsoft.com/office/drawing/2014/main" id="{07D849B8-62A0-40A9-8E10-CEDE3D59FE96}"/>
              </a:ext>
            </a:extLst>
          </p:cNvPr>
          <p:cNvSpPr txBox="1"/>
          <p:nvPr/>
        </p:nvSpPr>
        <p:spPr>
          <a:xfrm>
            <a:off x="5263429" y="1652483"/>
            <a:ext cx="1612396"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To access your health records for faster patience registrations</a:t>
            </a:r>
          </a:p>
        </p:txBody>
      </p:sp>
      <p:sp>
        <p:nvSpPr>
          <p:cNvPr id="112" name="Rounded Rectangle 33">
            <a:extLst>
              <a:ext uri="{FF2B5EF4-FFF2-40B4-BE49-F238E27FC236}">
                <a16:creationId xmlns:a16="http://schemas.microsoft.com/office/drawing/2014/main" id="{9CC99867-4178-43BC-BEB3-BBFC77EF70B5}"/>
              </a:ext>
            </a:extLst>
          </p:cNvPr>
          <p:cNvSpPr/>
          <p:nvPr/>
        </p:nvSpPr>
        <p:spPr>
          <a:xfrm>
            <a:off x="5436666" y="3082322"/>
            <a:ext cx="1214936" cy="185742"/>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Accept and Present</a:t>
            </a:r>
          </a:p>
        </p:txBody>
      </p:sp>
      <p:sp>
        <p:nvSpPr>
          <p:cNvPr id="113" name="Rounded Rectangle 41">
            <a:extLst>
              <a:ext uri="{FF2B5EF4-FFF2-40B4-BE49-F238E27FC236}">
                <a16:creationId xmlns:a16="http://schemas.microsoft.com/office/drawing/2014/main" id="{6AC38A57-5F85-4E4B-A366-EE780753DB79}"/>
              </a:ext>
            </a:extLst>
          </p:cNvPr>
          <p:cNvSpPr/>
          <p:nvPr/>
        </p:nvSpPr>
        <p:spPr>
          <a:xfrm>
            <a:off x="5237936" y="1997161"/>
            <a:ext cx="1612396" cy="841221"/>
          </a:xfrm>
          <a:prstGeom prst="roundRect">
            <a:avLst>
              <a:gd name="adj" fmla="val 6922"/>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050">
                <a:solidFill>
                  <a:schemeClr val="tx1">
                    <a:lumMod val="85000"/>
                    <a:lumOff val="15000"/>
                  </a:schemeClr>
                </a:solidFill>
                <a:latin typeface="Segoe UI" panose="020B0502040204020203" pitchFamily="34" charset="0"/>
                <a:cs typeface="Segoe UI" panose="020B0502040204020203" pitchFamily="34" charset="0"/>
              </a:rPr>
              <a:t>Alice Health Records </a:t>
            </a:r>
          </a:p>
          <a:p>
            <a:r>
              <a:rPr lang="en-US" sz="800" i="1">
                <a:solidFill>
                  <a:schemeClr val="tx1">
                    <a:lumMod val="85000"/>
                    <a:lumOff val="15000"/>
                  </a:schemeClr>
                </a:solidFill>
                <a:latin typeface="Segoe UI" panose="020B0502040204020203" pitchFamily="34" charset="0"/>
                <a:cs typeface="Segoe UI" panose="020B0502040204020203" pitchFamily="34" charset="0"/>
              </a:rPr>
              <a:t>Healthcare Provider</a:t>
            </a:r>
          </a:p>
          <a:p>
            <a:endParaRPr lang="en-US" sz="800">
              <a:solidFill>
                <a:schemeClr val="tx1">
                  <a:lumMod val="85000"/>
                  <a:lumOff val="15000"/>
                </a:schemeClr>
              </a:solidFill>
              <a:latin typeface="Segoe UI" panose="020B0502040204020203" pitchFamily="34" charset="0"/>
              <a:cs typeface="Segoe UI" panose="020B0502040204020203" pitchFamily="34" charset="0"/>
            </a:endParaRPr>
          </a:p>
          <a:p>
            <a:r>
              <a:rPr lang="en-US" sz="800">
                <a:solidFill>
                  <a:schemeClr val="tx1">
                    <a:lumMod val="85000"/>
                    <a:lumOff val="15000"/>
                  </a:schemeClr>
                </a:solidFill>
                <a:latin typeface="Segoe UI" panose="020B0502040204020203" pitchFamily="34" charset="0"/>
                <a:cs typeface="Segoe UI" panose="020B0502040204020203" pitchFamily="34" charset="0"/>
              </a:rPr>
              <a:t>Issued by </a:t>
            </a:r>
            <a:r>
              <a:rPr lang="en-US" sz="800" err="1">
                <a:solidFill>
                  <a:schemeClr val="tx1">
                    <a:lumMod val="85000"/>
                    <a:lumOff val="15000"/>
                  </a:schemeClr>
                </a:solidFill>
                <a:latin typeface="Segoe UI" panose="020B0502040204020203" pitchFamily="34" charset="0"/>
                <a:cs typeface="Segoe UI" panose="020B0502040204020203" pitchFamily="34" charset="0"/>
              </a:rPr>
              <a:t>OneDID</a:t>
            </a:r>
            <a:endParaRPr lang="en-US" sz="800">
              <a:solidFill>
                <a:schemeClr val="tx1">
                  <a:lumMod val="85000"/>
                  <a:lumOff val="15000"/>
                </a:schemeClr>
              </a:solidFill>
              <a:latin typeface="Segoe UI" panose="020B0502040204020203" pitchFamily="34" charset="0"/>
              <a:cs typeface="Segoe UI" panose="020B0502040204020203" pitchFamily="34" charset="0"/>
            </a:endParaRPr>
          </a:p>
        </p:txBody>
      </p:sp>
      <p:sp>
        <p:nvSpPr>
          <p:cNvPr id="114" name="TextBox 113">
            <a:extLst>
              <a:ext uri="{FF2B5EF4-FFF2-40B4-BE49-F238E27FC236}">
                <a16:creationId xmlns:a16="http://schemas.microsoft.com/office/drawing/2014/main" id="{583CD105-96C6-4E5C-918D-DFBA10294959}"/>
              </a:ext>
            </a:extLst>
          </p:cNvPr>
          <p:cNvSpPr txBox="1"/>
          <p:nvPr/>
        </p:nvSpPr>
        <p:spPr>
          <a:xfrm>
            <a:off x="9253504" y="5116367"/>
            <a:ext cx="1612395"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Date: 02.01.21 – Presented at FL healthcare provider</a:t>
            </a:r>
          </a:p>
        </p:txBody>
      </p:sp>
      <p:sp>
        <p:nvSpPr>
          <p:cNvPr id="116" name="TextBox 115">
            <a:extLst>
              <a:ext uri="{FF2B5EF4-FFF2-40B4-BE49-F238E27FC236}">
                <a16:creationId xmlns:a16="http://schemas.microsoft.com/office/drawing/2014/main" id="{0841884A-631B-4342-B0EC-B1E87E2E41E8}"/>
              </a:ext>
            </a:extLst>
          </p:cNvPr>
          <p:cNvSpPr txBox="1"/>
          <p:nvPr/>
        </p:nvSpPr>
        <p:spPr>
          <a:xfrm>
            <a:off x="9249696" y="5396905"/>
            <a:ext cx="1612395"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Date: 02.01.21 – Healthcare records updated</a:t>
            </a:r>
          </a:p>
        </p:txBody>
      </p:sp>
      <p:sp>
        <p:nvSpPr>
          <p:cNvPr id="117" name="Rectangle 116">
            <a:extLst>
              <a:ext uri="{FF2B5EF4-FFF2-40B4-BE49-F238E27FC236}">
                <a16:creationId xmlns:a16="http://schemas.microsoft.com/office/drawing/2014/main" id="{25C93F28-4A91-4C7F-9A2F-FB39317DC0BC}"/>
              </a:ext>
            </a:extLst>
          </p:cNvPr>
          <p:cNvSpPr/>
          <p:nvPr/>
        </p:nvSpPr>
        <p:spPr>
          <a:xfrm>
            <a:off x="8206776" y="751841"/>
            <a:ext cx="3863304" cy="277543"/>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a:extLst>
              <a:ext uri="{FF2B5EF4-FFF2-40B4-BE49-F238E27FC236}">
                <a16:creationId xmlns:a16="http://schemas.microsoft.com/office/drawing/2014/main" id="{76D30B0F-B854-4E49-BFCC-FDE204E6A889}"/>
              </a:ext>
            </a:extLst>
          </p:cNvPr>
          <p:cNvSpPr txBox="1"/>
          <p:nvPr/>
        </p:nvSpPr>
        <p:spPr>
          <a:xfrm>
            <a:off x="8206776" y="1029384"/>
            <a:ext cx="3090911" cy="738664"/>
          </a:xfrm>
          <a:prstGeom prst="rect">
            <a:avLst/>
          </a:prstGeom>
          <a:noFill/>
        </p:spPr>
        <p:txBody>
          <a:bodyPr wrap="none" rtlCol="0">
            <a:spAutoFit/>
          </a:bodyPr>
          <a:lstStyle/>
          <a:p>
            <a:r>
              <a:rPr lang="en-US" sz="1400" b="1">
                <a:latin typeface="Segoe UI Semibold" panose="020B0502040204020203" pitchFamily="34" charset="0"/>
                <a:cs typeface="Segoe UI Semibold" panose="020B0502040204020203" pitchFamily="34" charset="0"/>
              </a:rPr>
              <a:t>Florida Healthcare Provider Intranet</a:t>
            </a:r>
          </a:p>
          <a:p>
            <a:r>
              <a:rPr lang="en-US" sz="1400" b="1">
                <a:latin typeface="Segoe UI Semibold" panose="020B0502040204020203" pitchFamily="34" charset="0"/>
                <a:cs typeface="Segoe UI Semibold" panose="020B0502040204020203" pitchFamily="34" charset="0"/>
              </a:rPr>
              <a:t>Patient Registration</a:t>
            </a:r>
          </a:p>
          <a:p>
            <a:endParaRPr lang="en-US" sz="1400" b="1">
              <a:latin typeface="Segoe UI Semibold" panose="020B0502040204020203" pitchFamily="34" charset="0"/>
              <a:cs typeface="Segoe UI Semibold" panose="020B0502040204020203" pitchFamily="34" charset="0"/>
            </a:endParaRPr>
          </a:p>
        </p:txBody>
      </p:sp>
      <p:sp>
        <p:nvSpPr>
          <p:cNvPr id="119" name="Rounded Rectangle 49">
            <a:extLst>
              <a:ext uri="{FF2B5EF4-FFF2-40B4-BE49-F238E27FC236}">
                <a16:creationId xmlns:a16="http://schemas.microsoft.com/office/drawing/2014/main" id="{95678BE1-F982-4C45-A0BC-3964AC005A94}"/>
              </a:ext>
            </a:extLst>
          </p:cNvPr>
          <p:cNvSpPr/>
          <p:nvPr/>
        </p:nvSpPr>
        <p:spPr>
          <a:xfrm>
            <a:off x="8236850" y="800267"/>
            <a:ext cx="3756159" cy="180690"/>
          </a:xfrm>
          <a:prstGeom prst="roundRect">
            <a:avLst>
              <a:gd name="adj" fmla="val 44778"/>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lumMod val="85000"/>
                    <a:lumOff val="15000"/>
                  </a:schemeClr>
                </a:solidFill>
                <a:latin typeface="Segoe UI" panose="020B0502040204020203" pitchFamily="34" charset="0"/>
                <a:cs typeface="Segoe UI" panose="020B0502040204020203" pitchFamily="34" charset="0"/>
              </a:rPr>
              <a:t>intranet.floridahealthcare.net</a:t>
            </a:r>
          </a:p>
        </p:txBody>
      </p:sp>
      <p:sp>
        <p:nvSpPr>
          <p:cNvPr id="120" name="TextBox 119">
            <a:extLst>
              <a:ext uri="{FF2B5EF4-FFF2-40B4-BE49-F238E27FC236}">
                <a16:creationId xmlns:a16="http://schemas.microsoft.com/office/drawing/2014/main" id="{665A3C46-083D-41F4-94B6-828A7DB9B34A}"/>
              </a:ext>
            </a:extLst>
          </p:cNvPr>
          <p:cNvSpPr txBox="1"/>
          <p:nvPr/>
        </p:nvSpPr>
        <p:spPr>
          <a:xfrm>
            <a:off x="8302409" y="1954237"/>
            <a:ext cx="568635"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First: Alice</a:t>
            </a:r>
          </a:p>
        </p:txBody>
      </p:sp>
      <p:sp>
        <p:nvSpPr>
          <p:cNvPr id="121" name="TextBox 120">
            <a:extLst>
              <a:ext uri="{FF2B5EF4-FFF2-40B4-BE49-F238E27FC236}">
                <a16:creationId xmlns:a16="http://schemas.microsoft.com/office/drawing/2014/main" id="{6DF81EB1-1768-424D-BCEF-EC1374B09A7E}"/>
              </a:ext>
            </a:extLst>
          </p:cNvPr>
          <p:cNvSpPr txBox="1"/>
          <p:nvPr/>
        </p:nvSpPr>
        <p:spPr>
          <a:xfrm>
            <a:off x="8302409" y="2168229"/>
            <a:ext cx="641423"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Last: Smith</a:t>
            </a:r>
          </a:p>
        </p:txBody>
      </p:sp>
      <p:sp>
        <p:nvSpPr>
          <p:cNvPr id="122" name="TextBox 121">
            <a:extLst>
              <a:ext uri="{FF2B5EF4-FFF2-40B4-BE49-F238E27FC236}">
                <a16:creationId xmlns:a16="http://schemas.microsoft.com/office/drawing/2014/main" id="{A4A12E04-21D5-4FD5-8A34-171B4BE666B2}"/>
              </a:ext>
            </a:extLst>
          </p:cNvPr>
          <p:cNvSpPr txBox="1"/>
          <p:nvPr/>
        </p:nvSpPr>
        <p:spPr>
          <a:xfrm>
            <a:off x="8315310" y="2387942"/>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DOB: xx/xx/</a:t>
            </a:r>
            <a:r>
              <a:rPr lang="en-US" sz="800" err="1">
                <a:latin typeface="Segoe UI" panose="020B0502040204020203" pitchFamily="34" charset="0"/>
                <a:cs typeface="Segoe UI" panose="020B0502040204020203" pitchFamily="34" charset="0"/>
              </a:rPr>
              <a:t>xxxx</a:t>
            </a:r>
            <a:endParaRPr lang="en-US" sz="800">
              <a:latin typeface="Segoe UI" panose="020B0502040204020203" pitchFamily="34" charset="0"/>
              <a:cs typeface="Segoe UI" panose="020B0502040204020203" pitchFamily="34" charset="0"/>
            </a:endParaRPr>
          </a:p>
        </p:txBody>
      </p:sp>
      <p:sp>
        <p:nvSpPr>
          <p:cNvPr id="123" name="TextBox 122">
            <a:extLst>
              <a:ext uri="{FF2B5EF4-FFF2-40B4-BE49-F238E27FC236}">
                <a16:creationId xmlns:a16="http://schemas.microsoft.com/office/drawing/2014/main" id="{3ACE32A1-BE94-43AF-85DA-106FAB170135}"/>
              </a:ext>
            </a:extLst>
          </p:cNvPr>
          <p:cNvSpPr txBox="1"/>
          <p:nvPr/>
        </p:nvSpPr>
        <p:spPr>
          <a:xfrm>
            <a:off x="8315310" y="2577063"/>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Gender: F</a:t>
            </a:r>
          </a:p>
        </p:txBody>
      </p:sp>
      <p:sp>
        <p:nvSpPr>
          <p:cNvPr id="124" name="TextBox 123">
            <a:extLst>
              <a:ext uri="{FF2B5EF4-FFF2-40B4-BE49-F238E27FC236}">
                <a16:creationId xmlns:a16="http://schemas.microsoft.com/office/drawing/2014/main" id="{77CC12A8-4211-4EA6-B836-7A07B0A17E2E}"/>
              </a:ext>
            </a:extLst>
          </p:cNvPr>
          <p:cNvSpPr txBox="1"/>
          <p:nvPr/>
        </p:nvSpPr>
        <p:spPr>
          <a:xfrm>
            <a:off x="8324182" y="2769660"/>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Blood Type: A+</a:t>
            </a:r>
          </a:p>
        </p:txBody>
      </p:sp>
      <p:sp>
        <p:nvSpPr>
          <p:cNvPr id="125" name="TextBox 124">
            <a:extLst>
              <a:ext uri="{FF2B5EF4-FFF2-40B4-BE49-F238E27FC236}">
                <a16:creationId xmlns:a16="http://schemas.microsoft.com/office/drawing/2014/main" id="{E7F429D2-9F84-497F-BF8D-52611389382D}"/>
              </a:ext>
            </a:extLst>
          </p:cNvPr>
          <p:cNvSpPr txBox="1"/>
          <p:nvPr/>
        </p:nvSpPr>
        <p:spPr>
          <a:xfrm>
            <a:off x="9054686" y="1954237"/>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Allergies: none</a:t>
            </a:r>
          </a:p>
        </p:txBody>
      </p:sp>
      <p:sp>
        <p:nvSpPr>
          <p:cNvPr id="126" name="TextBox 125">
            <a:extLst>
              <a:ext uri="{FF2B5EF4-FFF2-40B4-BE49-F238E27FC236}">
                <a16:creationId xmlns:a16="http://schemas.microsoft.com/office/drawing/2014/main" id="{4F08C2CC-0316-4E7B-81B7-8DB39EED3C14}"/>
              </a:ext>
            </a:extLst>
          </p:cNvPr>
          <p:cNvSpPr txBox="1"/>
          <p:nvPr/>
        </p:nvSpPr>
        <p:spPr>
          <a:xfrm>
            <a:off x="9057366" y="2133599"/>
            <a:ext cx="981949"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Hearth conditions: none</a:t>
            </a:r>
          </a:p>
        </p:txBody>
      </p:sp>
      <p:sp>
        <p:nvSpPr>
          <p:cNvPr id="127" name="TextBox 126">
            <a:extLst>
              <a:ext uri="{FF2B5EF4-FFF2-40B4-BE49-F238E27FC236}">
                <a16:creationId xmlns:a16="http://schemas.microsoft.com/office/drawing/2014/main" id="{46BFAF65-4FD7-4E1C-8CC0-1CF388DA687C}"/>
              </a:ext>
            </a:extLst>
          </p:cNvPr>
          <p:cNvSpPr txBox="1"/>
          <p:nvPr/>
        </p:nvSpPr>
        <p:spPr>
          <a:xfrm>
            <a:off x="9060056" y="2558389"/>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Smokes: No</a:t>
            </a:r>
          </a:p>
        </p:txBody>
      </p:sp>
      <p:sp>
        <p:nvSpPr>
          <p:cNvPr id="128" name="TextBox 127">
            <a:extLst>
              <a:ext uri="{FF2B5EF4-FFF2-40B4-BE49-F238E27FC236}">
                <a16:creationId xmlns:a16="http://schemas.microsoft.com/office/drawing/2014/main" id="{B02BB665-07BA-46D7-960E-9ECBB6162B43}"/>
              </a:ext>
            </a:extLst>
          </p:cNvPr>
          <p:cNvSpPr txBox="1"/>
          <p:nvPr/>
        </p:nvSpPr>
        <p:spPr>
          <a:xfrm>
            <a:off x="9058455" y="2792880"/>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Drinks: No</a:t>
            </a:r>
          </a:p>
        </p:txBody>
      </p:sp>
      <p:sp>
        <p:nvSpPr>
          <p:cNvPr id="129" name="TextBox 128">
            <a:extLst>
              <a:ext uri="{FF2B5EF4-FFF2-40B4-BE49-F238E27FC236}">
                <a16:creationId xmlns:a16="http://schemas.microsoft.com/office/drawing/2014/main" id="{4D92D2E4-955E-4142-B5DD-791F5F6167D4}"/>
              </a:ext>
            </a:extLst>
          </p:cNvPr>
          <p:cNvSpPr txBox="1"/>
          <p:nvPr/>
        </p:nvSpPr>
        <p:spPr>
          <a:xfrm>
            <a:off x="8315308" y="2982045"/>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Height 5’9</a:t>
            </a:r>
          </a:p>
        </p:txBody>
      </p:sp>
      <p:sp>
        <p:nvSpPr>
          <p:cNvPr id="130" name="TextBox 129">
            <a:extLst>
              <a:ext uri="{FF2B5EF4-FFF2-40B4-BE49-F238E27FC236}">
                <a16:creationId xmlns:a16="http://schemas.microsoft.com/office/drawing/2014/main" id="{08767FFC-1BD8-45AC-B7F9-6E5C2736A6F9}"/>
              </a:ext>
            </a:extLst>
          </p:cNvPr>
          <p:cNvSpPr txBox="1"/>
          <p:nvPr/>
        </p:nvSpPr>
        <p:spPr>
          <a:xfrm>
            <a:off x="9054686" y="2984846"/>
            <a:ext cx="902473"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Weight: </a:t>
            </a:r>
            <a:r>
              <a:rPr lang="en-US" sz="800" err="1">
                <a:latin typeface="Segoe UI" panose="020B0502040204020203" pitchFamily="34" charset="0"/>
                <a:cs typeface="Segoe UI" panose="020B0502040204020203" pitchFamily="34" charset="0"/>
              </a:rPr>
              <a:t>xx.xk</a:t>
            </a:r>
            <a:endParaRPr lang="en-US" sz="800">
              <a:latin typeface="Segoe UI" panose="020B0502040204020203" pitchFamily="34" charset="0"/>
              <a:cs typeface="Segoe UI" panose="020B0502040204020203" pitchFamily="34" charset="0"/>
            </a:endParaRPr>
          </a:p>
        </p:txBody>
      </p:sp>
      <p:sp>
        <p:nvSpPr>
          <p:cNvPr id="141" name="Rounded Rectangle 33">
            <a:extLst>
              <a:ext uri="{FF2B5EF4-FFF2-40B4-BE49-F238E27FC236}">
                <a16:creationId xmlns:a16="http://schemas.microsoft.com/office/drawing/2014/main" id="{F159F5E3-2E6F-4C9E-9E53-E8CCF09F5B54}"/>
              </a:ext>
            </a:extLst>
          </p:cNvPr>
          <p:cNvSpPr/>
          <p:nvPr/>
        </p:nvSpPr>
        <p:spPr>
          <a:xfrm>
            <a:off x="10500615" y="3142391"/>
            <a:ext cx="1214936" cy="185742"/>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Register Patient</a:t>
            </a:r>
          </a:p>
        </p:txBody>
      </p:sp>
      <p:sp>
        <p:nvSpPr>
          <p:cNvPr id="142" name="TextBox 2">
            <a:extLst>
              <a:ext uri="{FF2B5EF4-FFF2-40B4-BE49-F238E27FC236}">
                <a16:creationId xmlns:a16="http://schemas.microsoft.com/office/drawing/2014/main" id="{85CE5F62-BE5B-4025-8597-22281E8C8C8C}"/>
              </a:ext>
            </a:extLst>
          </p:cNvPr>
          <p:cNvSpPr txBox="1"/>
          <p:nvPr/>
        </p:nvSpPr>
        <p:spPr>
          <a:xfrm>
            <a:off x="4206836" y="4001854"/>
            <a:ext cx="543739"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latin typeface="Segoe UI" panose="020B0502040204020203" pitchFamily="34" charset="0"/>
                <a:cs typeface="Segoe UI" panose="020B0502040204020203" pitchFamily="34" charset="0"/>
              </a:rPr>
              <a:t>To</a:t>
            </a:r>
          </a:p>
          <a:p>
            <a:r>
              <a:rPr lang="en-US" sz="800" b="1">
                <a:latin typeface="Segoe UI" panose="020B0502040204020203" pitchFamily="34" charset="0"/>
                <a:cs typeface="Segoe UI" panose="020B0502040204020203" pitchFamily="34" charset="0"/>
              </a:rPr>
              <a:t>From</a:t>
            </a:r>
          </a:p>
          <a:p>
            <a:r>
              <a:rPr lang="en-US" sz="800" b="1">
                <a:latin typeface="Segoe UI" panose="020B0502040204020203" pitchFamily="34" charset="0"/>
                <a:cs typeface="Segoe UI" panose="020B0502040204020203" pitchFamily="34" charset="0"/>
              </a:rPr>
              <a:t>Subject</a:t>
            </a:r>
          </a:p>
        </p:txBody>
      </p:sp>
      <p:sp>
        <p:nvSpPr>
          <p:cNvPr id="143" name="TextBox 3">
            <a:extLst>
              <a:ext uri="{FF2B5EF4-FFF2-40B4-BE49-F238E27FC236}">
                <a16:creationId xmlns:a16="http://schemas.microsoft.com/office/drawing/2014/main" id="{CD92931A-CDD5-40B0-B64A-EA3A8DC63B8F}"/>
              </a:ext>
            </a:extLst>
          </p:cNvPr>
          <p:cNvSpPr txBox="1"/>
          <p:nvPr/>
        </p:nvSpPr>
        <p:spPr>
          <a:xfrm>
            <a:off x="4777826" y="3998336"/>
            <a:ext cx="1282723" cy="461665"/>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latin typeface="Segoe UI" panose="020B0502040204020203" pitchFamily="34" charset="0"/>
                <a:cs typeface="Segoe UI" panose="020B0502040204020203" pitchFamily="34" charset="0"/>
              </a:rPr>
              <a:t>Alice Smith</a:t>
            </a:r>
          </a:p>
          <a:p>
            <a:r>
              <a:rPr lang="en-US" sz="800">
                <a:latin typeface="Segoe UI"/>
                <a:cs typeface="Segoe UI"/>
              </a:rPr>
              <a:t>CA Healthcare providers</a:t>
            </a:r>
            <a:endParaRPr lang="en-US" sz="800">
              <a:latin typeface="Segoe UI" panose="020B0502040204020203" pitchFamily="34" charset="0"/>
              <a:cs typeface="Segoe UI" panose="020B0502040204020203" pitchFamily="34" charset="0"/>
            </a:endParaRPr>
          </a:p>
          <a:p>
            <a:r>
              <a:rPr lang="en-US" sz="800">
                <a:latin typeface="Segoe UI"/>
                <a:cs typeface="Segoe UI"/>
              </a:rPr>
              <a:t>Provider visit</a:t>
            </a:r>
            <a:endParaRPr lang="en-US" sz="800">
              <a:latin typeface="Segoe UI" panose="020B0502040204020203" pitchFamily="34" charset="0"/>
              <a:cs typeface="Segoe UI" panose="020B0502040204020203" pitchFamily="34" charset="0"/>
            </a:endParaRPr>
          </a:p>
        </p:txBody>
      </p:sp>
      <p:sp>
        <p:nvSpPr>
          <p:cNvPr id="144" name="TextBox 4">
            <a:extLst>
              <a:ext uri="{FF2B5EF4-FFF2-40B4-BE49-F238E27FC236}">
                <a16:creationId xmlns:a16="http://schemas.microsoft.com/office/drawing/2014/main" id="{A0D98F94-0FD6-4055-BE11-CF5D2CBEAE9A}"/>
              </a:ext>
            </a:extLst>
          </p:cNvPr>
          <p:cNvSpPr txBox="1"/>
          <p:nvPr/>
        </p:nvSpPr>
        <p:spPr>
          <a:xfrm>
            <a:off x="4206836" y="4687498"/>
            <a:ext cx="3648575"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latin typeface="Segoe UI" panose="020B0502040204020203" pitchFamily="34" charset="0"/>
                <a:cs typeface="Segoe UI" panose="020B0502040204020203" pitchFamily="34" charset="0"/>
              </a:rPr>
              <a:t>Our records indicate that you visited Florida Healthcare provider on 02.01.21. You can access the records of your visit in our portal</a:t>
            </a:r>
          </a:p>
          <a:p>
            <a:r>
              <a:rPr lang="en-US" sz="800">
                <a:latin typeface="Segoe UI" panose="020B0502040204020203" pitchFamily="34" charset="0"/>
                <a:cs typeface="Segoe UI" panose="020B0502040204020203" pitchFamily="34" charset="0"/>
              </a:rPr>
              <a:t>. </a:t>
            </a:r>
          </a:p>
        </p:txBody>
      </p:sp>
      <p:sp>
        <p:nvSpPr>
          <p:cNvPr id="145" name="Rounded Rectangle 68">
            <a:extLst>
              <a:ext uri="{FF2B5EF4-FFF2-40B4-BE49-F238E27FC236}">
                <a16:creationId xmlns:a16="http://schemas.microsoft.com/office/drawing/2014/main" id="{84BC11E1-42B0-40F6-9670-CB4947359F97}"/>
              </a:ext>
            </a:extLst>
          </p:cNvPr>
          <p:cNvSpPr/>
          <p:nvPr/>
        </p:nvSpPr>
        <p:spPr>
          <a:xfrm>
            <a:off x="4232562" y="5268196"/>
            <a:ext cx="1090527" cy="180690"/>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a:solidFill>
                  <a:schemeClr val="bg1"/>
                </a:solidFill>
                <a:latin typeface="Segoe UI" panose="020B0502040204020203" pitchFamily="34" charset="0"/>
                <a:cs typeface="Segoe UI" panose="020B0502040204020203" pitchFamily="34" charset="0"/>
              </a:rPr>
              <a:t>Go to Portal</a:t>
            </a:r>
          </a:p>
        </p:txBody>
      </p:sp>
      <p:sp>
        <p:nvSpPr>
          <p:cNvPr id="146" name="TextBox 145">
            <a:extLst>
              <a:ext uri="{FF2B5EF4-FFF2-40B4-BE49-F238E27FC236}">
                <a16:creationId xmlns:a16="http://schemas.microsoft.com/office/drawing/2014/main" id="{3A549B85-0F17-49BA-BA5A-23D08FA02B45}"/>
              </a:ext>
            </a:extLst>
          </p:cNvPr>
          <p:cNvSpPr txBox="1"/>
          <p:nvPr/>
        </p:nvSpPr>
        <p:spPr>
          <a:xfrm>
            <a:off x="8297859" y="1495558"/>
            <a:ext cx="3751263" cy="338554"/>
          </a:xfrm>
          <a:prstGeom prst="rect">
            <a:avLst/>
          </a:prstGeom>
          <a:noFill/>
        </p:spPr>
        <p:txBody>
          <a:bodyPr wrap="square" lIns="0" rtlCol="0">
            <a:spAutoFit/>
          </a:bodyPr>
          <a:lstStyle/>
          <a:p>
            <a:r>
              <a:rPr lang="en-US" sz="800" b="1">
                <a:latin typeface="Segoe UI" panose="020B0502040204020203" pitchFamily="34" charset="0"/>
                <a:cs typeface="Segoe UI" panose="020B0502040204020203" pitchFamily="34" charset="0"/>
              </a:rPr>
              <a:t>Card Status: valid </a:t>
            </a:r>
          </a:p>
          <a:p>
            <a:r>
              <a:rPr lang="en-US" sz="800" b="1">
                <a:latin typeface="Segoe UI" panose="020B0502040204020203" pitchFamily="34" charset="0"/>
                <a:cs typeface="Segoe UI" panose="020B0502040204020203" pitchFamily="34" charset="0"/>
              </a:rPr>
              <a:t>Provider </a:t>
            </a:r>
            <a:r>
              <a:rPr lang="en-US" sz="800" b="1" err="1">
                <a:latin typeface="Segoe UI" panose="020B0502040204020203" pitchFamily="34" charset="0"/>
                <a:cs typeface="Segoe UI" panose="020B0502040204020203" pitchFamily="34" charset="0"/>
              </a:rPr>
              <a:t>OneDID</a:t>
            </a:r>
            <a:r>
              <a:rPr lang="en-US" sz="800" b="1">
                <a:latin typeface="Segoe UI" panose="020B0502040204020203" pitchFamily="34" charset="0"/>
                <a:cs typeface="Segoe UI" panose="020B0502040204020203" pitchFamily="34" charset="0"/>
              </a:rPr>
              <a:t>/CA Healthcare</a:t>
            </a:r>
          </a:p>
        </p:txBody>
      </p:sp>
      <p:sp>
        <p:nvSpPr>
          <p:cNvPr id="147" name="TextBox 146">
            <a:extLst>
              <a:ext uri="{FF2B5EF4-FFF2-40B4-BE49-F238E27FC236}">
                <a16:creationId xmlns:a16="http://schemas.microsoft.com/office/drawing/2014/main" id="{FF96DE74-919E-4B85-912C-0188BB1A7941}"/>
              </a:ext>
            </a:extLst>
          </p:cNvPr>
          <p:cNvSpPr txBox="1"/>
          <p:nvPr/>
        </p:nvSpPr>
        <p:spPr>
          <a:xfrm>
            <a:off x="200610" y="4319632"/>
            <a:ext cx="1681498" cy="246221"/>
          </a:xfrm>
          <a:prstGeom prst="rect">
            <a:avLst/>
          </a:prstGeom>
          <a:noFill/>
        </p:spPr>
        <p:txBody>
          <a:bodyPr wrap="square" lIns="0" rtlCol="0">
            <a:spAutoFit/>
          </a:bodyPr>
          <a:lstStyle/>
          <a:p>
            <a:r>
              <a:rPr lang="en-US" sz="1000" b="1">
                <a:latin typeface="Segoe UI Semibold" panose="020B0502040204020203" pitchFamily="34" charset="0"/>
                <a:cs typeface="Segoe UI Semibold" panose="020B0502040204020203" pitchFamily="34" charset="0"/>
              </a:rPr>
              <a:t>Patient Details</a:t>
            </a:r>
          </a:p>
        </p:txBody>
      </p:sp>
      <p:sp>
        <p:nvSpPr>
          <p:cNvPr id="148" name="Rectangle 147">
            <a:extLst>
              <a:ext uri="{FF2B5EF4-FFF2-40B4-BE49-F238E27FC236}">
                <a16:creationId xmlns:a16="http://schemas.microsoft.com/office/drawing/2014/main" id="{4DB1EA14-A0C5-4694-A109-47F5832D882E}"/>
              </a:ext>
            </a:extLst>
          </p:cNvPr>
          <p:cNvSpPr/>
          <p:nvPr/>
        </p:nvSpPr>
        <p:spPr>
          <a:xfrm>
            <a:off x="109526" y="3831067"/>
            <a:ext cx="3863304" cy="277543"/>
          </a:xfrm>
          <a:prstGeom prst="rect">
            <a:avLst/>
          </a:prstGeom>
          <a:solidFill>
            <a:schemeClr val="bg1">
              <a:lumMod val="6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TextBox 148">
            <a:extLst>
              <a:ext uri="{FF2B5EF4-FFF2-40B4-BE49-F238E27FC236}">
                <a16:creationId xmlns:a16="http://schemas.microsoft.com/office/drawing/2014/main" id="{C5B7664C-7DCD-4113-91C7-57A5CD9AEF72}"/>
              </a:ext>
            </a:extLst>
          </p:cNvPr>
          <p:cNvSpPr txBox="1"/>
          <p:nvPr/>
        </p:nvSpPr>
        <p:spPr>
          <a:xfrm>
            <a:off x="109526" y="4108610"/>
            <a:ext cx="2969146" cy="307777"/>
          </a:xfrm>
          <a:prstGeom prst="rect">
            <a:avLst/>
          </a:prstGeom>
          <a:noFill/>
        </p:spPr>
        <p:txBody>
          <a:bodyPr wrap="none" rtlCol="0">
            <a:spAutoFit/>
          </a:bodyPr>
          <a:lstStyle/>
          <a:p>
            <a:r>
              <a:rPr lang="en-US" sz="1400" b="1">
                <a:latin typeface="Segoe UI Semibold" panose="020B0502040204020203" pitchFamily="34" charset="0"/>
                <a:cs typeface="Segoe UI Semibold" panose="020B0502040204020203" pitchFamily="34" charset="0"/>
              </a:rPr>
              <a:t>Florida Healthcare Internal System</a:t>
            </a:r>
          </a:p>
        </p:txBody>
      </p:sp>
      <p:sp>
        <p:nvSpPr>
          <p:cNvPr id="150" name="Rounded Rectangle 49">
            <a:extLst>
              <a:ext uri="{FF2B5EF4-FFF2-40B4-BE49-F238E27FC236}">
                <a16:creationId xmlns:a16="http://schemas.microsoft.com/office/drawing/2014/main" id="{0A62FB5C-0359-4E59-BC8B-AF590CEB85F7}"/>
              </a:ext>
            </a:extLst>
          </p:cNvPr>
          <p:cNvSpPr/>
          <p:nvPr/>
        </p:nvSpPr>
        <p:spPr>
          <a:xfrm>
            <a:off x="139600" y="3879493"/>
            <a:ext cx="3756159" cy="180690"/>
          </a:xfrm>
          <a:prstGeom prst="roundRect">
            <a:avLst>
              <a:gd name="adj" fmla="val 44778"/>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lumMod val="85000"/>
                    <a:lumOff val="15000"/>
                  </a:schemeClr>
                </a:solidFill>
                <a:latin typeface="Segoe UI" panose="020B0502040204020203" pitchFamily="34" charset="0"/>
                <a:cs typeface="Segoe UI" panose="020B0502040204020203" pitchFamily="34" charset="0"/>
              </a:rPr>
              <a:t>intranet.floridahealthcare.net</a:t>
            </a:r>
          </a:p>
        </p:txBody>
      </p:sp>
      <p:sp>
        <p:nvSpPr>
          <p:cNvPr id="151" name="TextBox 150">
            <a:extLst>
              <a:ext uri="{FF2B5EF4-FFF2-40B4-BE49-F238E27FC236}">
                <a16:creationId xmlns:a16="http://schemas.microsoft.com/office/drawing/2014/main" id="{5A857EE9-0C40-4056-9302-62333AF675AB}"/>
              </a:ext>
            </a:extLst>
          </p:cNvPr>
          <p:cNvSpPr txBox="1"/>
          <p:nvPr/>
        </p:nvSpPr>
        <p:spPr>
          <a:xfrm>
            <a:off x="200610" y="4578547"/>
            <a:ext cx="568635"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First: Alice</a:t>
            </a:r>
          </a:p>
        </p:txBody>
      </p:sp>
      <p:sp>
        <p:nvSpPr>
          <p:cNvPr id="152" name="TextBox 151">
            <a:extLst>
              <a:ext uri="{FF2B5EF4-FFF2-40B4-BE49-F238E27FC236}">
                <a16:creationId xmlns:a16="http://schemas.microsoft.com/office/drawing/2014/main" id="{E37C8C2F-AF47-4230-9C49-78A70F5CBE0C}"/>
              </a:ext>
            </a:extLst>
          </p:cNvPr>
          <p:cNvSpPr txBox="1"/>
          <p:nvPr/>
        </p:nvSpPr>
        <p:spPr>
          <a:xfrm>
            <a:off x="200610" y="4765238"/>
            <a:ext cx="641423"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Last: Smith</a:t>
            </a:r>
          </a:p>
        </p:txBody>
      </p:sp>
      <p:sp>
        <p:nvSpPr>
          <p:cNvPr id="153" name="TextBox 152">
            <a:extLst>
              <a:ext uri="{FF2B5EF4-FFF2-40B4-BE49-F238E27FC236}">
                <a16:creationId xmlns:a16="http://schemas.microsoft.com/office/drawing/2014/main" id="{A2E66C00-D91C-40E5-9E49-239EC2575C09}"/>
              </a:ext>
            </a:extLst>
          </p:cNvPr>
          <p:cNvSpPr txBox="1"/>
          <p:nvPr/>
        </p:nvSpPr>
        <p:spPr>
          <a:xfrm>
            <a:off x="213511" y="4984951"/>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DOB: xx/xx/</a:t>
            </a:r>
            <a:r>
              <a:rPr lang="en-US" sz="800" err="1">
                <a:latin typeface="Segoe UI" panose="020B0502040204020203" pitchFamily="34" charset="0"/>
                <a:cs typeface="Segoe UI" panose="020B0502040204020203" pitchFamily="34" charset="0"/>
              </a:rPr>
              <a:t>xxxx</a:t>
            </a:r>
            <a:endParaRPr lang="en-US" sz="800">
              <a:latin typeface="Segoe UI" panose="020B0502040204020203" pitchFamily="34" charset="0"/>
              <a:cs typeface="Segoe UI" panose="020B0502040204020203" pitchFamily="34" charset="0"/>
            </a:endParaRPr>
          </a:p>
        </p:txBody>
      </p:sp>
      <p:sp>
        <p:nvSpPr>
          <p:cNvPr id="154" name="TextBox 153">
            <a:extLst>
              <a:ext uri="{FF2B5EF4-FFF2-40B4-BE49-F238E27FC236}">
                <a16:creationId xmlns:a16="http://schemas.microsoft.com/office/drawing/2014/main" id="{B7BAD019-B302-4D0A-817C-82E3201A66F9}"/>
              </a:ext>
            </a:extLst>
          </p:cNvPr>
          <p:cNvSpPr txBox="1"/>
          <p:nvPr/>
        </p:nvSpPr>
        <p:spPr>
          <a:xfrm>
            <a:off x="213511" y="5174072"/>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Gender: F</a:t>
            </a:r>
          </a:p>
        </p:txBody>
      </p:sp>
      <p:sp>
        <p:nvSpPr>
          <p:cNvPr id="155" name="TextBox 154">
            <a:extLst>
              <a:ext uri="{FF2B5EF4-FFF2-40B4-BE49-F238E27FC236}">
                <a16:creationId xmlns:a16="http://schemas.microsoft.com/office/drawing/2014/main" id="{239122CD-0D34-4B38-B5FF-C4964EA1387C}"/>
              </a:ext>
            </a:extLst>
          </p:cNvPr>
          <p:cNvSpPr txBox="1"/>
          <p:nvPr/>
        </p:nvSpPr>
        <p:spPr>
          <a:xfrm>
            <a:off x="222383" y="5366669"/>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Blood Type: A+</a:t>
            </a:r>
          </a:p>
        </p:txBody>
      </p:sp>
      <p:sp>
        <p:nvSpPr>
          <p:cNvPr id="156" name="TextBox 155">
            <a:extLst>
              <a:ext uri="{FF2B5EF4-FFF2-40B4-BE49-F238E27FC236}">
                <a16:creationId xmlns:a16="http://schemas.microsoft.com/office/drawing/2014/main" id="{D74C5D29-9D2C-4AA3-9811-95AB0852E444}"/>
              </a:ext>
            </a:extLst>
          </p:cNvPr>
          <p:cNvSpPr txBox="1"/>
          <p:nvPr/>
        </p:nvSpPr>
        <p:spPr>
          <a:xfrm>
            <a:off x="952887" y="4578547"/>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Allergies: none</a:t>
            </a:r>
          </a:p>
        </p:txBody>
      </p:sp>
      <p:sp>
        <p:nvSpPr>
          <p:cNvPr id="157" name="TextBox 156">
            <a:extLst>
              <a:ext uri="{FF2B5EF4-FFF2-40B4-BE49-F238E27FC236}">
                <a16:creationId xmlns:a16="http://schemas.microsoft.com/office/drawing/2014/main" id="{938082E5-C3FC-4420-87B8-54E010779B91}"/>
              </a:ext>
            </a:extLst>
          </p:cNvPr>
          <p:cNvSpPr txBox="1"/>
          <p:nvPr/>
        </p:nvSpPr>
        <p:spPr>
          <a:xfrm>
            <a:off x="955567" y="4730608"/>
            <a:ext cx="981949"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Hearth conditions: none</a:t>
            </a:r>
          </a:p>
        </p:txBody>
      </p:sp>
      <p:sp>
        <p:nvSpPr>
          <p:cNvPr id="158" name="TextBox 157">
            <a:extLst>
              <a:ext uri="{FF2B5EF4-FFF2-40B4-BE49-F238E27FC236}">
                <a16:creationId xmlns:a16="http://schemas.microsoft.com/office/drawing/2014/main" id="{87E3F94F-D33B-450D-B684-BE209EA99070}"/>
              </a:ext>
            </a:extLst>
          </p:cNvPr>
          <p:cNvSpPr txBox="1"/>
          <p:nvPr/>
        </p:nvSpPr>
        <p:spPr>
          <a:xfrm>
            <a:off x="958257" y="5155398"/>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Smokes: No</a:t>
            </a:r>
          </a:p>
        </p:txBody>
      </p:sp>
      <p:sp>
        <p:nvSpPr>
          <p:cNvPr id="159" name="TextBox 158">
            <a:extLst>
              <a:ext uri="{FF2B5EF4-FFF2-40B4-BE49-F238E27FC236}">
                <a16:creationId xmlns:a16="http://schemas.microsoft.com/office/drawing/2014/main" id="{E5A3318C-22C0-461B-BDF6-0267807B6C51}"/>
              </a:ext>
            </a:extLst>
          </p:cNvPr>
          <p:cNvSpPr txBox="1"/>
          <p:nvPr/>
        </p:nvSpPr>
        <p:spPr>
          <a:xfrm>
            <a:off x="956656" y="5389889"/>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Drinks: No</a:t>
            </a:r>
          </a:p>
        </p:txBody>
      </p:sp>
      <p:sp>
        <p:nvSpPr>
          <p:cNvPr id="160" name="TextBox 159">
            <a:extLst>
              <a:ext uri="{FF2B5EF4-FFF2-40B4-BE49-F238E27FC236}">
                <a16:creationId xmlns:a16="http://schemas.microsoft.com/office/drawing/2014/main" id="{5C12FD7B-2976-40D0-AB94-763743FD9F79}"/>
              </a:ext>
            </a:extLst>
          </p:cNvPr>
          <p:cNvSpPr txBox="1"/>
          <p:nvPr/>
        </p:nvSpPr>
        <p:spPr>
          <a:xfrm>
            <a:off x="213509" y="5579054"/>
            <a:ext cx="801392"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Height 5’9</a:t>
            </a:r>
          </a:p>
        </p:txBody>
      </p:sp>
      <p:sp>
        <p:nvSpPr>
          <p:cNvPr id="161" name="TextBox 160">
            <a:extLst>
              <a:ext uri="{FF2B5EF4-FFF2-40B4-BE49-F238E27FC236}">
                <a16:creationId xmlns:a16="http://schemas.microsoft.com/office/drawing/2014/main" id="{E3B95FB6-CCB7-4D75-AC63-E562BBF975A1}"/>
              </a:ext>
            </a:extLst>
          </p:cNvPr>
          <p:cNvSpPr txBox="1"/>
          <p:nvPr/>
        </p:nvSpPr>
        <p:spPr>
          <a:xfrm>
            <a:off x="963039" y="5595238"/>
            <a:ext cx="902473"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Weight: </a:t>
            </a:r>
            <a:r>
              <a:rPr lang="en-US" sz="800" err="1">
                <a:latin typeface="Segoe UI" panose="020B0502040204020203" pitchFamily="34" charset="0"/>
                <a:cs typeface="Segoe UI" panose="020B0502040204020203" pitchFamily="34" charset="0"/>
              </a:rPr>
              <a:t>xx.xk</a:t>
            </a:r>
            <a:endParaRPr lang="en-US" sz="800">
              <a:latin typeface="Segoe UI" panose="020B0502040204020203" pitchFamily="34" charset="0"/>
              <a:cs typeface="Segoe UI" panose="020B0502040204020203" pitchFamily="34" charset="0"/>
            </a:endParaRPr>
          </a:p>
        </p:txBody>
      </p:sp>
      <p:sp>
        <p:nvSpPr>
          <p:cNvPr id="162" name="TextBox 161">
            <a:extLst>
              <a:ext uri="{FF2B5EF4-FFF2-40B4-BE49-F238E27FC236}">
                <a16:creationId xmlns:a16="http://schemas.microsoft.com/office/drawing/2014/main" id="{EE12EE36-F5FD-4927-8883-36A6EA1C7988}"/>
              </a:ext>
            </a:extLst>
          </p:cNvPr>
          <p:cNvSpPr txBox="1"/>
          <p:nvPr/>
        </p:nvSpPr>
        <p:spPr>
          <a:xfrm>
            <a:off x="2028159" y="4327276"/>
            <a:ext cx="1681498" cy="246221"/>
          </a:xfrm>
          <a:prstGeom prst="rect">
            <a:avLst/>
          </a:prstGeom>
          <a:noFill/>
        </p:spPr>
        <p:txBody>
          <a:bodyPr wrap="square" lIns="0" rtlCol="0">
            <a:spAutoFit/>
          </a:bodyPr>
          <a:lstStyle/>
          <a:p>
            <a:r>
              <a:rPr lang="en-US" sz="1000" b="1">
                <a:latin typeface="Segoe UI Semibold" panose="020B0502040204020203" pitchFamily="34" charset="0"/>
                <a:cs typeface="Segoe UI Semibold" panose="020B0502040204020203" pitchFamily="34" charset="0"/>
              </a:rPr>
              <a:t>Diagnostic</a:t>
            </a:r>
          </a:p>
        </p:txBody>
      </p:sp>
      <p:sp>
        <p:nvSpPr>
          <p:cNvPr id="163" name="TextBox 162">
            <a:extLst>
              <a:ext uri="{FF2B5EF4-FFF2-40B4-BE49-F238E27FC236}">
                <a16:creationId xmlns:a16="http://schemas.microsoft.com/office/drawing/2014/main" id="{083C652D-5D9A-4471-B850-5B23388C4AA7}"/>
              </a:ext>
            </a:extLst>
          </p:cNvPr>
          <p:cNvSpPr txBox="1"/>
          <p:nvPr/>
        </p:nvSpPr>
        <p:spPr>
          <a:xfrm>
            <a:off x="2028159" y="4582987"/>
            <a:ext cx="1867600"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Procedure one: Hand inspection</a:t>
            </a:r>
          </a:p>
        </p:txBody>
      </p:sp>
      <p:sp>
        <p:nvSpPr>
          <p:cNvPr id="164" name="TextBox 163">
            <a:extLst>
              <a:ext uri="{FF2B5EF4-FFF2-40B4-BE49-F238E27FC236}">
                <a16:creationId xmlns:a16="http://schemas.microsoft.com/office/drawing/2014/main" id="{00306D95-01FF-4672-AF65-2ED3AF936E39}"/>
              </a:ext>
            </a:extLst>
          </p:cNvPr>
          <p:cNvSpPr txBox="1"/>
          <p:nvPr/>
        </p:nvSpPr>
        <p:spPr>
          <a:xfrm>
            <a:off x="2017679" y="4758968"/>
            <a:ext cx="1603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Procedure two: x-ray right hand</a:t>
            </a:r>
          </a:p>
        </p:txBody>
      </p:sp>
      <p:sp>
        <p:nvSpPr>
          <p:cNvPr id="165" name="TextBox 164">
            <a:extLst>
              <a:ext uri="{FF2B5EF4-FFF2-40B4-BE49-F238E27FC236}">
                <a16:creationId xmlns:a16="http://schemas.microsoft.com/office/drawing/2014/main" id="{A2046113-94A0-4B87-A829-B0B67C167339}"/>
              </a:ext>
            </a:extLst>
          </p:cNvPr>
          <p:cNvSpPr txBox="1"/>
          <p:nvPr/>
        </p:nvSpPr>
        <p:spPr>
          <a:xfrm>
            <a:off x="2017678" y="4963449"/>
            <a:ext cx="1603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Procedure two: x-ray right hand</a:t>
            </a:r>
          </a:p>
        </p:txBody>
      </p:sp>
      <p:sp>
        <p:nvSpPr>
          <p:cNvPr id="166" name="TextBox 165">
            <a:extLst>
              <a:ext uri="{FF2B5EF4-FFF2-40B4-BE49-F238E27FC236}">
                <a16:creationId xmlns:a16="http://schemas.microsoft.com/office/drawing/2014/main" id="{DADEC82E-AA5E-4350-991F-E7B4A29B28F8}"/>
              </a:ext>
            </a:extLst>
          </p:cNvPr>
          <p:cNvSpPr txBox="1"/>
          <p:nvPr/>
        </p:nvSpPr>
        <p:spPr>
          <a:xfrm>
            <a:off x="2017677" y="5904552"/>
            <a:ext cx="1681498" cy="246221"/>
          </a:xfrm>
          <a:prstGeom prst="rect">
            <a:avLst/>
          </a:prstGeom>
          <a:noFill/>
        </p:spPr>
        <p:txBody>
          <a:bodyPr wrap="square" lIns="0" rtlCol="0">
            <a:spAutoFit/>
          </a:bodyPr>
          <a:lstStyle/>
          <a:p>
            <a:r>
              <a:rPr lang="en-US" sz="1000" b="1">
                <a:latin typeface="Segoe UI Semibold" panose="020B0502040204020203" pitchFamily="34" charset="0"/>
                <a:cs typeface="Segoe UI Semibold" panose="020B0502040204020203" pitchFamily="34" charset="0"/>
              </a:rPr>
              <a:t>Cost $</a:t>
            </a:r>
            <a:r>
              <a:rPr lang="en-US" sz="1000" b="1" err="1">
                <a:latin typeface="Segoe UI Semibold" panose="020B0502040204020203" pitchFamily="34" charset="0"/>
                <a:cs typeface="Segoe UI Semibold" panose="020B0502040204020203" pitchFamily="34" charset="0"/>
              </a:rPr>
              <a:t>xx,xxx.xx</a:t>
            </a:r>
            <a:endParaRPr lang="en-US" sz="1000" b="1">
              <a:latin typeface="Segoe UI Semibold" panose="020B0502040204020203" pitchFamily="34" charset="0"/>
              <a:cs typeface="Segoe UI Semibold" panose="020B0502040204020203" pitchFamily="34" charset="0"/>
            </a:endParaRPr>
          </a:p>
        </p:txBody>
      </p:sp>
      <p:sp>
        <p:nvSpPr>
          <p:cNvPr id="167" name="TextBox 166">
            <a:extLst>
              <a:ext uri="{FF2B5EF4-FFF2-40B4-BE49-F238E27FC236}">
                <a16:creationId xmlns:a16="http://schemas.microsoft.com/office/drawing/2014/main" id="{8A1438C9-B35A-4397-BB46-1D29FDD0CC9F}"/>
              </a:ext>
            </a:extLst>
          </p:cNvPr>
          <p:cNvSpPr txBox="1"/>
          <p:nvPr/>
        </p:nvSpPr>
        <p:spPr>
          <a:xfrm>
            <a:off x="2017677" y="5618829"/>
            <a:ext cx="1603949" cy="33855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Immobilization of finger follow up in 1-week</a:t>
            </a:r>
          </a:p>
        </p:txBody>
      </p:sp>
      <p:sp>
        <p:nvSpPr>
          <p:cNvPr id="168" name="TextBox 167">
            <a:extLst>
              <a:ext uri="{FF2B5EF4-FFF2-40B4-BE49-F238E27FC236}">
                <a16:creationId xmlns:a16="http://schemas.microsoft.com/office/drawing/2014/main" id="{26920B4E-81BA-4140-B233-21B9B56CE2B7}"/>
              </a:ext>
            </a:extLst>
          </p:cNvPr>
          <p:cNvSpPr txBox="1"/>
          <p:nvPr/>
        </p:nvSpPr>
        <p:spPr>
          <a:xfrm>
            <a:off x="179973" y="6120163"/>
            <a:ext cx="1860624" cy="215444"/>
          </a:xfrm>
          <a:prstGeom prst="rect">
            <a:avLst/>
          </a:prstGeom>
          <a:noFill/>
        </p:spPr>
        <p:txBody>
          <a:bodyPr wrap="square" lIns="0" rtlCol="0">
            <a:spAutoFit/>
          </a:bodyPr>
          <a:lstStyle/>
          <a:p>
            <a:r>
              <a:rPr lang="en-US" sz="800" b="1">
                <a:latin typeface="Segoe UI" panose="020B0502040204020203" pitchFamily="34" charset="0"/>
                <a:cs typeface="Segoe UI" panose="020B0502040204020203" pitchFamily="34" charset="0"/>
              </a:rPr>
              <a:t>Provider: CA Healthcare provider</a:t>
            </a:r>
          </a:p>
        </p:txBody>
      </p:sp>
      <p:sp>
        <p:nvSpPr>
          <p:cNvPr id="169" name="Rounded Rectangle 33">
            <a:extLst>
              <a:ext uri="{FF2B5EF4-FFF2-40B4-BE49-F238E27FC236}">
                <a16:creationId xmlns:a16="http://schemas.microsoft.com/office/drawing/2014/main" id="{255E56DD-92CE-41DF-8BA9-EE3345984FEB}"/>
              </a:ext>
            </a:extLst>
          </p:cNvPr>
          <p:cNvSpPr/>
          <p:nvPr/>
        </p:nvSpPr>
        <p:spPr>
          <a:xfrm>
            <a:off x="2620399" y="6200449"/>
            <a:ext cx="1214936" cy="185742"/>
          </a:xfrm>
          <a:prstGeom prst="roundRect">
            <a:avLst>
              <a:gd name="adj" fmla="val 44778"/>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latin typeface="Segoe UI" panose="020B0502040204020203" pitchFamily="34" charset="0"/>
                <a:cs typeface="Segoe UI" panose="020B0502040204020203" pitchFamily="34" charset="0"/>
              </a:rPr>
              <a:t>File Claim</a:t>
            </a:r>
          </a:p>
        </p:txBody>
      </p:sp>
      <p:sp>
        <p:nvSpPr>
          <p:cNvPr id="170" name="TextBox 169">
            <a:extLst>
              <a:ext uri="{FF2B5EF4-FFF2-40B4-BE49-F238E27FC236}">
                <a16:creationId xmlns:a16="http://schemas.microsoft.com/office/drawing/2014/main" id="{6DE7FE45-D072-4673-A139-9B9800285F45}"/>
              </a:ext>
            </a:extLst>
          </p:cNvPr>
          <p:cNvSpPr txBox="1"/>
          <p:nvPr/>
        </p:nvSpPr>
        <p:spPr>
          <a:xfrm>
            <a:off x="180554" y="5829452"/>
            <a:ext cx="1860624" cy="338554"/>
          </a:xfrm>
          <a:prstGeom prst="rect">
            <a:avLst/>
          </a:prstGeom>
          <a:noFill/>
        </p:spPr>
        <p:txBody>
          <a:bodyPr wrap="square" lIns="0" rtlCol="0">
            <a:spAutoFit/>
          </a:bodyPr>
          <a:lstStyle/>
          <a:p>
            <a:r>
              <a:rPr lang="en-US" sz="800" b="1">
                <a:latin typeface="Segoe UI" panose="020B0502040204020203" pitchFamily="34" charset="0"/>
                <a:cs typeface="Segoe UI" panose="020B0502040204020203" pitchFamily="34" charset="0"/>
              </a:rPr>
              <a:t>Patience Status: valid, active with</a:t>
            </a:r>
          </a:p>
          <a:p>
            <a:r>
              <a:rPr lang="en-US" sz="800" b="1">
                <a:latin typeface="Segoe UI" panose="020B0502040204020203" pitchFamily="34" charset="0"/>
                <a:cs typeface="Segoe UI" panose="020B0502040204020203" pitchFamily="34" charset="0"/>
              </a:rPr>
              <a:t>provider</a:t>
            </a:r>
          </a:p>
        </p:txBody>
      </p:sp>
      <p:sp>
        <p:nvSpPr>
          <p:cNvPr id="171" name="TextBox 170">
            <a:extLst>
              <a:ext uri="{FF2B5EF4-FFF2-40B4-BE49-F238E27FC236}">
                <a16:creationId xmlns:a16="http://schemas.microsoft.com/office/drawing/2014/main" id="{96F0A71D-2F86-4848-A1B2-9A249EF90541}"/>
              </a:ext>
            </a:extLst>
          </p:cNvPr>
          <p:cNvSpPr txBox="1"/>
          <p:nvPr/>
        </p:nvSpPr>
        <p:spPr>
          <a:xfrm>
            <a:off x="8319384" y="1804374"/>
            <a:ext cx="1860624" cy="215444"/>
          </a:xfrm>
          <a:prstGeom prst="rect">
            <a:avLst/>
          </a:prstGeom>
          <a:noFill/>
        </p:spPr>
        <p:txBody>
          <a:bodyPr wrap="square" lIns="0" rtlCol="0">
            <a:spAutoFit/>
          </a:bodyPr>
          <a:lstStyle/>
          <a:p>
            <a:r>
              <a:rPr lang="en-US" sz="800" b="1">
                <a:latin typeface="Segoe UI" panose="020B0502040204020203" pitchFamily="34" charset="0"/>
                <a:cs typeface="Segoe UI" panose="020B0502040204020203" pitchFamily="34" charset="0"/>
              </a:rPr>
              <a:t>Patient Details</a:t>
            </a:r>
          </a:p>
        </p:txBody>
      </p:sp>
      <p:sp>
        <p:nvSpPr>
          <p:cNvPr id="172" name="TextBox 171">
            <a:extLst>
              <a:ext uri="{FF2B5EF4-FFF2-40B4-BE49-F238E27FC236}">
                <a16:creationId xmlns:a16="http://schemas.microsoft.com/office/drawing/2014/main" id="{01D4B7A4-DAF8-497A-9E60-0DA70DF82B40}"/>
              </a:ext>
            </a:extLst>
          </p:cNvPr>
          <p:cNvSpPr txBox="1"/>
          <p:nvPr/>
        </p:nvSpPr>
        <p:spPr>
          <a:xfrm>
            <a:off x="10290862" y="1811259"/>
            <a:ext cx="1860624" cy="215444"/>
          </a:xfrm>
          <a:prstGeom prst="rect">
            <a:avLst/>
          </a:prstGeom>
          <a:noFill/>
        </p:spPr>
        <p:txBody>
          <a:bodyPr wrap="square" lIns="0" rtlCol="0">
            <a:spAutoFit/>
          </a:bodyPr>
          <a:lstStyle/>
          <a:p>
            <a:r>
              <a:rPr lang="en-US" sz="800" b="1">
                <a:latin typeface="Segoe UI" panose="020B0502040204020203" pitchFamily="34" charset="0"/>
                <a:cs typeface="Segoe UI" panose="020B0502040204020203" pitchFamily="34" charset="0"/>
              </a:rPr>
              <a:t>Additional FL patient details</a:t>
            </a:r>
          </a:p>
        </p:txBody>
      </p:sp>
      <p:sp>
        <p:nvSpPr>
          <p:cNvPr id="173" name="TextBox 172">
            <a:extLst>
              <a:ext uri="{FF2B5EF4-FFF2-40B4-BE49-F238E27FC236}">
                <a16:creationId xmlns:a16="http://schemas.microsoft.com/office/drawing/2014/main" id="{830F2DF1-4C45-4FBC-A253-55F2B7F14A39}"/>
              </a:ext>
            </a:extLst>
          </p:cNvPr>
          <p:cNvSpPr txBox="1"/>
          <p:nvPr/>
        </p:nvSpPr>
        <p:spPr>
          <a:xfrm>
            <a:off x="10290862" y="2013170"/>
            <a:ext cx="1541747"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Type of service: Emergency</a:t>
            </a:r>
          </a:p>
        </p:txBody>
      </p:sp>
      <p:sp>
        <p:nvSpPr>
          <p:cNvPr id="174" name="TextBox 173">
            <a:extLst>
              <a:ext uri="{FF2B5EF4-FFF2-40B4-BE49-F238E27FC236}">
                <a16:creationId xmlns:a16="http://schemas.microsoft.com/office/drawing/2014/main" id="{0695C718-E676-4103-ABD7-F0DF7185B903}"/>
              </a:ext>
            </a:extLst>
          </p:cNvPr>
          <p:cNvSpPr txBox="1"/>
          <p:nvPr/>
        </p:nvSpPr>
        <p:spPr>
          <a:xfrm>
            <a:off x="10290396" y="2223122"/>
            <a:ext cx="981949" cy="215444"/>
          </a:xfrm>
          <a:prstGeom prst="rect">
            <a:avLst/>
          </a:prstGeom>
          <a:noFill/>
        </p:spPr>
        <p:txBody>
          <a:bodyPr wrap="square" lIns="0" rtlCol="0">
            <a:spAutoFit/>
          </a:bodyPr>
          <a:lstStyle/>
          <a:p>
            <a:r>
              <a:rPr lang="en-US" sz="800">
                <a:latin typeface="Segoe UI" panose="020B0502040204020203" pitchFamily="34" charset="0"/>
                <a:cs typeface="Segoe UI" panose="020B0502040204020203" pitchFamily="34" charset="0"/>
              </a:rPr>
              <a:t>Status: ER Triage</a:t>
            </a:r>
          </a:p>
        </p:txBody>
      </p:sp>
      <p:pic>
        <p:nvPicPr>
          <p:cNvPr id="22" name="Graphic 21" descr="Checkbox Checked with solid fill">
            <a:extLst>
              <a:ext uri="{FF2B5EF4-FFF2-40B4-BE49-F238E27FC236}">
                <a16:creationId xmlns:a16="http://schemas.microsoft.com/office/drawing/2014/main" id="{98F5A310-4B01-4171-94AF-C82A8BCB3B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16700" y="1503702"/>
            <a:ext cx="238895" cy="204374"/>
          </a:xfrm>
          <a:prstGeom prst="rect">
            <a:avLst/>
          </a:prstGeom>
        </p:spPr>
      </p:pic>
      <p:sp>
        <p:nvSpPr>
          <p:cNvPr id="175" name="TextBox 174">
            <a:extLst>
              <a:ext uri="{FF2B5EF4-FFF2-40B4-BE49-F238E27FC236}">
                <a16:creationId xmlns:a16="http://schemas.microsoft.com/office/drawing/2014/main" id="{58BD95BF-5FE1-4365-B747-4954D1EF5020}"/>
              </a:ext>
            </a:extLst>
          </p:cNvPr>
          <p:cNvSpPr txBox="1"/>
          <p:nvPr/>
        </p:nvSpPr>
        <p:spPr>
          <a:xfrm>
            <a:off x="2017677" y="5455943"/>
            <a:ext cx="1681498" cy="246221"/>
          </a:xfrm>
          <a:prstGeom prst="rect">
            <a:avLst/>
          </a:prstGeom>
          <a:noFill/>
        </p:spPr>
        <p:txBody>
          <a:bodyPr wrap="square" lIns="0" rtlCol="0">
            <a:spAutoFit/>
          </a:bodyPr>
          <a:lstStyle/>
          <a:p>
            <a:r>
              <a:rPr lang="en-US" sz="1000" b="1">
                <a:latin typeface="Segoe UI Semibold" panose="020B0502040204020203" pitchFamily="34" charset="0"/>
                <a:cs typeface="Segoe UI Semibold" panose="020B0502040204020203" pitchFamily="34" charset="0"/>
              </a:rPr>
              <a:t>Treatment</a:t>
            </a:r>
          </a:p>
        </p:txBody>
      </p:sp>
    </p:spTree>
    <p:extLst>
      <p:ext uri="{BB962C8B-B14F-4D97-AF65-F5344CB8AC3E}">
        <p14:creationId xmlns:p14="http://schemas.microsoft.com/office/powerpoint/2010/main" val="4001549558"/>
      </p:ext>
    </p:extLst>
  </p:cSld>
  <p:clrMapOvr>
    <a:masterClrMapping/>
  </p:clrMapOvr>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Microsoft_Security_PowerPoint_template</Template>
  <TotalTime>0</TotalTime>
  <Words>14121</Words>
  <Application>Microsoft Office PowerPoint</Application>
  <PresentationFormat>Grand écran</PresentationFormat>
  <Paragraphs>1291</Paragraphs>
  <Slides>59</Slides>
  <Notes>49</Notes>
  <HiddenSlides>5</HiddenSlides>
  <MMClips>0</MMClips>
  <ScaleCrop>false</ScaleCrop>
  <HeadingPairs>
    <vt:vector size="6" baseType="variant">
      <vt:variant>
        <vt:lpstr>Polices utilisées</vt:lpstr>
      </vt:variant>
      <vt:variant>
        <vt:i4>20</vt:i4>
      </vt:variant>
      <vt:variant>
        <vt:lpstr>Thème</vt:lpstr>
      </vt:variant>
      <vt:variant>
        <vt:i4>1</vt:i4>
      </vt:variant>
      <vt:variant>
        <vt:lpstr>Titres des diapositives</vt:lpstr>
      </vt:variant>
      <vt:variant>
        <vt:i4>59</vt:i4>
      </vt:variant>
    </vt:vector>
  </HeadingPairs>
  <TitlesOfParts>
    <vt:vector size="80" baseType="lpstr">
      <vt:lpstr>MS Gothic</vt:lpstr>
      <vt:lpstr>-apple-system</vt:lpstr>
      <vt:lpstr>Aptos</vt:lpstr>
      <vt:lpstr>Arial</vt:lpstr>
      <vt:lpstr>Barlow</vt:lpstr>
      <vt:lpstr>Calibri</vt:lpstr>
      <vt:lpstr>Consolas</vt:lpstr>
      <vt:lpstr>inherit</vt:lpstr>
      <vt:lpstr>Segoe Pro</vt:lpstr>
      <vt:lpstr>Segoe Sans Display</vt:lpstr>
      <vt:lpstr>Segoe Sans Text</vt:lpstr>
      <vt:lpstr>Segoe Sans Text Semibold</vt:lpstr>
      <vt:lpstr>Segoe UI</vt:lpstr>
      <vt:lpstr>Segoe UI Historic</vt:lpstr>
      <vt:lpstr>Segoe UI Light</vt:lpstr>
      <vt:lpstr>Segoe UI Semibold</vt:lpstr>
      <vt:lpstr>Segoe UI Semilight</vt:lpstr>
      <vt:lpstr>SegoeUI</vt:lpstr>
      <vt:lpstr>Times New Roman</vt:lpstr>
      <vt:lpstr>Wingdings</vt:lpstr>
      <vt:lpstr>Microsoft Security template</vt:lpstr>
      <vt:lpstr>Mise en œuvre de Pro Santé Connect avec Microsoft Entra ID</vt:lpstr>
      <vt:lpstr>En complément du guide sur la vérification d’identité  Bientôt disponible</vt:lpstr>
      <vt:lpstr>Sujets à couvrir pour cet atelier</vt:lpstr>
      <vt:lpstr>La vérification d’identité avec Entra Verified ID « dans le détail » </vt:lpstr>
      <vt:lpstr>La vérification d’identité avec Entra Verified ID « dans le détail »  </vt:lpstr>
      <vt:lpstr>Pour aller plus loin</vt:lpstr>
      <vt:lpstr>Merci !</vt:lpstr>
      <vt:lpstr>Présentation PowerPoint</vt:lpstr>
      <vt:lpstr>Des préoccupations croissantes en matière de vérification de l'identité</vt:lpstr>
      <vt:lpstr>Interactions clés nécessitant une confiance et une efficacité accrues</vt:lpstr>
      <vt:lpstr>Instaurer la confiance et l'efficacité avec Microsoft Entra Verified ID</vt:lpstr>
      <vt:lpstr>Introduce trust &amp; efficiency with Microsoft Entra Verified ID 2</vt:lpstr>
      <vt:lpstr>How Entra Verified ID works</vt:lpstr>
      <vt:lpstr>Based on open standards (details: http://aka.ms/vcinterop ) </vt:lpstr>
      <vt:lpstr>Verified ID user lifecycle 2</vt:lpstr>
      <vt:lpstr>Jumpstart with partners</vt:lpstr>
      <vt:lpstr>Grant access to only the right people with Face Check</vt:lpstr>
      <vt:lpstr>Face Check Powered by Azure AI Vision API</vt:lpstr>
      <vt:lpstr>Licensing</vt:lpstr>
      <vt:lpstr>Scénarios clés pour la vérification d'identité</vt:lpstr>
      <vt:lpstr>La vérification d’identité au service de la santé</vt:lpstr>
      <vt:lpstr>La vérification d’identité au service de la santé</vt:lpstr>
      <vt:lpstr>National Health Service (NHS)</vt:lpstr>
      <vt:lpstr>Intégration transparente et sécurisée des nouveaux  utilisateurs</vt:lpstr>
      <vt:lpstr>Problèmes courants liés à l'accueil des nouveaux arrivants</vt:lpstr>
      <vt:lpstr>Onboarding demo 1</vt:lpstr>
      <vt:lpstr>Intégration à distance en toute confiance</vt:lpstr>
      <vt:lpstr>Intégration à distance en toute confiance New employee onboarding</vt:lpstr>
      <vt:lpstr>Intégration avec Verified ID et configuration de MIE résistants à l’hameçonnage</vt:lpstr>
      <vt:lpstr>Accès sécurisé aux rôles et aux ressources sensibles</vt:lpstr>
      <vt:lpstr>Problèmes d'accès courants</vt:lpstr>
      <vt:lpstr>Secure access demo 1</vt:lpstr>
      <vt:lpstr>Accès sécurisé aux rôles et aux ressources sensibles with Entitlement Management in ID Governance</vt:lpstr>
      <vt:lpstr>Accès sécurisé aux ressources  Guest access</vt:lpstr>
      <vt:lpstr>Accès sécurisé aux ressources Employee training</vt:lpstr>
      <vt:lpstr>Accès sécurisé aux ressources Admin roles</vt:lpstr>
      <vt:lpstr>Accès sécurisé aux ressources with Entitlement Management in ID Governance</vt:lpstr>
      <vt:lpstr>Support technique et récupération de comptes</vt:lpstr>
      <vt:lpstr>Problèmes courants liés au service de support et à la récupération des comptes</vt:lpstr>
      <vt:lpstr>Help desk demo 1</vt:lpstr>
      <vt:lpstr>Support technique et récupération de comptes</vt:lpstr>
      <vt:lpstr>Support technique vérifié</vt:lpstr>
      <vt:lpstr>Récupération de comptes</vt:lpstr>
      <vt:lpstr>Protéger les comptes de confiance contre l'usurpation d'identité dès aujourd'hui</vt:lpstr>
      <vt:lpstr>API Entra Verified ID </vt:lpstr>
      <vt:lpstr>Configuration rapide</vt:lpstr>
      <vt:lpstr>Configuration avancée</vt:lpstr>
      <vt:lpstr>Utilisation de la vérification faciale</vt:lpstr>
      <vt:lpstr>Présentation PowerPoint</vt:lpstr>
      <vt:lpstr>Démarrage rapide pour les revendications basées sur l'annuaire </vt:lpstr>
      <vt:lpstr>Démarrage rapide pour les revendications personnalisées</vt:lpstr>
      <vt:lpstr>Réseau Microsoft Entra Verified ID</vt:lpstr>
      <vt:lpstr>Arbre de décision pour les types de crédentités</vt:lpstr>
      <vt:lpstr>Tutoriels pour la mise en place de cas d'utilisation clés</vt:lpstr>
      <vt:lpstr>Documentation et exemples de code</vt:lpstr>
      <vt:lpstr>Annexes</vt:lpstr>
      <vt:lpstr>Vos scénarios sous forme de « Storyboards »</vt:lpstr>
      <vt:lpstr>Health Records - Issuing Card</vt:lpstr>
      <vt:lpstr>Health Records - Presenting and Verifying Card</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 Entra ID - Atelier accès conditionnel</dc:title>
  <dc:subject>&lt;Event name&gt;</dc:subject>
  <dc:creator/>
  <cp:keywords/>
  <dc:description/>
  <cp:lastModifiedBy>Philippe Beraud</cp:lastModifiedBy>
  <cp:revision>8</cp:revision>
  <dcterms:created xsi:type="dcterms:W3CDTF">2021-08-30T09:28:36Z</dcterms:created>
  <dcterms:modified xsi:type="dcterms:W3CDTF">2025-05-12T13:55:45Z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0x010100BD9FAF4CD5AD2F4B99B5B2414089ABF7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ies>
</file>